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8"/>
  </p:notesMasterIdLst>
  <p:sldIdLst>
    <p:sldId id="258" r:id="rId5"/>
    <p:sldId id="269" r:id="rId6"/>
    <p:sldId id="276" r:id="rId7"/>
    <p:sldId id="270" r:id="rId8"/>
    <p:sldId id="272" r:id="rId9"/>
    <p:sldId id="275" r:id="rId10"/>
    <p:sldId id="277" r:id="rId11"/>
    <p:sldId id="278" r:id="rId12"/>
    <p:sldId id="279" r:id="rId13"/>
    <p:sldId id="280" r:id="rId14"/>
    <p:sldId id="281" r:id="rId15"/>
    <p:sldId id="262" r:id="rId16"/>
    <p:sldId id="282" r:id="rId17"/>
    <p:sldId id="283" r:id="rId18"/>
    <p:sldId id="286" r:id="rId19"/>
    <p:sldId id="287" r:id="rId20"/>
    <p:sldId id="288" r:id="rId21"/>
    <p:sldId id="289" r:id="rId22"/>
    <p:sldId id="295" r:id="rId23"/>
    <p:sldId id="264" r:id="rId24"/>
    <p:sldId id="299" r:id="rId25"/>
    <p:sldId id="266" r:id="rId26"/>
    <p:sldId id="273" r:id="rId27"/>
    <p:sldId id="274" r:id="rId28"/>
    <p:sldId id="290" r:id="rId29"/>
    <p:sldId id="291" r:id="rId30"/>
    <p:sldId id="300" r:id="rId31"/>
    <p:sldId id="293" r:id="rId32"/>
    <p:sldId id="301" r:id="rId33"/>
    <p:sldId id="294" r:id="rId34"/>
    <p:sldId id="302" r:id="rId35"/>
    <p:sldId id="303" r:id="rId36"/>
    <p:sldId id="29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9F60E-2DC1-4CA3-871F-6CFD2DD76CE2}" v="101" dt="2026-03-23T13:42:26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43" autoAdjust="0"/>
  </p:normalViewPr>
  <p:slideViewPr>
    <p:cSldViewPr snapToGrid="0">
      <p:cViewPr varScale="1">
        <p:scale>
          <a:sx n="65" d="100"/>
          <a:sy n="65" d="100"/>
        </p:scale>
        <p:origin x="724" y="6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41890-C944-490A-8D4B-482C21916265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B19A2-4085-48F2-B942-163DDC8B63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765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</a:t>
            </a:r>
            <a:br>
              <a:rPr lang="en-US" dirty="0"/>
            </a:br>
            <a:r>
              <a:rPr lang="en-US" dirty="0"/>
              <a:t>MC transport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Solution: FM acceleration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Plan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3942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7947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6895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9823-2C04-80ED-C0EA-28F3D4B0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27645-CAF2-6C05-9B49-07750BC21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EFB93-B412-0A91-3B4B-D06C52634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6A0C7-AAF3-0FBB-EE2C-2881E79E1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491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F5B8-36C5-62F9-80AF-AF971178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71A5D-5FF4-A988-E365-0D0BBD274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918D9-93BF-2F7E-4DCD-02B9A8904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2797D-B23E-F0AF-E55F-D720E824B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68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442D-ABC0-75A6-976A-2170D803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ED76B-0BD6-CF30-44D2-DF20FC56E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11666-9E50-16E6-82CE-8F3C1529B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AC2D1-5895-5106-468B-A634B9D05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4514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C42C-3507-E7B6-53B7-05C020F6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B9093-BC90-42A7-7EE2-EE45592BA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ABC64-3547-1090-BE14-29070AEF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F5EA-FCB1-F544-0C8B-1ED736866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2073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3245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E511-6013-2AD7-42DD-EE2130D0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89A3E-5C4E-52D4-5175-A58A1D573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30202-2B8C-29E0-A764-091B49AA4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EEFBD-5215-4627-E004-C26A5E531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1991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5743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42DC-16F4-1E51-E4CD-283C8E2E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904ED-64E4-4B29-E671-0CF5A88BD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7D8C4-1E7B-61C6-1F8E-FB81BFBE6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2FF8-1D3B-2079-C81F-DFB246534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3915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A944-F819-B4B3-2DAF-0FC32CC1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177DF-C39F-3A70-4B0C-20D65B6FF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5B2F5-91AA-5942-7B14-F80F057E7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36A86-520E-C16F-0BC6-780F33632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4236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5016-EF10-4A35-CFE0-7A87762E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94A48-A359-5286-BD22-C8FB0629A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4EFF7-E7C8-65D6-D183-BD2267760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FD9F3-3325-8B56-CB85-202857B02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8209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3DCE-EE4D-94AD-537B-FD170FE4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68ED7-633F-86ED-F112-CBFBE4E14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B3FCC-1CA9-B067-6FBC-F9675934F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B67A-D56A-294D-0B1C-80604E807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2066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9960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7F1F-8E7F-EA6F-2DCB-D11E6047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C6FC9-C0A3-3CC5-634F-A94BEDE91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B6124-B8B5-6145-2AB1-A646A1D92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</a:t>
            </a:r>
            <a:br>
              <a:rPr lang="en-US" dirty="0"/>
            </a:br>
            <a:r>
              <a:rPr lang="en-US" dirty="0"/>
              <a:t>MC transport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Solution: FM acceleration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Plan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E0D18-109E-556A-0E90-07A4E2618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9627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6534-3971-241E-3871-56DC4961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74E17-AE71-AC88-5DA4-02F934FB6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BC25F-6855-B4CC-15C3-C05F6AD06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</a:t>
            </a:r>
            <a:br>
              <a:rPr lang="en-US" dirty="0"/>
            </a:br>
            <a:r>
              <a:rPr lang="en-US" dirty="0"/>
              <a:t>MC transport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Solution: FM acceleration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Plan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60340-8806-0D7B-626F-CCE85EBAC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099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7A044-9C46-2B10-06B7-77BD1F28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0773-4F24-CE8F-20E0-9C576398F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13283-9FEE-92A9-EDC2-20AD4DF7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C4217-9D4F-428C-F3D8-016A75A02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3225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CAFA-986C-CD42-29AC-392CB37C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D2216-D642-C652-DF13-3827F132F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0DBB7-551B-5AD5-3BBE-9CBBF7B30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053C0-7260-C7A6-C22B-01ACA6EE3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63042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AE11-EE47-CF72-FF64-40732018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D8DB6-1B38-B9B7-7923-67AF956EF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4AA15-FD51-A389-872A-11EC2CB43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28B61-B4DB-A660-182B-32BD332F9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1871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F9AB-A4F5-62C5-E234-C3719A128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92F2C-2C7D-BF7A-98A4-B617BF4F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7512A-5250-EA36-D628-9A040580A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CAEC5-2B88-64BE-83D9-1A7268B27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6344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175A-FFF8-D44E-4E1B-F12952D9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7094E-3211-BE4E-A2A1-EBAABFBB4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11A2B-3B3B-5171-8EC5-181C4635E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689F9-0F6C-7CDD-D8EB-0E03EFFC8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5333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C2EB-BA5F-2F15-8AC1-5C606217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C2158-B8BB-2E4C-2D07-5B9087BAE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1B19C-A2D1-8F2E-8A9F-189FF4F2F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E9005-77C7-FC67-BCB6-369D77961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43511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035B2-1F4B-D7A4-927D-5436E432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19F80-A96F-2EA6-E41C-2202B4D4B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7BB1D-BD29-8017-A4A4-C12D4823B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FE1B4-C17C-4FF0-BF3E-4F7AA69B2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B19A2-4085-48F2-B942-163DDC8B6316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354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58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9611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34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234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821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438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652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768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906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56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691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6B99C-8CD6-46FD-939A-E33C5CBEA714}" type="datetimeFigureOut">
              <a:rPr lang="LID4096" smtClean="0"/>
              <a:t>03/23/2026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5F78A-A6ED-4F19-B58D-08473E23E37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493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50.pn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12" Type="http://schemas.openxmlformats.org/officeDocument/2006/relationships/image" Target="../media/image3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5.png"/><Relationship Id="rId5" Type="http://schemas.openxmlformats.org/officeDocument/2006/relationships/image" Target="../media/image22.png"/><Relationship Id="rId10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24.png"/><Relationship Id="rId10" Type="http://schemas.openxmlformats.org/officeDocument/2006/relationships/image" Target="../media/image340.png"/><Relationship Id="rId4" Type="http://schemas.openxmlformats.org/officeDocument/2006/relationships/image" Target="../media/image2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4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Relationship Id="rId9" Type="http://schemas.openxmlformats.org/officeDocument/2006/relationships/image" Target="../media/image5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12" Type="http://schemas.openxmlformats.org/officeDocument/2006/relationships/image" Target="../media/image3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00.png"/><Relationship Id="rId5" Type="http://schemas.openxmlformats.org/officeDocument/2006/relationships/image" Target="../media/image22.png"/><Relationship Id="rId10" Type="http://schemas.openxmlformats.org/officeDocument/2006/relationships/image" Target="../media/image290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24.png"/><Relationship Id="rId10" Type="http://schemas.openxmlformats.org/officeDocument/2006/relationships/image" Target="../media/image340.png"/><Relationship Id="rId4" Type="http://schemas.openxmlformats.org/officeDocument/2006/relationships/image" Target="../media/image22.png"/><Relationship Id="rId9" Type="http://schemas.openxmlformats.org/officeDocument/2006/relationships/image" Target="../media/image3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7287343-E18F-A42C-013C-51F3F63CE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55" y="-1612901"/>
            <a:ext cx="8370239" cy="929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AF35BC-ED4D-D40B-674D-DD2AE7CCFA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30000"/>
                </a:schemeClr>
              </a:gs>
              <a:gs pos="100000">
                <a:schemeClr val="bg1">
                  <a:lumMod val="75000"/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59819F-3291-96EA-20F3-A1EDCEB39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0500" y="3100623"/>
            <a:ext cx="12001494" cy="2900518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  <a:t>Fission Matrix Acceleration</a:t>
            </a:r>
            <a:b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  <a:t> in Monte Carlo Simulations</a:t>
            </a:r>
            <a:b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  <a:t> and Its Impact on Neutron Clustering</a:t>
            </a:r>
            <a:endParaRPr lang="LID4096" sz="3200" b="1" dirty="0">
              <a:latin typeface="Sitka Small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5147706-0BEB-36B3-C72E-2EFA29439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900" y="6106478"/>
            <a:ext cx="11341094" cy="697784"/>
          </a:xfrm>
        </p:spPr>
        <p:txBody>
          <a:bodyPr>
            <a:normAutofit/>
          </a:bodyPr>
          <a:lstStyle/>
          <a:p>
            <a:pPr algn="r"/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NE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MPhil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Research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 Project and Dissertation, Phase 1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Presentation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 by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Andy Zhang</a:t>
            </a:r>
          </a:p>
        </p:txBody>
      </p:sp>
      <p:pic>
        <p:nvPicPr>
          <p:cNvPr id="6" name="Picture 5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0F36A95E-2576-3CAB-7C40-FE7161DB17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594" y="400613"/>
            <a:ext cx="2375400" cy="494582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9E711EFC-BFA8-A1CC-B34D-CC5A7D0844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01" y="992956"/>
            <a:ext cx="1571263" cy="59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5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2FCE7-10FB-EFFF-14E7-1ECD64A87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4D1FEDC-3D95-A9B4-F0EA-5EEC84400180}"/>
                  </a:ext>
                </a:extLst>
              </p:cNvPr>
              <p:cNvSpPr/>
              <p:nvPr/>
            </p:nvSpPr>
            <p:spPr>
              <a:xfrm>
                <a:off x="10022329" y="482886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4D1FEDC-3D95-A9B4-F0EA-5EEC84400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329" y="4828862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900D30B-51A1-BD03-3C05-1734E34125CD}"/>
                  </a:ext>
                </a:extLst>
              </p:cNvPr>
              <p:cNvSpPr/>
              <p:nvPr/>
            </p:nvSpPr>
            <p:spPr>
              <a:xfrm>
                <a:off x="10034235" y="488606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900D30B-51A1-BD03-3C05-1734E3412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4235" y="4886064"/>
                <a:ext cx="713541" cy="71354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270D46A-7D81-1810-A1F2-E16C11D6E675}"/>
                  </a:ext>
                </a:extLst>
              </p:cNvPr>
              <p:cNvSpPr/>
              <p:nvPr/>
            </p:nvSpPr>
            <p:spPr>
              <a:xfrm>
                <a:off x="10062077" y="4836019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270D46A-7D81-1810-A1F2-E16C11D6E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077" y="4836019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98A0B76-C5AF-3BE7-5852-6439A98666F6}"/>
                  </a:ext>
                </a:extLst>
              </p:cNvPr>
              <p:cNvSpPr/>
              <p:nvPr/>
            </p:nvSpPr>
            <p:spPr>
              <a:xfrm>
                <a:off x="8538889" y="2102991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98A0B76-C5AF-3BE7-5852-6439A9866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889" y="2102991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C53C895-B5B1-4A95-2927-D6F058716272}"/>
                  </a:ext>
                </a:extLst>
              </p:cNvPr>
              <p:cNvSpPr/>
              <p:nvPr/>
            </p:nvSpPr>
            <p:spPr>
              <a:xfrm>
                <a:off x="5736059" y="2108718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C53C895-B5B1-4A95-2927-D6F05871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059" y="2108718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95D613-9CBE-11DC-757C-21C8A198499C}"/>
              </a:ext>
            </a:extLst>
          </p:cNvPr>
          <p:cNvSpPr/>
          <p:nvPr/>
        </p:nvSpPr>
        <p:spPr>
          <a:xfrm>
            <a:off x="6275545" y="2830399"/>
            <a:ext cx="354447" cy="2032000"/>
          </a:xfrm>
          <a:custGeom>
            <a:avLst/>
            <a:gdLst>
              <a:gd name="csX0" fmla="*/ 0 w 354447"/>
              <a:gd name="csY0" fmla="*/ 0 h 2032000"/>
              <a:gd name="csX1" fmla="*/ 333829 w 354447"/>
              <a:gd name="csY1" fmla="*/ 841829 h 2032000"/>
              <a:gd name="csX2" fmla="*/ 290286 w 354447"/>
              <a:gd name="csY2" fmla="*/ 2032000 h 203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4447" h="2032000">
                <a:moveTo>
                  <a:pt x="0" y="0"/>
                </a:moveTo>
                <a:cubicBezTo>
                  <a:pt x="142724" y="251581"/>
                  <a:pt x="285448" y="503162"/>
                  <a:pt x="333829" y="841829"/>
                </a:cubicBezTo>
                <a:cubicBezTo>
                  <a:pt x="382210" y="1180496"/>
                  <a:pt x="336248" y="1606248"/>
                  <a:pt x="290286" y="2032000"/>
                </a:cubicBezTo>
              </a:path>
            </a:pathLst>
          </a:custGeom>
          <a:noFill/>
          <a:ln w="38100"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995A1-6854-F8C5-35B0-D1FF12E9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Neutron Interactions (</a:t>
            </a:r>
            <a:r>
              <a:rPr lang="en-US" sz="4000" dirty="0" err="1">
                <a:latin typeface="Sitka Display Semibold" pitchFamily="2" charset="0"/>
                <a:cs typeface="Times New Roman" panose="02020603050405020304" pitchFamily="18" charset="0"/>
              </a:rPr>
              <a:t>Monoenenergetic</a:t>
            </a:r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)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1F8D311-6394-A012-EDB5-1403FAE6B141}"/>
                  </a:ext>
                </a:extLst>
              </p:cNvPr>
              <p:cNvSpPr/>
              <p:nvPr/>
            </p:nvSpPr>
            <p:spPr>
              <a:xfrm>
                <a:off x="5739229" y="4847886"/>
                <a:ext cx="713541" cy="71354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1F8D311-6394-A012-EDB5-1403FAE6B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29" y="4847886"/>
                <a:ext cx="713541" cy="71354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203D12B-5906-BF2A-0FA2-19816C789948}"/>
                  </a:ext>
                </a:extLst>
              </p:cNvPr>
              <p:cNvSpPr/>
              <p:nvPr/>
            </p:nvSpPr>
            <p:spPr>
              <a:xfrm>
                <a:off x="1435744" y="4847885"/>
                <a:ext cx="713541" cy="71354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203D12B-5906-BF2A-0FA2-19816C789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44" y="4847885"/>
                <a:ext cx="713541" cy="71354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D198A53-6A02-4CC7-E551-D9D752AE0E56}"/>
                  </a:ext>
                </a:extLst>
              </p:cNvPr>
              <p:cNvSpPr/>
              <p:nvPr/>
            </p:nvSpPr>
            <p:spPr>
              <a:xfrm>
                <a:off x="9882944" y="4688115"/>
                <a:ext cx="1033082" cy="103308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92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235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D198A53-6A02-4CC7-E551-D9D752AE0E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944" y="4688115"/>
                <a:ext cx="1033082" cy="103308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5085188-D030-908C-3A8E-22BA864F711F}"/>
              </a:ext>
            </a:extLst>
          </p:cNvPr>
          <p:cNvSpPr txBox="1"/>
          <p:nvPr/>
        </p:nvSpPr>
        <p:spPr>
          <a:xfrm>
            <a:off x="1050178" y="5991718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58A3A-B61C-41BA-655F-D800319789E6}"/>
              </a:ext>
            </a:extLst>
          </p:cNvPr>
          <p:cNvSpPr txBox="1"/>
          <p:nvPr/>
        </p:nvSpPr>
        <p:spPr>
          <a:xfrm>
            <a:off x="5353663" y="5991718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95B35-5EEB-3DAB-BB9C-6DB737FC385C}"/>
              </a:ext>
            </a:extLst>
          </p:cNvPr>
          <p:cNvSpPr txBox="1"/>
          <p:nvPr/>
        </p:nvSpPr>
        <p:spPr>
          <a:xfrm>
            <a:off x="9657149" y="5991718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4DA74F-9234-F978-DE75-40F2EC0B67C8}"/>
              </a:ext>
            </a:extLst>
          </p:cNvPr>
          <p:cNvSpPr/>
          <p:nvPr/>
        </p:nvSpPr>
        <p:spPr>
          <a:xfrm>
            <a:off x="838200" y="3062628"/>
            <a:ext cx="1611086" cy="1799771"/>
          </a:xfrm>
          <a:custGeom>
            <a:avLst/>
            <a:gdLst>
              <a:gd name="csX0" fmla="*/ 1611086 w 1611086"/>
              <a:gd name="csY0" fmla="*/ 0 h 1799771"/>
              <a:gd name="csX1" fmla="*/ 928915 w 1611086"/>
              <a:gd name="csY1" fmla="*/ 1799771 h 1799771"/>
              <a:gd name="csX2" fmla="*/ 0 w 1611086"/>
              <a:gd name="csY2" fmla="*/ 0 h 17997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11086" h="1799771">
                <a:moveTo>
                  <a:pt x="1611086" y="0"/>
                </a:moveTo>
                <a:cubicBezTo>
                  <a:pt x="1404257" y="899885"/>
                  <a:pt x="1197429" y="1799771"/>
                  <a:pt x="928915" y="1799771"/>
                </a:cubicBezTo>
                <a:cubicBezTo>
                  <a:pt x="660401" y="1799771"/>
                  <a:pt x="330200" y="899885"/>
                  <a:pt x="0" y="0"/>
                </a:cubicBezTo>
              </a:path>
            </a:pathLst>
          </a:custGeom>
          <a:ln w="38100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CF718A-5A60-4723-4101-1FEA3B61B88D}"/>
                  </a:ext>
                </a:extLst>
              </p:cNvPr>
              <p:cNvSpPr/>
              <p:nvPr/>
            </p:nvSpPr>
            <p:spPr>
              <a:xfrm>
                <a:off x="2178078" y="232253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DCF718A-5A60-4723-4101-1FEA3B61B8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078" y="2322534"/>
                <a:ext cx="713541" cy="713541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95E884-00E3-53AC-C0BD-DBAFCF261B8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046723" y="2830399"/>
            <a:ext cx="987512" cy="2009007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ED0A70-3FE5-AEF1-27C3-BF9A5B9F6FF1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10322647" y="2754963"/>
            <a:ext cx="76838" cy="193315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7012A8-740C-0362-07C7-1FBB49B1D1F0}"/>
              </a:ext>
            </a:extLst>
          </p:cNvPr>
          <p:cNvCxnSpPr>
            <a:cxnSpLocks/>
          </p:cNvCxnSpPr>
          <p:nvPr/>
        </p:nvCxnSpPr>
        <p:spPr>
          <a:xfrm flipV="1">
            <a:off x="10501313" y="2830399"/>
            <a:ext cx="322997" cy="1867807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A5AFF00-667D-5A38-C1B9-DFC02F0C89FC}"/>
              </a:ext>
            </a:extLst>
          </p:cNvPr>
          <p:cNvCxnSpPr>
            <a:cxnSpLocks/>
          </p:cNvCxnSpPr>
          <p:nvPr/>
        </p:nvCxnSpPr>
        <p:spPr>
          <a:xfrm flipV="1">
            <a:off x="10627519" y="2943225"/>
            <a:ext cx="669131" cy="179784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xplosion: 14 Points 48">
            <a:extLst>
              <a:ext uri="{FF2B5EF4-FFF2-40B4-BE49-F238E27FC236}">
                <a16:creationId xmlns:a16="http://schemas.microsoft.com/office/drawing/2014/main" id="{BF3B0207-0ED0-A617-34E1-C17424F59744}"/>
              </a:ext>
            </a:extLst>
          </p:cNvPr>
          <p:cNvSpPr/>
          <p:nvPr/>
        </p:nvSpPr>
        <p:spPr>
          <a:xfrm rot="612696">
            <a:off x="9622487" y="4522548"/>
            <a:ext cx="1683495" cy="1344216"/>
          </a:xfrm>
          <a:prstGeom prst="irregularSeal2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47BB44-3E64-8D92-0846-7F28F312A2BF}"/>
              </a:ext>
            </a:extLst>
          </p:cNvPr>
          <p:cNvCxnSpPr>
            <a:cxnSpLocks/>
          </p:cNvCxnSpPr>
          <p:nvPr/>
        </p:nvCxnSpPr>
        <p:spPr>
          <a:xfrm>
            <a:off x="3643086" y="2102991"/>
            <a:ext cx="0" cy="4350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E20444C-D2F1-476E-B764-BDB4B8EEA6F8}"/>
              </a:ext>
            </a:extLst>
          </p:cNvPr>
          <p:cNvCxnSpPr>
            <a:cxnSpLocks/>
          </p:cNvCxnSpPr>
          <p:nvPr/>
        </p:nvCxnSpPr>
        <p:spPr>
          <a:xfrm>
            <a:off x="8048172" y="2102991"/>
            <a:ext cx="0" cy="4350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7 L -0.02956 0.22199 L -0.03763 0.26458 L -0.0487 0.30393 L -0.06055 0.31713 L -0.07747 0.30718 L -0.09583 0.24861 L -0.12057 0.14537 L -0.14909 -0.00069 " pathEditMode="relative" rAng="0" ptsTypes="AAAAAAAAA">
                                      <p:cBhvr>
                                        <p:cTn id="6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61" y="1581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255 L 0.03073 0.10857 L 0.0401 0.14745 L 0.04401 0.20579 L 0.04323 0.28773 L 0.03542 0.40162 " pathEditMode="relative" ptsTypes="AAAAAA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path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81481E-6 L 0.10872 0.4025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30" y="2011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3" presetClass="exit" presetSubtype="3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08333E-6 1.48148E-6 L -0.00521 -0.40741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2037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4.07407E-6 L 0.03958 -0.40417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-20208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-1.85185E-6 L 0.08711 -0.39699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-1986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8" grpId="0" animBg="1"/>
      <p:bldP spid="48" grpId="1" animBg="1"/>
      <p:bldP spid="50" grpId="0" animBg="1"/>
      <p:bldP spid="50" grpId="1" animBg="1"/>
      <p:bldP spid="13" grpId="0" animBg="1"/>
      <p:bldP spid="12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BE1F-F2FC-324D-CF2A-E72068629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D8C273-7D4C-3000-4EA0-AA8930A4E3DD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D8C273-7D4C-3000-4EA0-AA8930A4E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D40CCAF-BD39-8D2B-AF5A-9080A331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0EEC881-5228-B330-5EAF-A55082F4DAA5}"/>
                  </a:ext>
                </a:extLst>
              </p:cNvPr>
              <p:cNvSpPr/>
              <p:nvPr/>
            </p:nvSpPr>
            <p:spPr>
              <a:xfrm>
                <a:off x="1061032" y="249451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0EEC881-5228-B330-5EAF-A55082F4DA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32" y="2494514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8F84A75-8DB3-D1EF-6535-D6479453B09F}"/>
                  </a:ext>
                </a:extLst>
              </p:cNvPr>
              <p:cNvSpPr/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8F84A75-8DB3-D1EF-6535-D6479453B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25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1607-7578-3E16-992E-A97604AF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64572B7-6588-09B3-C37B-52E0F0FA6A10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64572B7-6588-09B3-C37B-52E0F0FA6A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9F91C33-9E1A-5791-2213-C3EFCD78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0EEC541-3F9D-3E5F-5141-97074089E7AC}"/>
                  </a:ext>
                </a:extLst>
              </p:cNvPr>
              <p:cNvSpPr/>
              <p:nvPr/>
            </p:nvSpPr>
            <p:spPr>
              <a:xfrm>
                <a:off x="1061032" y="249451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0EEC541-3F9D-3E5F-5141-97074089E7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32" y="2494514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E4B8D00-D388-D79F-D317-9CE4179524C0}"/>
                  </a:ext>
                </a:extLst>
              </p:cNvPr>
              <p:cNvSpPr/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E4B8D00-D388-D79F-D317-9CE417952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2496998-0B18-98B8-D675-B5DE4F711F37}"/>
              </a:ext>
            </a:extLst>
          </p:cNvPr>
          <p:cNvSpPr/>
          <p:nvPr/>
        </p:nvSpPr>
        <p:spPr>
          <a:xfrm>
            <a:off x="5380074" y="1557843"/>
            <a:ext cx="404038" cy="444500"/>
          </a:xfrm>
          <a:prstGeom prst="rect">
            <a:avLst/>
          </a:prstGeom>
          <a:solidFill>
            <a:srgbClr val="CCF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D08C598-0607-8726-DCA7-79E8B8C10BBF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D0BF6E0-D5C8-48CF-B905-08B38F95C443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633064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7.40741E-7 L 0.13841 -0.06528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4" y="-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path" presetSubtype="0" repeatCount="indefinite" autoRev="1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2.5E-6 -7.40741E-7 L 0.08034 0.00162 " pathEditMode="relative" rAng="0" ptsTypes="AA">
                                      <p:cBhvr>
                                        <p:cTn id="1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6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19" grpId="1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C7AA-F73B-4901-5A09-85BED92C2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5A0FE7-EE17-04E5-175D-E2C142B8BF21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5A0FE7-EE17-04E5-175D-E2C142B8B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B6FD93E-E6A5-EA6F-5A38-771EF82F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57E2365-962E-2C80-CAA7-FCFD621CE6F4}"/>
                  </a:ext>
                </a:extLst>
              </p:cNvPr>
              <p:cNvSpPr/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57E2365-962E-2C80-CAA7-FCFD621CE6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681ED69-FE3C-9D0D-F4D1-C44038CACE1D}"/>
              </a:ext>
            </a:extLst>
          </p:cNvPr>
          <p:cNvSpPr/>
          <p:nvPr/>
        </p:nvSpPr>
        <p:spPr>
          <a:xfrm>
            <a:off x="5380074" y="1557843"/>
            <a:ext cx="404038" cy="444500"/>
          </a:xfrm>
          <a:prstGeom prst="rect">
            <a:avLst/>
          </a:prstGeom>
          <a:solidFill>
            <a:srgbClr val="CCF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DC745E-4F19-B4AE-F1E2-06958DFFFE20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AE046D-3ADD-C836-0F7C-176A0E042B2A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150B86-4E99-5F80-A9D7-4CC40267B12E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150B86-4E99-5F80-A9D7-4CC40267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4A0D8D7-96D9-9AFF-1223-BD4054657497}"/>
                  </a:ext>
                </a:extLst>
              </p:cNvPr>
              <p:cNvSpPr/>
              <p:nvPr/>
            </p:nvSpPr>
            <p:spPr>
              <a:xfrm>
                <a:off x="2753307" y="205001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4A0D8D7-96D9-9AFF-1223-BD40546574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307" y="2050014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AF4B3194-018D-86EF-6842-C877AD9C5E59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745241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07407E-6 L 0.1414 0.10393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70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42" presetClass="path" presetSubtype="0" repeatCount="indefinite" autoRev="1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2.5E-6 -7.40741E-7 L 0.08125 0.00023 " pathEditMode="relative" rAng="0" ptsTypes="AA">
                                      <p:cBhvr>
                                        <p:cTn id="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145DC-B303-EEA2-C896-85DD448E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0D5386D-6F38-2FEB-9074-28734CA1CAB1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0D5386D-6F38-2FEB-9074-28734CA1C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AA27EE7-7A7A-0866-7D22-6959295A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A683420-CF24-B4F8-AC91-2126DF155AA0}"/>
                  </a:ext>
                </a:extLst>
              </p:cNvPr>
              <p:cNvSpPr/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A683420-CF24-B4F8-AC91-2126DF155A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5AFE0CAC-ABCA-731D-3B5C-84D63A85C554}"/>
              </a:ext>
            </a:extLst>
          </p:cNvPr>
          <p:cNvSpPr/>
          <p:nvPr/>
        </p:nvSpPr>
        <p:spPr>
          <a:xfrm>
            <a:off x="5855881" y="1557843"/>
            <a:ext cx="404038" cy="444500"/>
          </a:xfrm>
          <a:prstGeom prst="rect">
            <a:avLst/>
          </a:prstGeom>
          <a:solidFill>
            <a:srgbClr val="CCF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1CC86E-B091-D1A7-3A1E-64319E3B1EC1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2471EB-83F8-EEFB-2994-26DF199EFE82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0DF318-5521-1EE1-BC1F-15B2948F5443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0DF318-5521-1EE1-BC1F-15B2948F5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17EDBD-DB67-B390-2F2B-80BE531F2ACF}"/>
                  </a:ext>
                </a:extLst>
              </p:cNvPr>
              <p:cNvSpPr txBox="1"/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17EDBD-DB67-B390-2F2B-80BE531F2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AE19EA8-184E-88D8-ECE6-1E8E32F3195B}"/>
                  </a:ext>
                </a:extLst>
              </p:cNvPr>
              <p:cNvSpPr/>
              <p:nvPr/>
            </p:nvSpPr>
            <p:spPr>
              <a:xfrm>
                <a:off x="4476750" y="2759075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AE19EA8-184E-88D8-ECE6-1E8E32F31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759075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69CDA746-6EEE-1B0D-4BA0-C18A4F9E3444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261378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3ABC-925C-6548-A1F9-D7C9964A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D0D987E-9BE2-F964-981B-BB559BF7DD80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D0D987E-9BE2-F964-981B-BB559BF7D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1E0B8B9-F890-40C0-8099-62FA5FDA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CDEF3A-7F64-7BB2-F0AD-BB10CFBEB588}"/>
              </a:ext>
            </a:extLst>
          </p:cNvPr>
          <p:cNvSpPr/>
          <p:nvPr/>
        </p:nvSpPr>
        <p:spPr>
          <a:xfrm>
            <a:off x="5370106" y="1557843"/>
            <a:ext cx="404038" cy="444500"/>
          </a:xfrm>
          <a:prstGeom prst="rect">
            <a:avLst/>
          </a:prstGeom>
          <a:solidFill>
            <a:srgbClr val="CCF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2AFDA2-FEFD-E157-A042-3206D7762498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AFA547-0266-DE67-A2EE-7DC1C3905F48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FA6A9A-BF23-D6E7-1A77-F3AD04ECB61C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FA6A9A-BF23-D6E7-1A77-F3AD04ECB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0FEE00-087B-D379-90B4-DB65B1DBD910}"/>
                  </a:ext>
                </a:extLst>
              </p:cNvPr>
              <p:cNvSpPr txBox="1"/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0FEE00-087B-D379-90B4-DB65B1DBD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FC370B-17AE-08F2-5B8F-5706F530A1D0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2406784"/>
            <a:ext cx="758825" cy="320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86B442-CDD2-42A8-CC72-FDEF383D535E}"/>
                  </a:ext>
                </a:extLst>
              </p:cNvPr>
              <p:cNvSpPr txBox="1"/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86B442-CDD2-42A8-CC72-FDEF383D5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62C024-8B43-1525-F46E-B7A7999FD287}"/>
              </a:ext>
            </a:extLst>
          </p:cNvPr>
          <p:cNvCxnSpPr>
            <a:cxnSpLocks/>
          </p:cNvCxnSpPr>
          <p:nvPr/>
        </p:nvCxnSpPr>
        <p:spPr>
          <a:xfrm flipH="1">
            <a:off x="8080744" y="2339163"/>
            <a:ext cx="1297172" cy="5741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93A1914-253F-C91E-00A9-5604AC6C5429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300C9F-038D-5AAB-3E69-2643C12571E9}"/>
              </a:ext>
            </a:extLst>
          </p:cNvPr>
          <p:cNvSpPr/>
          <p:nvPr/>
        </p:nvSpPr>
        <p:spPr>
          <a:xfrm>
            <a:off x="10640259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1E917-708C-0AFE-F83F-233DDEA045BB}"/>
              </a:ext>
            </a:extLst>
          </p:cNvPr>
          <p:cNvSpPr/>
          <p:nvPr/>
        </p:nvSpPr>
        <p:spPr>
          <a:xfrm>
            <a:off x="116114" y="4165270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DD283D1-E299-FF73-9922-D4270A736FD4}"/>
                  </a:ext>
                </a:extLst>
              </p:cNvPr>
              <p:cNvSpPr/>
              <p:nvPr/>
            </p:nvSpPr>
            <p:spPr>
              <a:xfrm>
                <a:off x="7360060" y="2705441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CDD283D1-E299-FF73-9922-D4270A736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060" y="2705441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ACFA93A-62E2-B439-752E-5DA430725CB1}"/>
                  </a:ext>
                </a:extLst>
              </p:cNvPr>
              <p:cNvSpPr/>
              <p:nvPr/>
            </p:nvSpPr>
            <p:spPr>
              <a:xfrm>
                <a:off x="7367203" y="2705441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ACFA93A-62E2-B439-752E-5DA430725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203" y="2705441"/>
                <a:ext cx="713541" cy="71354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6D2EFB8-91B1-1F60-9EDE-BFF924084B11}"/>
                  </a:ext>
                </a:extLst>
              </p:cNvPr>
              <p:cNvSpPr/>
              <p:nvPr/>
            </p:nvSpPr>
            <p:spPr>
              <a:xfrm>
                <a:off x="7360060" y="2715459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6D2EFB8-91B1-1F60-9EDE-BFF924084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060" y="2715459"/>
                <a:ext cx="713541" cy="71354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AC259B4-56C3-F765-A644-68AA70DC28F7}"/>
                  </a:ext>
                </a:extLst>
              </p:cNvPr>
              <p:cNvSpPr/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AC259B4-56C3-F765-A644-68AA70DC2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1B242A5-D991-87CF-E250-FD96F6B2C93C}"/>
                  </a:ext>
                </a:extLst>
              </p:cNvPr>
              <p:cNvSpPr txBox="1"/>
              <p:nvPr/>
            </p:nvSpPr>
            <p:spPr>
              <a:xfrm>
                <a:off x="101599" y="3423183"/>
                <a:ext cx="1906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1B242A5-D991-87CF-E250-FD96F6B2C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3183"/>
                <a:ext cx="1906621" cy="461665"/>
              </a:xfrm>
              <a:prstGeom prst="rect">
                <a:avLst/>
              </a:prstGeom>
              <a:blipFill>
                <a:blip r:embed="rId11"/>
                <a:stretch>
                  <a:fillRect l="-962" r="-1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EA22CB-A1B7-2B30-FCBF-1FEEE7F4D5DB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35221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5EA22CB-A1B7-2B30-FCBF-1FEEE7F4D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3522133" cy="461665"/>
              </a:xfrm>
              <a:prstGeom prst="rect">
                <a:avLst/>
              </a:prstGeom>
              <a:blipFill>
                <a:blip r:embed="rId12"/>
                <a:stretch>
                  <a:fillRect l="-52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792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7.40741E-7 L -0.1207 -0.0851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-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3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08047 0.00023 " pathEditMode="relative" rAng="0" ptsTypes="AA">
                                      <p:cBhvr>
                                        <p:cTn id="1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07 -0.08518 L -0.26914 0.0310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22" y="581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50"/>
                            </p:stCondLst>
                            <p:childTnLst>
                              <p:par>
                                <p:cTn id="28" presetID="42" presetClass="path" presetSubtype="0" repeatCount="2000" autoRev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07969 0.00023 " pathEditMode="relative" rAng="0" ptsTypes="AA">
                                      <p:cBhvr>
                                        <p:cTn id="2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750"/>
                            </p:stCondLst>
                            <p:childTnLst>
                              <p:par>
                                <p:cTn id="31" presetID="42" presetClass="path" presetSubtype="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07852 0.00162 " pathEditMode="relative" rAng="0" ptsTypes="AA">
                                      <p:cBhvr>
                                        <p:cTn id="3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19" grpId="3" animBg="1"/>
      <p:bldP spid="11" grpId="0"/>
      <p:bldP spid="20" grpId="0" animBg="1"/>
      <p:bldP spid="22" grpId="0" animBg="1"/>
      <p:bldP spid="61" grpId="0" animBg="1"/>
      <p:bldP spid="62" grpId="0" animBg="1"/>
      <p:bldP spid="63" grpId="0" animBg="1"/>
      <p:bldP spid="16" grpId="0" animBg="1"/>
      <p:bldP spid="16" grpId="1" animBg="1"/>
      <p:bldP spid="64" grpId="0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F572-BD9D-8614-7321-5C22DFE5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9A8C99-886D-5ABA-BF4E-188D67149FE0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9A8C99-886D-5ABA-BF4E-188D67149F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F07E08D-DC2C-3B7B-9629-02FA9DB6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5D39E5-571E-A067-0E3B-107606F473E4}"/>
              </a:ext>
            </a:extLst>
          </p:cNvPr>
          <p:cNvSpPr/>
          <p:nvPr/>
        </p:nvSpPr>
        <p:spPr>
          <a:xfrm>
            <a:off x="6324987" y="1567647"/>
            <a:ext cx="404038" cy="444500"/>
          </a:xfrm>
          <a:prstGeom prst="rect">
            <a:avLst/>
          </a:prstGeom>
          <a:solidFill>
            <a:srgbClr val="CCF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961119-D388-85CD-CA30-7647BD19B92F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E56BB8-90A0-5E5A-C4F8-5B61EC41458C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3E051C-8E09-C130-58E6-1723F32E395C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3E051C-8E09-C130-58E6-1723F32E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A42C89-A5CB-E595-AF85-080D9E0B3664}"/>
                  </a:ext>
                </a:extLst>
              </p:cNvPr>
              <p:cNvSpPr txBox="1"/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A42C89-A5CB-E595-AF85-080D9E0B3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6E6AC0-93A6-21B8-0847-E1B52E15B9BC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2406784"/>
            <a:ext cx="758825" cy="320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871069-FD42-BEC4-DB0B-C06FA8987810}"/>
                  </a:ext>
                </a:extLst>
              </p:cNvPr>
              <p:cNvSpPr txBox="1"/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871069-FD42-BEC4-DB0B-C06FA8987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43AEFE-A881-F639-E63A-0D869A4C0FFD}"/>
              </a:ext>
            </a:extLst>
          </p:cNvPr>
          <p:cNvCxnSpPr>
            <a:cxnSpLocks/>
          </p:cNvCxnSpPr>
          <p:nvPr/>
        </p:nvCxnSpPr>
        <p:spPr>
          <a:xfrm flipH="1">
            <a:off x="8080744" y="2339163"/>
            <a:ext cx="1297172" cy="5741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084DD15-B4D2-BE27-A356-12B63623396E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8641A-8312-E3C7-EDDC-B9F462683F47}"/>
              </a:ext>
            </a:extLst>
          </p:cNvPr>
          <p:cNvSpPr/>
          <p:nvPr/>
        </p:nvSpPr>
        <p:spPr>
          <a:xfrm>
            <a:off x="10640259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47660-D457-2009-B678-882B8F6C0501}"/>
              </a:ext>
            </a:extLst>
          </p:cNvPr>
          <p:cNvSpPr/>
          <p:nvPr/>
        </p:nvSpPr>
        <p:spPr>
          <a:xfrm>
            <a:off x="116114" y="4165270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7875E13-6831-8B89-BFA0-79F9650D1C0C}"/>
                  </a:ext>
                </a:extLst>
              </p:cNvPr>
              <p:cNvSpPr/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7875E13-6831-8B89-BFA0-79F9650D1C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C6602D1-AA43-4BF7-AC52-5689A523B6F6}"/>
                  </a:ext>
                </a:extLst>
              </p:cNvPr>
              <p:cNvSpPr/>
              <p:nvPr/>
            </p:nvSpPr>
            <p:spPr>
              <a:xfrm>
                <a:off x="7540171" y="548781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C6602D1-AA43-4BF7-AC52-5689A523B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171" y="5487812"/>
                <a:ext cx="713541" cy="71354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F2550CC-D8A2-776D-AEB9-704F0E0A6E41}"/>
                  </a:ext>
                </a:extLst>
              </p:cNvPr>
              <p:cNvSpPr/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F2550CC-D8A2-776D-AEB9-704F0E0A6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1BEC14-6FA5-78CE-6574-73BC3D6006B0}"/>
              </a:ext>
            </a:extLst>
          </p:cNvPr>
          <p:cNvCxnSpPr>
            <a:cxnSpLocks/>
          </p:cNvCxnSpPr>
          <p:nvPr/>
        </p:nvCxnSpPr>
        <p:spPr>
          <a:xfrm>
            <a:off x="7540171" y="3319463"/>
            <a:ext cx="0" cy="22950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2E8C9A-D068-CAAF-339A-D800B450FE79}"/>
              </a:ext>
            </a:extLst>
          </p:cNvPr>
          <p:cNvCxnSpPr>
            <a:cxnSpLocks/>
          </p:cNvCxnSpPr>
          <p:nvPr/>
        </p:nvCxnSpPr>
        <p:spPr>
          <a:xfrm>
            <a:off x="7678057" y="3393281"/>
            <a:ext cx="0" cy="1940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A17833-73CC-D21E-D10D-C21EF4BFC7A2}"/>
              </a:ext>
            </a:extLst>
          </p:cNvPr>
          <p:cNvCxnSpPr>
            <a:cxnSpLocks/>
          </p:cNvCxnSpPr>
          <p:nvPr/>
        </p:nvCxnSpPr>
        <p:spPr>
          <a:xfrm flipH="1">
            <a:off x="7787499" y="3371850"/>
            <a:ext cx="28444" cy="2202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CDEF38-5DBE-0DF2-3234-9835D42E8884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1906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CDEF38-5DBE-0DF2-3234-9835D42E8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1906621" cy="461665"/>
              </a:xfrm>
              <a:prstGeom prst="rect">
                <a:avLst/>
              </a:prstGeom>
              <a:blipFill>
                <a:blip r:embed="rId10"/>
                <a:stretch>
                  <a:fillRect l="-962" r="-1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18C7DA-4BAE-35CB-287F-FB168FC25112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26979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18C7DA-4BAE-35CB-287F-FB168FC25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2697901" cy="461665"/>
              </a:xfrm>
              <a:prstGeom prst="rect">
                <a:avLst/>
              </a:prstGeom>
              <a:blipFill>
                <a:blip r:embed="rId11"/>
                <a:stretch>
                  <a:fillRect l="-6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F856A6-A60A-DEC0-DB42-BEB1B4A7E97C}"/>
                  </a:ext>
                </a:extLst>
              </p:cNvPr>
              <p:cNvSpPr txBox="1"/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F856A6-A60A-DEC0-DB42-BEB1B4A7E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7E84F91-0E25-C3B6-AE38-5B91636CB5D4}"/>
                  </a:ext>
                </a:extLst>
              </p:cNvPr>
              <p:cNvSpPr/>
              <p:nvPr/>
            </p:nvSpPr>
            <p:spPr>
              <a:xfrm>
                <a:off x="7360060" y="2705441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7E84F91-0E25-C3B6-AE38-5B91636CB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060" y="2705441"/>
                <a:ext cx="713541" cy="713541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397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5A163-83BD-014D-A294-48D0A147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273350F-85BB-A363-FD16-052BED3D5D93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273350F-85BB-A363-FD16-052BED3D5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F5B2EF9-DA23-1932-80FA-0494E7AC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A86061-7694-5A93-7CEB-41EAD8894CC1}"/>
              </a:ext>
            </a:extLst>
          </p:cNvPr>
          <p:cNvSpPr/>
          <p:nvPr/>
        </p:nvSpPr>
        <p:spPr>
          <a:xfrm>
            <a:off x="116114" y="4165270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EE9AEB3-EBAE-52E6-0075-BAB66110FFE2}"/>
                  </a:ext>
                </a:extLst>
              </p:cNvPr>
              <p:cNvSpPr/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EE9AEB3-EBAE-52E6-0075-BAB66110F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8FCACE4-96B7-BE1F-F8FC-A3E54AA630F8}"/>
                  </a:ext>
                </a:extLst>
              </p:cNvPr>
              <p:cNvSpPr/>
              <p:nvPr/>
            </p:nvSpPr>
            <p:spPr>
              <a:xfrm>
                <a:off x="7540171" y="548781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8FCACE4-96B7-BE1F-F8FC-A3E54AA63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171" y="5487812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84885B2-C061-B586-40F8-6A97F687CEA8}"/>
                  </a:ext>
                </a:extLst>
              </p:cNvPr>
              <p:cNvSpPr/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84885B2-C061-B586-40F8-6A97F687C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C5C831-B01B-A095-F87E-0F6705AD36E3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25569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C5C831-B01B-A095-F87E-0F6705AD3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2556933" cy="461665"/>
              </a:xfrm>
              <a:prstGeom prst="rect">
                <a:avLst/>
              </a:prstGeom>
              <a:blipFill>
                <a:blip r:embed="rId7"/>
                <a:stretch>
                  <a:fillRect l="-71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620E23-27BD-3AF9-90DF-C147D96F0DC6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1906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620E23-27BD-3AF9-90DF-C147D96F0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1906621" cy="461665"/>
              </a:xfrm>
              <a:prstGeom prst="rect">
                <a:avLst/>
              </a:prstGeom>
              <a:blipFill>
                <a:blip r:embed="rId8"/>
                <a:stretch>
                  <a:fillRect l="-962" r="-1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2962602-AF6B-E561-82DB-E6054DDAA2DF}"/>
              </a:ext>
            </a:extLst>
          </p:cNvPr>
          <p:cNvSpPr txBox="1"/>
          <p:nvPr/>
        </p:nvSpPr>
        <p:spPr>
          <a:xfrm>
            <a:off x="10183779" y="3373915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Neutrons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3D5C0E-AF9D-DF05-6350-DAEA4609DC94}"/>
              </a:ext>
            </a:extLst>
          </p:cNvPr>
          <p:cNvSpPr txBox="1"/>
          <p:nvPr/>
        </p:nvSpPr>
        <p:spPr>
          <a:xfrm>
            <a:off x="10169265" y="6068457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Neutrons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2C392E-AA3B-4B30-96BE-DE65AD5CE7DF}"/>
              </a:ext>
            </a:extLst>
          </p:cNvPr>
          <p:cNvSpPr txBox="1"/>
          <p:nvPr/>
        </p:nvSpPr>
        <p:spPr>
          <a:xfrm>
            <a:off x="10166657" y="6070043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Neutrons</a:t>
            </a:r>
          </a:p>
        </p:txBody>
      </p:sp>
    </p:spTree>
    <p:extLst>
      <p:ext uri="{BB962C8B-B14F-4D97-AF65-F5344CB8AC3E}">
        <p14:creationId xmlns:p14="http://schemas.microsoft.com/office/powerpoint/2010/main" val="3691912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5" grpId="0"/>
      <p:bldP spid="17" grpId="0"/>
      <p:bldP spid="17" grpId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3961-C70F-8924-B1D1-0BAFEE6C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E5797D-9DB4-511B-D41D-3A1DFBE5BDB4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E5797D-9DB4-511B-D41D-3A1DFBE5B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EF55661-2C94-6167-FEE8-865F8532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301297-4C8A-DB69-42BE-5E530E21D6F7}"/>
              </a:ext>
            </a:extLst>
          </p:cNvPr>
          <p:cNvSpPr/>
          <p:nvPr/>
        </p:nvSpPr>
        <p:spPr>
          <a:xfrm>
            <a:off x="116114" y="1488745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31DB6F6-AA17-F868-B92F-BDF2303AD2A0}"/>
                  </a:ext>
                </a:extLst>
              </p:cNvPr>
              <p:cNvSpPr/>
              <p:nvPr/>
            </p:nvSpPr>
            <p:spPr>
              <a:xfrm>
                <a:off x="7321286" y="267130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31DB6F6-AA17-F868-B92F-BDF2303AD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2671302"/>
                <a:ext cx="713541" cy="71354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942E3D6-6EB4-EB73-7F05-89766D1470DF}"/>
                  </a:ext>
                </a:extLst>
              </p:cNvPr>
              <p:cNvSpPr/>
              <p:nvPr/>
            </p:nvSpPr>
            <p:spPr>
              <a:xfrm>
                <a:off x="7088180" y="293800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942E3D6-6EB4-EB73-7F05-89766D1470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2938002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6AD784-4A6F-482A-2F36-48FB643A7C0E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29238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6AD784-4A6F-482A-2F36-48FB643A7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2923822" cy="461665"/>
              </a:xfrm>
              <a:prstGeom prst="rect">
                <a:avLst/>
              </a:prstGeom>
              <a:blipFill>
                <a:blip r:embed="rId6"/>
                <a:stretch>
                  <a:fillRect l="-62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414DD8-D4A0-0004-820F-8C9FF3640D5E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2635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414DD8-D4A0-0004-820F-8C9FF364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2635957" cy="461665"/>
              </a:xfrm>
              <a:prstGeom prst="rect">
                <a:avLst/>
              </a:prstGeom>
              <a:blipFill>
                <a:blip r:embed="rId7"/>
                <a:stretch>
                  <a:fillRect l="-69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8D6EF20-7284-DFDB-6775-D4A539D9C740}"/>
              </a:ext>
            </a:extLst>
          </p:cNvPr>
          <p:cNvSpPr txBox="1"/>
          <p:nvPr/>
        </p:nvSpPr>
        <p:spPr>
          <a:xfrm>
            <a:off x="10183779" y="3373915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Neutrons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602084-7D89-77E2-B842-6494C0F72D3E}"/>
              </a:ext>
            </a:extLst>
          </p:cNvPr>
          <p:cNvSpPr txBox="1"/>
          <p:nvPr/>
        </p:nvSpPr>
        <p:spPr>
          <a:xfrm>
            <a:off x="10169265" y="6068457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Neutrons</a:t>
            </a:r>
          </a:p>
        </p:txBody>
      </p:sp>
    </p:spTree>
    <p:extLst>
      <p:ext uri="{BB962C8B-B14F-4D97-AF65-F5344CB8AC3E}">
        <p14:creationId xmlns:p14="http://schemas.microsoft.com/office/powerpoint/2010/main" val="6703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0418-846E-6DD5-C718-DD369F47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BBA429D-6B4E-6A29-E825-24E9FB4EF9A0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BBA429D-6B4E-6A29-E825-24E9FB4EF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7A17246-4C6E-B38C-3039-19F63232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99068A-2BA3-D195-839D-6B1BE814249D}"/>
              </a:ext>
            </a:extLst>
          </p:cNvPr>
          <p:cNvSpPr/>
          <p:nvPr/>
        </p:nvSpPr>
        <p:spPr>
          <a:xfrm>
            <a:off x="116114" y="4165270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3D0FF-58C9-4651-64E4-120855FEFE59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31721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13D0FF-58C9-4651-64E4-120855FEF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3172178" cy="461665"/>
              </a:xfrm>
              <a:prstGeom prst="rect">
                <a:avLst/>
              </a:prstGeom>
              <a:blipFill>
                <a:blip r:embed="rId4"/>
                <a:stretch>
                  <a:fillRect l="-5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6C9722C-DDCD-9C73-C3AB-A49F8D84B191}"/>
              </a:ext>
            </a:extLst>
          </p:cNvPr>
          <p:cNvSpPr txBox="1"/>
          <p:nvPr/>
        </p:nvSpPr>
        <p:spPr>
          <a:xfrm>
            <a:off x="10183779" y="3373915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Neutrons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FA8FF-CABA-BC06-5259-6CDD8A611977}"/>
              </a:ext>
            </a:extLst>
          </p:cNvPr>
          <p:cNvSpPr txBox="1"/>
          <p:nvPr/>
        </p:nvSpPr>
        <p:spPr>
          <a:xfrm>
            <a:off x="10169265" y="6068457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Neutrons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F0C23BA-1024-6DDA-82F7-8237E0360F04}"/>
                  </a:ext>
                </a:extLst>
              </p:cNvPr>
              <p:cNvSpPr/>
              <p:nvPr/>
            </p:nvSpPr>
            <p:spPr>
              <a:xfrm>
                <a:off x="7321286" y="267130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F0C23BA-1024-6DDA-82F7-8237E0360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2671302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7CCA5C2-5F3A-FDE1-97F5-9DFAE0443F0F}"/>
                  </a:ext>
                </a:extLst>
              </p:cNvPr>
              <p:cNvSpPr/>
              <p:nvPr/>
            </p:nvSpPr>
            <p:spPr>
              <a:xfrm>
                <a:off x="7088180" y="293800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7CCA5C2-5F3A-FDE1-97F5-9DFAE0443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2938002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9EF898-695D-FD16-2EC1-4FFBC1B79971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31721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9EF898-695D-FD16-2EC1-4FFBC1B79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3172179" cy="461665"/>
              </a:xfrm>
              <a:prstGeom prst="rect">
                <a:avLst/>
              </a:prstGeom>
              <a:blipFill>
                <a:blip r:embed="rId7"/>
                <a:stretch>
                  <a:fillRect l="-5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FBDF9DD-AE22-6E4B-DDEC-62BDE574B185}"/>
              </a:ext>
            </a:extLst>
          </p:cNvPr>
          <p:cNvGrpSpPr/>
          <p:nvPr/>
        </p:nvGrpSpPr>
        <p:grpSpPr>
          <a:xfrm>
            <a:off x="2209798" y="981075"/>
            <a:ext cx="8258178" cy="4895850"/>
            <a:chOff x="2209798" y="981075"/>
            <a:chExt cx="8258178" cy="489585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D57CB4-E78D-034B-45C7-834D31175016}"/>
                </a:ext>
              </a:extLst>
            </p:cNvPr>
            <p:cNvSpPr/>
            <p:nvPr/>
          </p:nvSpPr>
          <p:spPr>
            <a:xfrm>
              <a:off x="2209798" y="981075"/>
              <a:ext cx="8258178" cy="489585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40F1B19-99A0-8AFB-07EA-F76C213D4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81336" y="1863922"/>
              <a:ext cx="6515100" cy="159393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0287EE4-504E-5276-7907-90814E21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00500" y="4033118"/>
              <a:ext cx="4191000" cy="13850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6790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A394A7D-57A6-0D4B-3F53-B5CA63C2002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Neutron Clustering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459255-C066-5F3B-BEAA-CAF90CC9E565}"/>
              </a:ext>
            </a:extLst>
          </p:cNvPr>
          <p:cNvSpPr/>
          <p:nvPr/>
        </p:nvSpPr>
        <p:spPr>
          <a:xfrm>
            <a:off x="0" y="1510173"/>
            <a:ext cx="12192000" cy="23419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6B55CE8-F92E-2A72-76F0-8F5623865BFD}"/>
                  </a:ext>
                </a:extLst>
              </p:cNvPr>
              <p:cNvSpPr/>
              <p:nvPr/>
            </p:nvSpPr>
            <p:spPr>
              <a:xfrm>
                <a:off x="1061032" y="249451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6B55CE8-F92E-2A72-76F0-8F5623865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32" y="2494514"/>
                <a:ext cx="713541" cy="71354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12714E3-1886-A0B4-715F-C09DBE4654B1}"/>
                  </a:ext>
                </a:extLst>
              </p:cNvPr>
              <p:cNvSpPr/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12714E3-1886-A0B4-715F-C09DBE4654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0259" y="2494513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A189E34-9694-C101-0740-85B2ED0B5A08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25004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A189E34-9694-C101-0740-85B2ED0B5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2500490" cy="461665"/>
              </a:xfrm>
              <a:prstGeom prst="rect">
                <a:avLst/>
              </a:prstGeom>
              <a:blipFill>
                <a:blip r:embed="rId4"/>
                <a:stretch>
                  <a:fillRect l="-73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47DBADE6-60F6-7691-3D2F-C30A9026C0C0}"/>
              </a:ext>
            </a:extLst>
          </p:cNvPr>
          <p:cNvSpPr txBox="1"/>
          <p:nvPr/>
        </p:nvSpPr>
        <p:spPr>
          <a:xfrm>
            <a:off x="2253537" y="4756510"/>
            <a:ext cx="7684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latin typeface="Sitka Banner Semibold" pitchFamily="2" charset="0"/>
                <a:cs typeface="Times New Roman" panose="02020603050405020304" pitchFamily="18" charset="0"/>
              </a:rPr>
              <a:t>Distributed evenly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C1D2BBF-9C97-1189-D3E1-96682BF6B11B}"/>
              </a:ext>
            </a:extLst>
          </p:cNvPr>
          <p:cNvCxnSpPr/>
          <p:nvPr/>
        </p:nvCxnSpPr>
        <p:spPr>
          <a:xfrm flipH="1" flipV="1">
            <a:off x="1887166" y="3103123"/>
            <a:ext cx="2976664" cy="17217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C533FAB-46F7-4CA1-E738-393D384C2ADC}"/>
              </a:ext>
            </a:extLst>
          </p:cNvPr>
          <p:cNvCxnSpPr>
            <a:cxnSpLocks/>
          </p:cNvCxnSpPr>
          <p:nvPr/>
        </p:nvCxnSpPr>
        <p:spPr>
          <a:xfrm flipV="1">
            <a:off x="7039583" y="2991255"/>
            <a:ext cx="3505200" cy="18336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9C023F-0F45-4D6C-B981-616E58770F19}"/>
              </a:ext>
            </a:extLst>
          </p:cNvPr>
          <p:cNvGrpSpPr/>
          <p:nvPr/>
        </p:nvGrpSpPr>
        <p:grpSpPr>
          <a:xfrm>
            <a:off x="13373098" y="981075"/>
            <a:ext cx="8258178" cy="4895850"/>
            <a:chOff x="2209798" y="981075"/>
            <a:chExt cx="8258178" cy="489585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D86175-02FF-44E3-8DF0-671DFC4D32C4}"/>
                </a:ext>
              </a:extLst>
            </p:cNvPr>
            <p:cNvSpPr/>
            <p:nvPr/>
          </p:nvSpPr>
          <p:spPr>
            <a:xfrm>
              <a:off x="2209798" y="981075"/>
              <a:ext cx="8258178" cy="489585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DF209BC-C4F3-48BC-81AC-D88D76909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81336" y="1863922"/>
              <a:ext cx="6515100" cy="159393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0956982-707D-4327-B628-50B538406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500" y="4033118"/>
              <a:ext cx="4191000" cy="13850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512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7F7A-D024-4EFE-6B40-3330259C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BB357E-05FC-0345-F15A-671D5BA372DE}"/>
              </a:ext>
            </a:extLst>
          </p:cNvPr>
          <p:cNvSpPr/>
          <p:nvPr/>
        </p:nvSpPr>
        <p:spPr>
          <a:xfrm>
            <a:off x="0" y="4292154"/>
            <a:ext cx="12192000" cy="23419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D079A2-ABBA-F816-E23A-897E3C10120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Neutron Clustering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70FAFB-BC40-48A6-7DD4-66390CF26749}"/>
              </a:ext>
            </a:extLst>
          </p:cNvPr>
          <p:cNvSpPr/>
          <p:nvPr/>
        </p:nvSpPr>
        <p:spPr>
          <a:xfrm>
            <a:off x="0" y="1510173"/>
            <a:ext cx="12192000" cy="23419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B87B35-2372-E81C-1535-138F471157EF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DB8BA1-170F-7C70-F5EE-E42B310EF772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F5A0E4-D365-9FC6-6110-F879057377F1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F5A0E4-D365-9FC6-6110-F87905737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90ECDB-41C3-2D6A-243E-9DE1F52AEB6F}"/>
                  </a:ext>
                </a:extLst>
              </p:cNvPr>
              <p:cNvSpPr txBox="1"/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90ECDB-41C3-2D6A-243E-9DE1F52AE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009C43A-8A88-EDEF-A918-BD1EA4ECF569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2406784"/>
            <a:ext cx="758825" cy="320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04A72C-CFA4-18DC-CEE3-1B8DA1033831}"/>
                  </a:ext>
                </a:extLst>
              </p:cNvPr>
              <p:cNvSpPr txBox="1"/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04A72C-CFA4-18DC-CEE3-1B8DA1033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A5F4CA8-0AEA-1CA6-C8AF-6F706DFA524F}"/>
              </a:ext>
            </a:extLst>
          </p:cNvPr>
          <p:cNvCxnSpPr>
            <a:cxnSpLocks/>
          </p:cNvCxnSpPr>
          <p:nvPr/>
        </p:nvCxnSpPr>
        <p:spPr>
          <a:xfrm flipH="1">
            <a:off x="8080744" y="2339163"/>
            <a:ext cx="1297172" cy="5741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B10C6D7-B769-1DA8-0C42-30334B245FBF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E9FC15-6C7F-5E4D-6C38-C2466692F8FE}"/>
              </a:ext>
            </a:extLst>
          </p:cNvPr>
          <p:cNvSpPr/>
          <p:nvPr/>
        </p:nvSpPr>
        <p:spPr>
          <a:xfrm>
            <a:off x="10640259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CA89969-A921-6C6B-6B99-8782BEBA376C}"/>
                  </a:ext>
                </a:extLst>
              </p:cNvPr>
              <p:cNvSpPr/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CA89969-A921-6C6B-6B99-8782BEBA37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1DEC46A-7BA3-8546-58E0-41FBC3CD02ED}"/>
                  </a:ext>
                </a:extLst>
              </p:cNvPr>
              <p:cNvSpPr/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1DEC46A-7BA3-8546-58E0-41FBC3CD0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0F6E011-0D29-22BC-487A-430589E58A0F}"/>
              </a:ext>
            </a:extLst>
          </p:cNvPr>
          <p:cNvCxnSpPr>
            <a:cxnSpLocks/>
          </p:cNvCxnSpPr>
          <p:nvPr/>
        </p:nvCxnSpPr>
        <p:spPr>
          <a:xfrm>
            <a:off x="7540171" y="3319463"/>
            <a:ext cx="0" cy="22950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3AE3F0-254C-5BEF-B5BC-B5807B13AF59}"/>
              </a:ext>
            </a:extLst>
          </p:cNvPr>
          <p:cNvCxnSpPr>
            <a:cxnSpLocks/>
          </p:cNvCxnSpPr>
          <p:nvPr/>
        </p:nvCxnSpPr>
        <p:spPr>
          <a:xfrm>
            <a:off x="7678057" y="3393281"/>
            <a:ext cx="0" cy="1940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BA1C6D0-8363-6BF1-8CC2-331D6E03EFD6}"/>
              </a:ext>
            </a:extLst>
          </p:cNvPr>
          <p:cNvCxnSpPr>
            <a:cxnSpLocks/>
          </p:cNvCxnSpPr>
          <p:nvPr/>
        </p:nvCxnSpPr>
        <p:spPr>
          <a:xfrm>
            <a:off x="7815943" y="3371850"/>
            <a:ext cx="0" cy="626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A374AD-73FB-0976-28E9-284342230EE0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1906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A374AD-73FB-0976-28E9-28434223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1906621" cy="461665"/>
              </a:xfrm>
              <a:prstGeom prst="rect">
                <a:avLst/>
              </a:prstGeom>
              <a:blipFill>
                <a:blip r:embed="rId8"/>
                <a:stretch>
                  <a:fillRect l="-962" r="-1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16C4C2-D8DA-57A0-40C6-B5DE34E47E27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26320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D16C4C2-D8DA-57A0-40C6-B5DE34E47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2632075" cy="461665"/>
              </a:xfrm>
              <a:prstGeom prst="rect">
                <a:avLst/>
              </a:prstGeom>
              <a:blipFill>
                <a:blip r:embed="rId9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1DF13D3-4E8B-9426-4A0C-386108C7EACB}"/>
                  </a:ext>
                </a:extLst>
              </p:cNvPr>
              <p:cNvSpPr txBox="1"/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1DF13D3-4E8B-9426-4A0C-386108C7E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C9258EF-21BA-086A-E15D-59DF867A2FF5}"/>
              </a:ext>
            </a:extLst>
          </p:cNvPr>
          <p:cNvSpPr txBox="1"/>
          <p:nvPr/>
        </p:nvSpPr>
        <p:spPr>
          <a:xfrm>
            <a:off x="101600" y="3857818"/>
            <a:ext cx="2096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8B132FD8-B094-9AA5-01ED-39296E090B76}"/>
              </a:ext>
            </a:extLst>
          </p:cNvPr>
          <p:cNvSpPr/>
          <p:nvPr/>
        </p:nvSpPr>
        <p:spPr>
          <a:xfrm>
            <a:off x="7720987" y="3954498"/>
            <a:ext cx="189698" cy="189698"/>
          </a:xfrm>
          <a:prstGeom prst="mathMultiply">
            <a:avLst>
              <a:gd name="adj1" fmla="val 106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31561-7DA6-7B2F-15C9-320A32139A0A}"/>
              </a:ext>
            </a:extLst>
          </p:cNvPr>
          <p:cNvSpPr txBox="1"/>
          <p:nvPr/>
        </p:nvSpPr>
        <p:spPr>
          <a:xfrm>
            <a:off x="2167738" y="5538767"/>
            <a:ext cx="3013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latin typeface="Sitka Banner Semibold" pitchFamily="2" charset="0"/>
                <a:cs typeface="Times New Roman" panose="02020603050405020304" pitchFamily="18" charset="0"/>
              </a:rPr>
              <a:t>Clustered!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B6FFDE-A2A9-F4AB-DB0B-E868AD5A941F}"/>
              </a:ext>
            </a:extLst>
          </p:cNvPr>
          <p:cNvSpPr/>
          <p:nvPr/>
        </p:nvSpPr>
        <p:spPr>
          <a:xfrm rot="18995356">
            <a:off x="6719734" y="5052916"/>
            <a:ext cx="1673446" cy="148641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49190D-312A-0EEE-11FA-8E941B52EF28}"/>
              </a:ext>
            </a:extLst>
          </p:cNvPr>
          <p:cNvCxnSpPr>
            <a:cxnSpLocks/>
          </p:cNvCxnSpPr>
          <p:nvPr/>
        </p:nvCxnSpPr>
        <p:spPr>
          <a:xfrm flipV="1">
            <a:off x="4911830" y="5796125"/>
            <a:ext cx="1681695" cy="1273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53F0FAB-74AF-50E2-6486-93C330ECB254}"/>
              </a:ext>
            </a:extLst>
          </p:cNvPr>
          <p:cNvSpPr/>
          <p:nvPr/>
        </p:nvSpPr>
        <p:spPr>
          <a:xfrm>
            <a:off x="4354027" y="2718683"/>
            <a:ext cx="673450" cy="68009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AE12FC-8029-8250-9BEE-C1F203621215}"/>
              </a:ext>
            </a:extLst>
          </p:cNvPr>
          <p:cNvSpPr/>
          <p:nvPr/>
        </p:nvSpPr>
        <p:spPr>
          <a:xfrm>
            <a:off x="7341331" y="2712009"/>
            <a:ext cx="673450" cy="68009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0E03BE-4EBC-3432-A648-CC37B7710D55}"/>
              </a:ext>
            </a:extLst>
          </p:cNvPr>
          <p:cNvSpPr txBox="1"/>
          <p:nvPr/>
        </p:nvSpPr>
        <p:spPr>
          <a:xfrm>
            <a:off x="2952876" y="1647043"/>
            <a:ext cx="4241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Sitka Banner Semibold" pitchFamily="2" charset="0"/>
                <a:cs typeface="Times New Roman" panose="02020603050405020304" pitchFamily="18" charset="0"/>
              </a:rPr>
              <a:t>Removal is uniform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A557CF-EF5A-32A5-4FDD-074E7D6DBB1F}"/>
              </a:ext>
            </a:extLst>
          </p:cNvPr>
          <p:cNvCxnSpPr>
            <a:cxnSpLocks/>
          </p:cNvCxnSpPr>
          <p:nvPr/>
        </p:nvCxnSpPr>
        <p:spPr>
          <a:xfrm flipH="1">
            <a:off x="4791661" y="2104285"/>
            <a:ext cx="102313" cy="5768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1101C6-44BD-8A7F-8F5E-4B46AC388F67}"/>
              </a:ext>
            </a:extLst>
          </p:cNvPr>
          <p:cNvCxnSpPr>
            <a:cxnSpLocks/>
          </p:cNvCxnSpPr>
          <p:nvPr/>
        </p:nvCxnSpPr>
        <p:spPr>
          <a:xfrm>
            <a:off x="6315535" y="2170263"/>
            <a:ext cx="1025796" cy="582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ACD8E4-2D7D-31A8-A556-E3FEF620ADD8}"/>
              </a:ext>
            </a:extLst>
          </p:cNvPr>
          <p:cNvSpPr txBox="1"/>
          <p:nvPr/>
        </p:nvSpPr>
        <p:spPr>
          <a:xfrm>
            <a:off x="8537122" y="3196085"/>
            <a:ext cx="2933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Sitka Banner Semibold" pitchFamily="2" charset="0"/>
                <a:cs typeface="Times New Roman" panose="02020603050405020304" pitchFamily="18" charset="0"/>
              </a:rPr>
              <a:t>Creation happens near other neutrons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3C9B96F-BA2B-516B-C12C-B5F2D3F888D7}"/>
              </a:ext>
            </a:extLst>
          </p:cNvPr>
          <p:cNvCxnSpPr>
            <a:cxnSpLocks/>
          </p:cNvCxnSpPr>
          <p:nvPr/>
        </p:nvCxnSpPr>
        <p:spPr>
          <a:xfrm flipH="1" flipV="1">
            <a:off x="7910685" y="3379135"/>
            <a:ext cx="626437" cy="129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237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8" grpId="0" animBg="1"/>
      <p:bldP spid="19" grpId="0" animBg="1"/>
      <p:bldP spid="20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0759-FC16-E21C-C714-832641E7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EA0328-BE6C-63FD-C0A2-87A1BCCE4A5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Consequences of Clustering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08218-F09C-ACA8-6B3D-23DFCD4DF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955" y="1299683"/>
            <a:ext cx="3963845" cy="439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78C261-61F1-B768-E71F-D7AFD62CB238}"/>
              </a:ext>
            </a:extLst>
          </p:cNvPr>
          <p:cNvSpPr txBox="1"/>
          <p:nvPr/>
        </p:nvSpPr>
        <p:spPr>
          <a:xfrm>
            <a:off x="1387475" y="1765015"/>
            <a:ext cx="522922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problem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Fixation &gt; Dispersion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density is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fission source convergence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More computation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More uncertainty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effect final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entropy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impression of convergence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Useful for measurements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194E38-817C-2E74-48C7-15163F368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939" y="5805508"/>
            <a:ext cx="4989522" cy="579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57CD1-FFB1-C91A-7E59-3AE11D93ADEE}"/>
              </a:ext>
            </a:extLst>
          </p:cNvPr>
          <p:cNvSpPr txBox="1"/>
          <p:nvPr/>
        </p:nvSpPr>
        <p:spPr>
          <a:xfrm>
            <a:off x="6976264" y="6294016"/>
            <a:ext cx="3895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Sutton, T. M. &amp; Mittal (2017)</a:t>
            </a: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56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CC69-F840-D970-C72A-449D91B7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1F4F4E2-C8BC-76CA-E887-291CECAB60D2}"/>
              </a:ext>
            </a:extLst>
          </p:cNvPr>
          <p:cNvSpPr/>
          <p:nvPr/>
        </p:nvSpPr>
        <p:spPr>
          <a:xfrm>
            <a:off x="2952748" y="1510174"/>
            <a:ext cx="6286503" cy="534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187AD3-973B-549A-1AFA-72F888D6BC86}"/>
              </a:ext>
            </a:extLst>
          </p:cNvPr>
          <p:cNvSpPr/>
          <p:nvPr/>
        </p:nvSpPr>
        <p:spPr>
          <a:xfrm>
            <a:off x="923925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737203-1A2B-4BD5-D7B0-27DF48034F3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Fission Matrix Acceleration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4BEB7-12DC-A4C8-DFB9-BBE496876290}"/>
              </a:ext>
            </a:extLst>
          </p:cNvPr>
          <p:cNvSpPr/>
          <p:nvPr/>
        </p:nvSpPr>
        <p:spPr>
          <a:xfrm>
            <a:off x="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F18249-047A-0B2E-F7E3-B633DDC3140F}"/>
              </a:ext>
            </a:extLst>
          </p:cNvPr>
          <p:cNvSpPr txBox="1"/>
          <p:nvPr/>
        </p:nvSpPr>
        <p:spPr>
          <a:xfrm>
            <a:off x="510415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C7763-FAB9-7697-CF61-FB8893FFA744}"/>
              </a:ext>
            </a:extLst>
          </p:cNvPr>
          <p:cNvSpPr txBox="1"/>
          <p:nvPr/>
        </p:nvSpPr>
        <p:spPr>
          <a:xfrm>
            <a:off x="9862310" y="1510174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E8BDA-D6C7-7035-6501-DB36BDC67205}"/>
              </a:ext>
            </a:extLst>
          </p:cNvPr>
          <p:cNvSpPr txBox="1"/>
          <p:nvPr/>
        </p:nvSpPr>
        <p:spPr>
          <a:xfrm>
            <a:off x="5130040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3CF62F-DF04-9069-3B9D-1AEBBE2364B3}"/>
              </a:ext>
            </a:extLst>
          </p:cNvPr>
          <p:cNvSpPr/>
          <p:nvPr/>
        </p:nvSpPr>
        <p:spPr>
          <a:xfrm>
            <a:off x="717684" y="376899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986606-11B8-5F27-0178-71787E143C1B}"/>
              </a:ext>
            </a:extLst>
          </p:cNvPr>
          <p:cNvSpPr/>
          <p:nvPr/>
        </p:nvSpPr>
        <p:spPr>
          <a:xfrm>
            <a:off x="1204924" y="30003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EA1952-5FD4-7D40-C431-0A04266F8387}"/>
              </a:ext>
            </a:extLst>
          </p:cNvPr>
          <p:cNvSpPr/>
          <p:nvPr/>
        </p:nvSpPr>
        <p:spPr>
          <a:xfrm>
            <a:off x="2355581" y="368908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5534B33-3BBD-DA8D-DC27-41064A20CA73}"/>
              </a:ext>
            </a:extLst>
          </p:cNvPr>
          <p:cNvSpPr/>
          <p:nvPr/>
        </p:nvSpPr>
        <p:spPr>
          <a:xfrm>
            <a:off x="2235065" y="601993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29FF623-3C80-FA7C-DF34-0ACA417C2445}"/>
              </a:ext>
            </a:extLst>
          </p:cNvPr>
          <p:cNvSpPr/>
          <p:nvPr/>
        </p:nvSpPr>
        <p:spPr>
          <a:xfrm>
            <a:off x="4294737" y="551921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8770DCB-C01A-E7C2-8F27-AC23A5213D80}"/>
              </a:ext>
            </a:extLst>
          </p:cNvPr>
          <p:cNvSpPr/>
          <p:nvPr/>
        </p:nvSpPr>
        <p:spPr>
          <a:xfrm>
            <a:off x="6758188" y="33084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45F6587-551F-3DE0-E570-FF8500FC80C7}"/>
              </a:ext>
            </a:extLst>
          </p:cNvPr>
          <p:cNvSpPr/>
          <p:nvPr/>
        </p:nvSpPr>
        <p:spPr>
          <a:xfrm>
            <a:off x="7663063" y="297510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D48C9B1-336F-8AE8-CC7C-96CCA5BE124A}"/>
              </a:ext>
            </a:extLst>
          </p:cNvPr>
          <p:cNvSpPr/>
          <p:nvPr/>
        </p:nvSpPr>
        <p:spPr>
          <a:xfrm>
            <a:off x="9396613" y="38675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6D25333-5AEB-7457-3218-DDCBF3170EEA}"/>
              </a:ext>
            </a:extLst>
          </p:cNvPr>
          <p:cNvSpPr/>
          <p:nvPr/>
        </p:nvSpPr>
        <p:spPr>
          <a:xfrm>
            <a:off x="5162901" y="625184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B06F380-3A40-F8F0-F1C3-AEE2E57075FC}"/>
              </a:ext>
            </a:extLst>
          </p:cNvPr>
          <p:cNvSpPr/>
          <p:nvPr/>
        </p:nvSpPr>
        <p:spPr>
          <a:xfrm>
            <a:off x="10587238" y="273407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625167D-56F5-D847-6447-687EE1C9FD48}"/>
              </a:ext>
            </a:extLst>
          </p:cNvPr>
          <p:cNvSpPr/>
          <p:nvPr/>
        </p:nvSpPr>
        <p:spPr>
          <a:xfrm>
            <a:off x="11444086" y="368908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595BD4-4FFB-B5AC-EEC4-BD6C09FC0D2F}"/>
              </a:ext>
            </a:extLst>
          </p:cNvPr>
          <p:cNvSpPr/>
          <p:nvPr/>
        </p:nvSpPr>
        <p:spPr>
          <a:xfrm>
            <a:off x="2160520" y="47543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C0D27AD-FB1B-EEE6-7D07-7DFC5E240623}"/>
              </a:ext>
            </a:extLst>
          </p:cNvPr>
          <p:cNvSpPr/>
          <p:nvPr/>
        </p:nvSpPr>
        <p:spPr>
          <a:xfrm>
            <a:off x="6344481" y="562742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4BF3839-A763-5D2E-B707-6549410E7CA9}"/>
              </a:ext>
            </a:extLst>
          </p:cNvPr>
          <p:cNvSpPr/>
          <p:nvPr/>
        </p:nvSpPr>
        <p:spPr>
          <a:xfrm>
            <a:off x="7507888" y="46810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F897D63-1992-C43D-5E0B-6F94720433D5}"/>
              </a:ext>
            </a:extLst>
          </p:cNvPr>
          <p:cNvSpPr/>
          <p:nvPr/>
        </p:nvSpPr>
        <p:spPr>
          <a:xfrm>
            <a:off x="5591968" y="44278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1B5091A-EAC3-ECE9-3221-6E2C22DE31FE}"/>
              </a:ext>
            </a:extLst>
          </p:cNvPr>
          <p:cNvSpPr/>
          <p:nvPr/>
        </p:nvSpPr>
        <p:spPr>
          <a:xfrm>
            <a:off x="952237" y="54614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FDADEF-3B84-0A55-F1A4-5E033DFE2B4D}"/>
              </a:ext>
            </a:extLst>
          </p:cNvPr>
          <p:cNvSpPr/>
          <p:nvPr/>
        </p:nvSpPr>
        <p:spPr>
          <a:xfrm>
            <a:off x="3591457" y="458509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72F9493-091C-FECD-CC56-96E890866E46}"/>
              </a:ext>
            </a:extLst>
          </p:cNvPr>
          <p:cNvSpPr/>
          <p:nvPr/>
        </p:nvSpPr>
        <p:spPr>
          <a:xfrm>
            <a:off x="4145477" y="368931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57F3438-0F69-7FB2-D06A-3A3BB4D3F476}"/>
              </a:ext>
            </a:extLst>
          </p:cNvPr>
          <p:cNvSpPr/>
          <p:nvPr/>
        </p:nvSpPr>
        <p:spPr>
          <a:xfrm>
            <a:off x="1219011" y="433645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6993691-F31C-0996-B395-F691656C2C60}"/>
              </a:ext>
            </a:extLst>
          </p:cNvPr>
          <p:cNvSpPr/>
          <p:nvPr/>
        </p:nvSpPr>
        <p:spPr>
          <a:xfrm>
            <a:off x="4763679" y="509117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9CEB338-1BA4-5C06-15BF-A71878155C92}"/>
              </a:ext>
            </a:extLst>
          </p:cNvPr>
          <p:cNvSpPr/>
          <p:nvPr/>
        </p:nvSpPr>
        <p:spPr>
          <a:xfrm>
            <a:off x="6646478" y="459892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1275E2F-7C8E-5B2A-BEDC-30C60D287399}"/>
              </a:ext>
            </a:extLst>
          </p:cNvPr>
          <p:cNvSpPr/>
          <p:nvPr/>
        </p:nvSpPr>
        <p:spPr>
          <a:xfrm>
            <a:off x="7295094" y="565051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A0D4EDA-7CCA-873F-ADAE-6FC7A5A6B095}"/>
              </a:ext>
            </a:extLst>
          </p:cNvPr>
          <p:cNvSpPr/>
          <p:nvPr/>
        </p:nvSpPr>
        <p:spPr>
          <a:xfrm>
            <a:off x="7671350" y="382683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3BDB66B-FEA9-B7BE-A7C8-8ACAAB381A1D}"/>
              </a:ext>
            </a:extLst>
          </p:cNvPr>
          <p:cNvSpPr/>
          <p:nvPr/>
        </p:nvSpPr>
        <p:spPr>
          <a:xfrm>
            <a:off x="8816738" y="550029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24AF365-F9CA-2F2A-D090-3ADA0C946295}"/>
              </a:ext>
            </a:extLst>
          </p:cNvPr>
          <p:cNvSpPr/>
          <p:nvPr/>
        </p:nvSpPr>
        <p:spPr>
          <a:xfrm>
            <a:off x="8702345" y="352796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9EE24A-00FE-7AF8-91EB-EB8CA10F93F6}"/>
              </a:ext>
            </a:extLst>
          </p:cNvPr>
          <p:cNvSpPr/>
          <p:nvPr/>
        </p:nvSpPr>
        <p:spPr>
          <a:xfrm>
            <a:off x="9803107" y="52823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A0E388E-A8AA-BF44-648C-1E4CB5A24E2D}"/>
              </a:ext>
            </a:extLst>
          </p:cNvPr>
          <p:cNvSpPr/>
          <p:nvPr/>
        </p:nvSpPr>
        <p:spPr>
          <a:xfrm>
            <a:off x="10346206" y="615983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D1E1024-B109-C6C6-D739-1C6B4650003B}"/>
              </a:ext>
            </a:extLst>
          </p:cNvPr>
          <p:cNvSpPr/>
          <p:nvPr/>
        </p:nvSpPr>
        <p:spPr>
          <a:xfrm>
            <a:off x="9998474" y="445697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609D463-78FB-913E-16E1-FCB9FBAED3F7}"/>
              </a:ext>
            </a:extLst>
          </p:cNvPr>
          <p:cNvSpPr/>
          <p:nvPr/>
        </p:nvSpPr>
        <p:spPr>
          <a:xfrm>
            <a:off x="9949600" y="306745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4A5E32-BADA-1DEE-61A8-7E2EFB54D8F4}"/>
              </a:ext>
            </a:extLst>
          </p:cNvPr>
          <p:cNvSpPr/>
          <p:nvPr/>
        </p:nvSpPr>
        <p:spPr>
          <a:xfrm>
            <a:off x="11075069" y="464655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97C3F50-EC0F-94A4-5B14-E635F051514C}"/>
              </a:ext>
            </a:extLst>
          </p:cNvPr>
          <p:cNvSpPr/>
          <p:nvPr/>
        </p:nvSpPr>
        <p:spPr>
          <a:xfrm>
            <a:off x="11444086" y="510679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CB6AC0-DA99-27C1-B37A-B0555651456B}"/>
              </a:ext>
            </a:extLst>
          </p:cNvPr>
          <p:cNvSpPr/>
          <p:nvPr/>
        </p:nvSpPr>
        <p:spPr>
          <a:xfrm>
            <a:off x="11786855" y="60393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28CBB82-FBF5-F674-09F0-0A06BEEE57E6}"/>
              </a:ext>
            </a:extLst>
          </p:cNvPr>
          <p:cNvSpPr/>
          <p:nvPr/>
        </p:nvSpPr>
        <p:spPr>
          <a:xfrm>
            <a:off x="10716612" y="54210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A3767CB-7985-B51D-4F7D-F38DF6512817}"/>
              </a:ext>
            </a:extLst>
          </p:cNvPr>
          <p:cNvSpPr/>
          <p:nvPr/>
        </p:nvSpPr>
        <p:spPr>
          <a:xfrm>
            <a:off x="10552494" y="353702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8C15D30-385C-7079-ED72-C6389DCF8A6F}"/>
              </a:ext>
            </a:extLst>
          </p:cNvPr>
          <p:cNvSpPr/>
          <p:nvPr/>
        </p:nvSpPr>
        <p:spPr>
          <a:xfrm>
            <a:off x="2815771" y="303469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2366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A5B0-4D79-C27A-4DE0-FA14BC91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811AECD-A81C-F7CC-8BCC-90F26417BFDE}"/>
              </a:ext>
            </a:extLst>
          </p:cNvPr>
          <p:cNvSpPr/>
          <p:nvPr/>
        </p:nvSpPr>
        <p:spPr>
          <a:xfrm>
            <a:off x="2952748" y="1510174"/>
            <a:ext cx="6286503" cy="534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8E84C6-BD50-1631-0BB6-75164E12586F}"/>
              </a:ext>
            </a:extLst>
          </p:cNvPr>
          <p:cNvSpPr/>
          <p:nvPr/>
        </p:nvSpPr>
        <p:spPr>
          <a:xfrm>
            <a:off x="923925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C04CB4E-463A-BF23-822D-BC1FF872C59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Fission Matrix Acceleration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D8087-5AEF-05DC-FB57-404A670C6FD1}"/>
              </a:ext>
            </a:extLst>
          </p:cNvPr>
          <p:cNvSpPr/>
          <p:nvPr/>
        </p:nvSpPr>
        <p:spPr>
          <a:xfrm>
            <a:off x="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46AE11-6159-AA2F-7CE8-289545807A07}"/>
              </a:ext>
            </a:extLst>
          </p:cNvPr>
          <p:cNvSpPr txBox="1"/>
          <p:nvPr/>
        </p:nvSpPr>
        <p:spPr>
          <a:xfrm>
            <a:off x="510415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97BCB-03BC-DAE7-CEF5-09381C0302B9}"/>
              </a:ext>
            </a:extLst>
          </p:cNvPr>
          <p:cNvSpPr txBox="1"/>
          <p:nvPr/>
        </p:nvSpPr>
        <p:spPr>
          <a:xfrm>
            <a:off x="9862310" y="1510174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87EA6-20B9-D9AB-87BE-27BFDB2B6E8C}"/>
              </a:ext>
            </a:extLst>
          </p:cNvPr>
          <p:cNvSpPr txBox="1"/>
          <p:nvPr/>
        </p:nvSpPr>
        <p:spPr>
          <a:xfrm>
            <a:off x="5130040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8B65EA3-850C-CE0F-E9F2-E7EAB73E0390}"/>
              </a:ext>
            </a:extLst>
          </p:cNvPr>
          <p:cNvSpPr/>
          <p:nvPr/>
        </p:nvSpPr>
        <p:spPr>
          <a:xfrm>
            <a:off x="860170" y="421222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0D387D-82FA-A92C-0787-95580D293184}"/>
              </a:ext>
            </a:extLst>
          </p:cNvPr>
          <p:cNvSpPr/>
          <p:nvPr/>
        </p:nvSpPr>
        <p:spPr>
          <a:xfrm>
            <a:off x="952237" y="274687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E2EEF4A-0176-93F7-931C-50A876069780}"/>
              </a:ext>
            </a:extLst>
          </p:cNvPr>
          <p:cNvSpPr/>
          <p:nvPr/>
        </p:nvSpPr>
        <p:spPr>
          <a:xfrm>
            <a:off x="2844643" y="38675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995EE1-0617-F0B7-325E-20F2CF1BA52F}"/>
              </a:ext>
            </a:extLst>
          </p:cNvPr>
          <p:cNvSpPr/>
          <p:nvPr/>
        </p:nvSpPr>
        <p:spPr>
          <a:xfrm>
            <a:off x="2245181" y="578819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1B6973D-3AD2-75C9-E98F-41D457566364}"/>
              </a:ext>
            </a:extLst>
          </p:cNvPr>
          <p:cNvSpPr/>
          <p:nvPr/>
        </p:nvSpPr>
        <p:spPr>
          <a:xfrm>
            <a:off x="4712229" y="554716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840CAC0-5601-BE66-A6D4-C4819A0E8946}"/>
              </a:ext>
            </a:extLst>
          </p:cNvPr>
          <p:cNvSpPr/>
          <p:nvPr/>
        </p:nvSpPr>
        <p:spPr>
          <a:xfrm>
            <a:off x="6517372" y="362652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EDBFDD9-99ED-8997-A519-30D23964F15C}"/>
              </a:ext>
            </a:extLst>
          </p:cNvPr>
          <p:cNvSpPr/>
          <p:nvPr/>
        </p:nvSpPr>
        <p:spPr>
          <a:xfrm>
            <a:off x="7724096" y="267558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B6D2F8D-62C0-69EA-F0E4-C4B2A11032AB}"/>
              </a:ext>
            </a:extLst>
          </p:cNvPr>
          <p:cNvSpPr/>
          <p:nvPr/>
        </p:nvSpPr>
        <p:spPr>
          <a:xfrm>
            <a:off x="9106324" y="403819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D891652-59A7-6387-5941-D5EA61CCC2F5}"/>
              </a:ext>
            </a:extLst>
          </p:cNvPr>
          <p:cNvSpPr/>
          <p:nvPr/>
        </p:nvSpPr>
        <p:spPr>
          <a:xfrm>
            <a:off x="4725526" y="627102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E7CBDEC-C4FB-7A22-9CE7-FDC44E7EB957}"/>
              </a:ext>
            </a:extLst>
          </p:cNvPr>
          <p:cNvSpPr/>
          <p:nvPr/>
        </p:nvSpPr>
        <p:spPr>
          <a:xfrm>
            <a:off x="10431978" y="300894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70BD64-C073-074D-A1D4-48646CA38254}"/>
              </a:ext>
            </a:extLst>
          </p:cNvPr>
          <p:cNvSpPr/>
          <p:nvPr/>
        </p:nvSpPr>
        <p:spPr>
          <a:xfrm>
            <a:off x="11638745" y="377864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102C7C3-021F-A6E8-3CEC-A9121F03B552}"/>
              </a:ext>
            </a:extLst>
          </p:cNvPr>
          <p:cNvSpPr/>
          <p:nvPr/>
        </p:nvSpPr>
        <p:spPr>
          <a:xfrm>
            <a:off x="2484472" y="50656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291FCED-74AD-75B6-8AD5-D97159BFCF71}"/>
              </a:ext>
            </a:extLst>
          </p:cNvPr>
          <p:cNvSpPr/>
          <p:nvPr/>
        </p:nvSpPr>
        <p:spPr>
          <a:xfrm>
            <a:off x="6449973" y="602774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E73CC9F-3BEB-FBF4-B2AB-8877C3AE4D7C}"/>
              </a:ext>
            </a:extLst>
          </p:cNvPr>
          <p:cNvSpPr/>
          <p:nvPr/>
        </p:nvSpPr>
        <p:spPr>
          <a:xfrm>
            <a:off x="7031378" y="47670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D3F349D-52A9-351E-A3B9-8DFC3721F8DB}"/>
              </a:ext>
            </a:extLst>
          </p:cNvPr>
          <p:cNvSpPr/>
          <p:nvPr/>
        </p:nvSpPr>
        <p:spPr>
          <a:xfrm>
            <a:off x="5466515" y="399042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25A3B40-BEA6-E071-1754-A0EB3B4B34BE}"/>
              </a:ext>
            </a:extLst>
          </p:cNvPr>
          <p:cNvSpPr/>
          <p:nvPr/>
        </p:nvSpPr>
        <p:spPr>
          <a:xfrm>
            <a:off x="540544" y="56027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92761B8-1152-A00E-DCA3-92FAC9BBB17C}"/>
              </a:ext>
            </a:extLst>
          </p:cNvPr>
          <p:cNvSpPr/>
          <p:nvPr/>
        </p:nvSpPr>
        <p:spPr>
          <a:xfrm>
            <a:off x="3525314" y="43073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8CFF11C-CEAA-A87D-1166-BAB3AD2A9329}"/>
              </a:ext>
            </a:extLst>
          </p:cNvPr>
          <p:cNvSpPr/>
          <p:nvPr/>
        </p:nvSpPr>
        <p:spPr>
          <a:xfrm>
            <a:off x="3976834" y="326420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84D6C7C-8583-F9A7-EE8D-01CC3E5164C6}"/>
              </a:ext>
            </a:extLst>
          </p:cNvPr>
          <p:cNvSpPr/>
          <p:nvPr/>
        </p:nvSpPr>
        <p:spPr>
          <a:xfrm>
            <a:off x="1550851" y="393011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10DAE78-71E8-9AA8-31F7-1277DA660B0A}"/>
              </a:ext>
            </a:extLst>
          </p:cNvPr>
          <p:cNvSpPr/>
          <p:nvPr/>
        </p:nvSpPr>
        <p:spPr>
          <a:xfrm>
            <a:off x="5042385" y="531928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7943C3-95DC-4280-3C7C-560105D72D7F}"/>
              </a:ext>
            </a:extLst>
          </p:cNvPr>
          <p:cNvSpPr/>
          <p:nvPr/>
        </p:nvSpPr>
        <p:spPr>
          <a:xfrm>
            <a:off x="7146671" y="44055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A10C0E2-854B-2B23-93FA-98F8C083F377}"/>
              </a:ext>
            </a:extLst>
          </p:cNvPr>
          <p:cNvSpPr/>
          <p:nvPr/>
        </p:nvSpPr>
        <p:spPr>
          <a:xfrm>
            <a:off x="7523232" y="52823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7356083-A589-5647-0B67-3B69DFA732B7}"/>
              </a:ext>
            </a:extLst>
          </p:cNvPr>
          <p:cNvSpPr/>
          <p:nvPr/>
        </p:nvSpPr>
        <p:spPr>
          <a:xfrm>
            <a:off x="7931269" y="356304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26F70F-D593-A103-E722-E6FA66CC9FE5}"/>
              </a:ext>
            </a:extLst>
          </p:cNvPr>
          <p:cNvSpPr/>
          <p:nvPr/>
        </p:nvSpPr>
        <p:spPr>
          <a:xfrm>
            <a:off x="8585260" y="566208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1A5B9A4-1AB1-192C-D5A6-F0C4F4CBDAEC}"/>
              </a:ext>
            </a:extLst>
          </p:cNvPr>
          <p:cNvSpPr/>
          <p:nvPr/>
        </p:nvSpPr>
        <p:spPr>
          <a:xfrm>
            <a:off x="9222817" y="33451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797BB05-E64F-9AA2-20B8-5517C5F083B1}"/>
              </a:ext>
            </a:extLst>
          </p:cNvPr>
          <p:cNvSpPr/>
          <p:nvPr/>
        </p:nvSpPr>
        <p:spPr>
          <a:xfrm>
            <a:off x="9856228" y="548220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104307-9F14-4A4D-CB39-864F3F9C4774}"/>
              </a:ext>
            </a:extLst>
          </p:cNvPr>
          <p:cNvSpPr/>
          <p:nvPr/>
        </p:nvSpPr>
        <p:spPr>
          <a:xfrm>
            <a:off x="9947196" y="624828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EB48D0-B4B6-83B7-239D-1DA3F716C2A1}"/>
              </a:ext>
            </a:extLst>
          </p:cNvPr>
          <p:cNvSpPr/>
          <p:nvPr/>
        </p:nvSpPr>
        <p:spPr>
          <a:xfrm>
            <a:off x="9826998" y="464655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A4EE921-7E7F-30DC-DE37-52EBC937516E}"/>
              </a:ext>
            </a:extLst>
          </p:cNvPr>
          <p:cNvSpPr/>
          <p:nvPr/>
        </p:nvSpPr>
        <p:spPr>
          <a:xfrm>
            <a:off x="9608713" y="28037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58041FC-407E-67D6-F5D4-B623819AEC86}"/>
              </a:ext>
            </a:extLst>
          </p:cNvPr>
          <p:cNvSpPr/>
          <p:nvPr/>
        </p:nvSpPr>
        <p:spPr>
          <a:xfrm>
            <a:off x="11075069" y="464655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0C49FED-AEB5-27F5-F078-7EF2673351C8}"/>
              </a:ext>
            </a:extLst>
          </p:cNvPr>
          <p:cNvSpPr/>
          <p:nvPr/>
        </p:nvSpPr>
        <p:spPr>
          <a:xfrm>
            <a:off x="11702300" y="492368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321CD2E-1051-287A-7F77-D5659C79EE83}"/>
              </a:ext>
            </a:extLst>
          </p:cNvPr>
          <p:cNvSpPr/>
          <p:nvPr/>
        </p:nvSpPr>
        <p:spPr>
          <a:xfrm>
            <a:off x="11638745" y="616762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3A2E25-C0B1-1359-4392-5C39D04EC0DA}"/>
              </a:ext>
            </a:extLst>
          </p:cNvPr>
          <p:cNvSpPr/>
          <p:nvPr/>
        </p:nvSpPr>
        <p:spPr>
          <a:xfrm>
            <a:off x="10934734" y="564391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981D08C-9561-D50D-CCBF-29686945C6FB}"/>
              </a:ext>
            </a:extLst>
          </p:cNvPr>
          <p:cNvSpPr/>
          <p:nvPr/>
        </p:nvSpPr>
        <p:spPr>
          <a:xfrm>
            <a:off x="10896810" y="352866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C55E839-7439-0FE4-D2DE-FEAC9C14CD13}"/>
              </a:ext>
            </a:extLst>
          </p:cNvPr>
          <p:cNvSpPr/>
          <p:nvPr/>
        </p:nvSpPr>
        <p:spPr>
          <a:xfrm>
            <a:off x="2500460" y="322687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865F4C-DB64-C443-DD57-7CEA0D2E520F}"/>
              </a:ext>
            </a:extLst>
          </p:cNvPr>
          <p:cNvSpPr/>
          <p:nvPr/>
        </p:nvSpPr>
        <p:spPr>
          <a:xfrm>
            <a:off x="697144" y="414213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492B1A-FB29-9C63-D92F-87EDF88E038C}"/>
              </a:ext>
            </a:extLst>
          </p:cNvPr>
          <p:cNvSpPr/>
          <p:nvPr/>
        </p:nvSpPr>
        <p:spPr>
          <a:xfrm>
            <a:off x="789211" y="267677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2AD513-B39C-E001-3C4B-6E03B1CF54D1}"/>
              </a:ext>
            </a:extLst>
          </p:cNvPr>
          <p:cNvSpPr/>
          <p:nvPr/>
        </p:nvSpPr>
        <p:spPr>
          <a:xfrm>
            <a:off x="2681617" y="379746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553175-240B-4875-1916-B9B188DCA160}"/>
              </a:ext>
            </a:extLst>
          </p:cNvPr>
          <p:cNvSpPr/>
          <p:nvPr/>
        </p:nvSpPr>
        <p:spPr>
          <a:xfrm>
            <a:off x="2082155" y="571810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E3916B-3032-B65F-6EDF-C36B8EE45426}"/>
              </a:ext>
            </a:extLst>
          </p:cNvPr>
          <p:cNvSpPr/>
          <p:nvPr/>
        </p:nvSpPr>
        <p:spPr>
          <a:xfrm>
            <a:off x="2321446" y="499554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6962BC-B5FB-1A76-7289-1F90100F4357}"/>
              </a:ext>
            </a:extLst>
          </p:cNvPr>
          <p:cNvSpPr/>
          <p:nvPr/>
        </p:nvSpPr>
        <p:spPr>
          <a:xfrm>
            <a:off x="377518" y="553262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FCA3F4-FEF0-F75B-FE38-BFB6A6B02A63}"/>
              </a:ext>
            </a:extLst>
          </p:cNvPr>
          <p:cNvSpPr/>
          <p:nvPr/>
        </p:nvSpPr>
        <p:spPr>
          <a:xfrm>
            <a:off x="1387825" y="38600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521D3B-ADD5-E6B2-0084-22D0FCCCDE85}"/>
              </a:ext>
            </a:extLst>
          </p:cNvPr>
          <p:cNvSpPr/>
          <p:nvPr/>
        </p:nvSpPr>
        <p:spPr>
          <a:xfrm>
            <a:off x="2337434" y="315678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E05CA6-B5A0-0E5F-FBE5-10373EE0493D}"/>
              </a:ext>
            </a:extLst>
          </p:cNvPr>
          <p:cNvSpPr/>
          <p:nvPr/>
        </p:nvSpPr>
        <p:spPr>
          <a:xfrm>
            <a:off x="9191211" y="39176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80B2BA-1BC0-F5C0-806F-19689EF85B69}"/>
              </a:ext>
            </a:extLst>
          </p:cNvPr>
          <p:cNvSpPr/>
          <p:nvPr/>
        </p:nvSpPr>
        <p:spPr>
          <a:xfrm>
            <a:off x="10516865" y="288842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1E6B2E-ACFA-1AE8-7FE3-98D582867B21}"/>
              </a:ext>
            </a:extLst>
          </p:cNvPr>
          <p:cNvSpPr/>
          <p:nvPr/>
        </p:nvSpPr>
        <p:spPr>
          <a:xfrm>
            <a:off x="11723632" y="365812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3C4049-50BF-D384-AE0C-6AD8E9E159A2}"/>
              </a:ext>
            </a:extLst>
          </p:cNvPr>
          <p:cNvSpPr/>
          <p:nvPr/>
        </p:nvSpPr>
        <p:spPr>
          <a:xfrm>
            <a:off x="9307704" y="322464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6D49F6-C67E-F6DF-B7E6-75C1413EFEA8}"/>
              </a:ext>
            </a:extLst>
          </p:cNvPr>
          <p:cNvSpPr/>
          <p:nvPr/>
        </p:nvSpPr>
        <p:spPr>
          <a:xfrm>
            <a:off x="9941115" y="536168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044D9A-E800-520D-D6CC-30D70E4CAEEC}"/>
              </a:ext>
            </a:extLst>
          </p:cNvPr>
          <p:cNvSpPr/>
          <p:nvPr/>
        </p:nvSpPr>
        <p:spPr>
          <a:xfrm>
            <a:off x="10032083" y="612777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FBCDEF-4F2E-1A57-4EC8-7A1C53D8A909}"/>
              </a:ext>
            </a:extLst>
          </p:cNvPr>
          <p:cNvSpPr/>
          <p:nvPr/>
        </p:nvSpPr>
        <p:spPr>
          <a:xfrm>
            <a:off x="9911885" y="452603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077B94-5C74-795F-44F5-7ECAEFAAB0E3}"/>
              </a:ext>
            </a:extLst>
          </p:cNvPr>
          <p:cNvSpPr/>
          <p:nvPr/>
        </p:nvSpPr>
        <p:spPr>
          <a:xfrm>
            <a:off x="9693600" y="26832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CEDB60-183E-8504-BCC7-F230C2B7FC3C}"/>
              </a:ext>
            </a:extLst>
          </p:cNvPr>
          <p:cNvSpPr/>
          <p:nvPr/>
        </p:nvSpPr>
        <p:spPr>
          <a:xfrm>
            <a:off x="11159956" y="452603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7C08AC-C7F0-F62F-7E6D-78058298FB9B}"/>
              </a:ext>
            </a:extLst>
          </p:cNvPr>
          <p:cNvSpPr/>
          <p:nvPr/>
        </p:nvSpPr>
        <p:spPr>
          <a:xfrm>
            <a:off x="11787187" y="480317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65B0C03-D16F-72F4-FA22-01B72FA41106}"/>
              </a:ext>
            </a:extLst>
          </p:cNvPr>
          <p:cNvSpPr/>
          <p:nvPr/>
        </p:nvSpPr>
        <p:spPr>
          <a:xfrm>
            <a:off x="11723632" y="604710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88CA6B1-1ED1-5045-BDE7-AE859FDA5945}"/>
              </a:ext>
            </a:extLst>
          </p:cNvPr>
          <p:cNvSpPr/>
          <p:nvPr/>
        </p:nvSpPr>
        <p:spPr>
          <a:xfrm>
            <a:off x="11019621" y="552340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E609BA6-3023-3225-AFC5-829A79556599}"/>
              </a:ext>
            </a:extLst>
          </p:cNvPr>
          <p:cNvSpPr/>
          <p:nvPr/>
        </p:nvSpPr>
        <p:spPr>
          <a:xfrm>
            <a:off x="10981697" y="340815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53523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3500">
        <p159:morph option="byObject"/>
      </p:transition>
    </mc:Choice>
    <mc:Fallback xmlns="">
      <p:transition spd="slow" advTm="3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9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62" grpId="0" animBg="1"/>
      <p:bldP spid="7" grpId="0" animBg="1"/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6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0515-9CD8-9437-C895-01ECECFC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5492F78-0390-9F6B-B6E2-E300508F0E8C}"/>
              </a:ext>
            </a:extLst>
          </p:cNvPr>
          <p:cNvSpPr/>
          <p:nvPr/>
        </p:nvSpPr>
        <p:spPr>
          <a:xfrm>
            <a:off x="2952748" y="1510174"/>
            <a:ext cx="6286503" cy="534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6EE44C-E529-B211-251B-6F5FB888665F}"/>
              </a:ext>
            </a:extLst>
          </p:cNvPr>
          <p:cNvSpPr/>
          <p:nvPr/>
        </p:nvSpPr>
        <p:spPr>
          <a:xfrm>
            <a:off x="923925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10B606-708C-A2D9-9941-98264C35C73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Fission Matrix Acceleration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F5B0B-80DC-4032-BB4B-5DE24B7AE2EA}"/>
              </a:ext>
            </a:extLst>
          </p:cNvPr>
          <p:cNvSpPr/>
          <p:nvPr/>
        </p:nvSpPr>
        <p:spPr>
          <a:xfrm>
            <a:off x="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BA273-75D0-2724-8B6D-47CF8029F099}"/>
              </a:ext>
            </a:extLst>
          </p:cNvPr>
          <p:cNvSpPr txBox="1"/>
          <p:nvPr/>
        </p:nvSpPr>
        <p:spPr>
          <a:xfrm>
            <a:off x="510415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88258-84D7-E9AD-8CB5-8D21D78C7E83}"/>
              </a:ext>
            </a:extLst>
          </p:cNvPr>
          <p:cNvSpPr txBox="1"/>
          <p:nvPr/>
        </p:nvSpPr>
        <p:spPr>
          <a:xfrm>
            <a:off x="9862310" y="1510174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7C554-1585-3169-5F5D-751CFAC4A3F4}"/>
              </a:ext>
            </a:extLst>
          </p:cNvPr>
          <p:cNvSpPr txBox="1"/>
          <p:nvPr/>
        </p:nvSpPr>
        <p:spPr>
          <a:xfrm>
            <a:off x="5130040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910885-7E7B-1DA3-53BA-34C411EEC2E4}"/>
              </a:ext>
            </a:extLst>
          </p:cNvPr>
          <p:cNvSpPr/>
          <p:nvPr/>
        </p:nvSpPr>
        <p:spPr>
          <a:xfrm>
            <a:off x="995352" y="44055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391B34-EC9F-F4C7-D098-BCBCA7EA46F1}"/>
              </a:ext>
            </a:extLst>
          </p:cNvPr>
          <p:cNvSpPr/>
          <p:nvPr/>
        </p:nvSpPr>
        <p:spPr>
          <a:xfrm>
            <a:off x="771886" y="26832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1103FBB-13E4-FF74-5605-6C4896EE868B}"/>
              </a:ext>
            </a:extLst>
          </p:cNvPr>
          <p:cNvSpPr/>
          <p:nvPr/>
        </p:nvSpPr>
        <p:spPr>
          <a:xfrm>
            <a:off x="8894584" y="432332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185636-46C3-58C9-547F-C0DA72A2D569}"/>
              </a:ext>
            </a:extLst>
          </p:cNvPr>
          <p:cNvSpPr/>
          <p:nvPr/>
        </p:nvSpPr>
        <p:spPr>
          <a:xfrm>
            <a:off x="10109227" y="322464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F9602E3-2633-96E3-D7D4-DC1E03C88A7D}"/>
              </a:ext>
            </a:extLst>
          </p:cNvPr>
          <p:cNvSpPr/>
          <p:nvPr/>
        </p:nvSpPr>
        <p:spPr>
          <a:xfrm>
            <a:off x="11673714" y="403819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E9D0C61-20FC-B749-6069-D8C14B277E1D}"/>
              </a:ext>
            </a:extLst>
          </p:cNvPr>
          <p:cNvSpPr/>
          <p:nvPr/>
        </p:nvSpPr>
        <p:spPr>
          <a:xfrm>
            <a:off x="2951007" y="510679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9E1F48-B1CA-639F-9598-4E1DDC1E57DC}"/>
              </a:ext>
            </a:extLst>
          </p:cNvPr>
          <p:cNvSpPr/>
          <p:nvPr/>
        </p:nvSpPr>
        <p:spPr>
          <a:xfrm>
            <a:off x="618037" y="604891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84B4F8F-A63B-E808-0BA0-5B29751044DD}"/>
              </a:ext>
            </a:extLst>
          </p:cNvPr>
          <p:cNvSpPr/>
          <p:nvPr/>
        </p:nvSpPr>
        <p:spPr>
          <a:xfrm>
            <a:off x="1774958" y="406357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EACA6FD-FD10-CC0F-8296-889947C5E680}"/>
              </a:ext>
            </a:extLst>
          </p:cNvPr>
          <p:cNvSpPr/>
          <p:nvPr/>
        </p:nvSpPr>
        <p:spPr>
          <a:xfrm>
            <a:off x="9662984" y="356648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871C975-8F4F-B517-E399-EF2641194975}"/>
              </a:ext>
            </a:extLst>
          </p:cNvPr>
          <p:cNvSpPr/>
          <p:nvPr/>
        </p:nvSpPr>
        <p:spPr>
          <a:xfrm>
            <a:off x="9845960" y="57662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ABAC471-B753-E9DE-17BC-072ED0DF9990}"/>
              </a:ext>
            </a:extLst>
          </p:cNvPr>
          <p:cNvSpPr/>
          <p:nvPr/>
        </p:nvSpPr>
        <p:spPr>
          <a:xfrm>
            <a:off x="949029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7E49B2F-A487-B6EA-CDAF-EE16389EF0EF}"/>
              </a:ext>
            </a:extLst>
          </p:cNvPr>
          <p:cNvSpPr/>
          <p:nvPr/>
        </p:nvSpPr>
        <p:spPr>
          <a:xfrm>
            <a:off x="9100559" y="288125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4EB6A9C-BF85-D1DA-EEF2-E31A8BB27E8D}"/>
              </a:ext>
            </a:extLst>
          </p:cNvPr>
          <p:cNvSpPr/>
          <p:nvPr/>
        </p:nvSpPr>
        <p:spPr>
          <a:xfrm>
            <a:off x="10721538" y="470679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26711D2-A845-9A23-406B-F7E8FE046A03}"/>
              </a:ext>
            </a:extLst>
          </p:cNvPr>
          <p:cNvSpPr/>
          <p:nvPr/>
        </p:nvSpPr>
        <p:spPr>
          <a:xfrm>
            <a:off x="11862324" y="452603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AA80391-FFF2-5839-5D53-7A794B6379B3}"/>
              </a:ext>
            </a:extLst>
          </p:cNvPr>
          <p:cNvSpPr/>
          <p:nvPr/>
        </p:nvSpPr>
        <p:spPr>
          <a:xfrm>
            <a:off x="11794230" y="650619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39D1190-67A7-11DD-26DE-BD12EE4A5E20}"/>
              </a:ext>
            </a:extLst>
          </p:cNvPr>
          <p:cNvSpPr/>
          <p:nvPr/>
        </p:nvSpPr>
        <p:spPr>
          <a:xfrm>
            <a:off x="11286593" y="540899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1D83DC4-621C-7EC8-1CF2-776008FC1490}"/>
              </a:ext>
            </a:extLst>
          </p:cNvPr>
          <p:cNvSpPr/>
          <p:nvPr/>
        </p:nvSpPr>
        <p:spPr>
          <a:xfrm>
            <a:off x="2577026" y="277031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BF7090-4256-1623-AE6B-EB8C85028B37}"/>
              </a:ext>
            </a:extLst>
          </p:cNvPr>
          <p:cNvSpPr/>
          <p:nvPr/>
        </p:nvSpPr>
        <p:spPr>
          <a:xfrm>
            <a:off x="654942" y="377864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75F386-C986-DAC3-EEC2-6FEFC1631164}"/>
              </a:ext>
            </a:extLst>
          </p:cNvPr>
          <p:cNvSpPr/>
          <p:nvPr/>
        </p:nvSpPr>
        <p:spPr>
          <a:xfrm>
            <a:off x="3186206" y="39176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DA63C5-9587-67B0-1F11-90B31E5A9F98}"/>
              </a:ext>
            </a:extLst>
          </p:cNvPr>
          <p:cNvSpPr/>
          <p:nvPr/>
        </p:nvSpPr>
        <p:spPr>
          <a:xfrm>
            <a:off x="2046951" y="580788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1527AF-A875-4046-7F51-413FB2683E06}"/>
              </a:ext>
            </a:extLst>
          </p:cNvPr>
          <p:cNvSpPr/>
          <p:nvPr/>
        </p:nvSpPr>
        <p:spPr>
          <a:xfrm>
            <a:off x="2304637" y="445326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8DA628-3A87-40C7-AE24-54799247AB7A}"/>
              </a:ext>
            </a:extLst>
          </p:cNvPr>
          <p:cNvSpPr/>
          <p:nvPr/>
        </p:nvSpPr>
        <p:spPr>
          <a:xfrm>
            <a:off x="227335" y="534782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9EDF02-F0CF-523F-CABA-5A8EC601D885}"/>
              </a:ext>
            </a:extLst>
          </p:cNvPr>
          <p:cNvSpPr/>
          <p:nvPr/>
        </p:nvSpPr>
        <p:spPr>
          <a:xfrm>
            <a:off x="1263918" y="35114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97C839-F44C-ACFF-9EC0-057551659FA0}"/>
              </a:ext>
            </a:extLst>
          </p:cNvPr>
          <p:cNvSpPr/>
          <p:nvPr/>
        </p:nvSpPr>
        <p:spPr>
          <a:xfrm>
            <a:off x="2326253" y="32876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E3A8BA-2642-4FAE-39E4-83429B21F27B}"/>
              </a:ext>
            </a:extLst>
          </p:cNvPr>
          <p:cNvSpPr/>
          <p:nvPr/>
        </p:nvSpPr>
        <p:spPr>
          <a:xfrm>
            <a:off x="9456894" y="4108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06D29C-90D2-1B3F-4E65-E1FA0CB01C3C}"/>
              </a:ext>
            </a:extLst>
          </p:cNvPr>
          <p:cNvSpPr/>
          <p:nvPr/>
        </p:nvSpPr>
        <p:spPr>
          <a:xfrm>
            <a:off x="10814079" y="28037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7C46BD-655E-3812-0AF1-BB51D8591B71}"/>
              </a:ext>
            </a:extLst>
          </p:cNvPr>
          <p:cNvSpPr/>
          <p:nvPr/>
        </p:nvSpPr>
        <p:spPr>
          <a:xfrm>
            <a:off x="11767078" y="33451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0C843D-63F6-6E6D-4263-93A3E8768FBB}"/>
              </a:ext>
            </a:extLst>
          </p:cNvPr>
          <p:cNvSpPr/>
          <p:nvPr/>
        </p:nvSpPr>
        <p:spPr>
          <a:xfrm>
            <a:off x="8950179" y="324280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7985B7-6DE5-4782-1E83-EFD1D9F2A4B5}"/>
              </a:ext>
            </a:extLst>
          </p:cNvPr>
          <p:cNvSpPr/>
          <p:nvPr/>
        </p:nvSpPr>
        <p:spPr>
          <a:xfrm>
            <a:off x="10001667" y="504132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94A696-95B0-F578-057B-783BCCD765E2}"/>
              </a:ext>
            </a:extLst>
          </p:cNvPr>
          <p:cNvSpPr/>
          <p:nvPr/>
        </p:nvSpPr>
        <p:spPr>
          <a:xfrm>
            <a:off x="10197147" y="588673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1428C8-9F8C-A4EE-9324-EDE96E887593}"/>
              </a:ext>
            </a:extLst>
          </p:cNvPr>
          <p:cNvSpPr/>
          <p:nvPr/>
        </p:nvSpPr>
        <p:spPr>
          <a:xfrm>
            <a:off x="9488600" y="47363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67A4FA-AFCA-3811-4ECF-699CE0DCEACC}"/>
              </a:ext>
            </a:extLst>
          </p:cNvPr>
          <p:cNvSpPr/>
          <p:nvPr/>
        </p:nvSpPr>
        <p:spPr>
          <a:xfrm>
            <a:off x="9636072" y="242143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E0289FC-CC2D-7DB0-9203-C51CA5145B7A}"/>
              </a:ext>
            </a:extLst>
          </p:cNvPr>
          <p:cNvSpPr/>
          <p:nvPr/>
        </p:nvSpPr>
        <p:spPr>
          <a:xfrm>
            <a:off x="11603116" y="457220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876577-7C01-5813-60A9-F1F7BBFDC2FA}"/>
              </a:ext>
            </a:extLst>
          </p:cNvPr>
          <p:cNvSpPr/>
          <p:nvPr/>
        </p:nvSpPr>
        <p:spPr>
          <a:xfrm>
            <a:off x="10969217" y="59037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5CB4FB1-CF93-0526-BD53-0FCA2863C4F1}"/>
              </a:ext>
            </a:extLst>
          </p:cNvPr>
          <p:cNvSpPr/>
          <p:nvPr/>
        </p:nvSpPr>
        <p:spPr>
          <a:xfrm>
            <a:off x="11025732" y="372806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FD20263-14B9-516A-C891-2CA58854977A}"/>
              </a:ext>
            </a:extLst>
          </p:cNvPr>
          <p:cNvSpPr/>
          <p:nvPr/>
        </p:nvSpPr>
        <p:spPr>
          <a:xfrm>
            <a:off x="860661" y="431847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639FC83-A188-4A69-1DEB-DD750D9BA2E3}"/>
              </a:ext>
            </a:extLst>
          </p:cNvPr>
          <p:cNvSpPr/>
          <p:nvPr/>
        </p:nvSpPr>
        <p:spPr>
          <a:xfrm>
            <a:off x="637195" y="25962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B2145FD-F8CB-D98F-BF4D-694E9A018A1D}"/>
              </a:ext>
            </a:extLst>
          </p:cNvPr>
          <p:cNvSpPr/>
          <p:nvPr/>
        </p:nvSpPr>
        <p:spPr>
          <a:xfrm>
            <a:off x="483346" y="596186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8270B0B-7248-E9AF-F817-B7A4DDE841D3}"/>
              </a:ext>
            </a:extLst>
          </p:cNvPr>
          <p:cNvSpPr/>
          <p:nvPr/>
        </p:nvSpPr>
        <p:spPr>
          <a:xfrm>
            <a:off x="1640267" y="39765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AC965A4-558C-5781-21BF-E02400C44D29}"/>
              </a:ext>
            </a:extLst>
          </p:cNvPr>
          <p:cNvSpPr/>
          <p:nvPr/>
        </p:nvSpPr>
        <p:spPr>
          <a:xfrm>
            <a:off x="2442335" y="26832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5652E8D-90AF-C382-5D8C-51A92A1F44B7}"/>
              </a:ext>
            </a:extLst>
          </p:cNvPr>
          <p:cNvSpPr/>
          <p:nvPr/>
        </p:nvSpPr>
        <p:spPr>
          <a:xfrm>
            <a:off x="520251" y="369159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AD6598C-EB5C-20E5-7396-5B59E555FD3D}"/>
              </a:ext>
            </a:extLst>
          </p:cNvPr>
          <p:cNvSpPr/>
          <p:nvPr/>
        </p:nvSpPr>
        <p:spPr>
          <a:xfrm>
            <a:off x="1912260" y="572083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EE3135E-54DC-5721-FACB-72D41AC327D7}"/>
              </a:ext>
            </a:extLst>
          </p:cNvPr>
          <p:cNvSpPr/>
          <p:nvPr/>
        </p:nvSpPr>
        <p:spPr>
          <a:xfrm>
            <a:off x="2169946" y="436621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8BF0399-A4F7-FA3A-056C-C0E4E43C055E}"/>
              </a:ext>
            </a:extLst>
          </p:cNvPr>
          <p:cNvSpPr/>
          <p:nvPr/>
        </p:nvSpPr>
        <p:spPr>
          <a:xfrm>
            <a:off x="92644" y="526077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B064125-F011-3528-0F2E-334867B1C273}"/>
              </a:ext>
            </a:extLst>
          </p:cNvPr>
          <p:cNvSpPr/>
          <p:nvPr/>
        </p:nvSpPr>
        <p:spPr>
          <a:xfrm>
            <a:off x="1129227" y="342442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0BD23C7-3BDD-9C94-76B7-8E30C7EFF56A}"/>
              </a:ext>
            </a:extLst>
          </p:cNvPr>
          <p:cNvSpPr/>
          <p:nvPr/>
        </p:nvSpPr>
        <p:spPr>
          <a:xfrm>
            <a:off x="2191562" y="320058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B60AF0C-A2A2-CF94-B01E-415927249FCA}"/>
              </a:ext>
            </a:extLst>
          </p:cNvPr>
          <p:cNvSpPr/>
          <p:nvPr/>
        </p:nvSpPr>
        <p:spPr>
          <a:xfrm>
            <a:off x="10198599" y="31226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2DCFC02-7EB8-6F9F-0C4A-38924CAD3ADF}"/>
              </a:ext>
            </a:extLst>
          </p:cNvPr>
          <p:cNvSpPr/>
          <p:nvPr/>
        </p:nvSpPr>
        <p:spPr>
          <a:xfrm>
            <a:off x="11763086" y="393623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3979D48-D93C-2905-498C-7B5E82FD5AA4}"/>
              </a:ext>
            </a:extLst>
          </p:cNvPr>
          <p:cNvSpPr/>
          <p:nvPr/>
        </p:nvSpPr>
        <p:spPr>
          <a:xfrm>
            <a:off x="9752356" y="346451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2ED109C-0972-4499-D03B-7B35AA1F2684}"/>
              </a:ext>
            </a:extLst>
          </p:cNvPr>
          <p:cNvSpPr/>
          <p:nvPr/>
        </p:nvSpPr>
        <p:spPr>
          <a:xfrm>
            <a:off x="9935332" y="566425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992791A-5441-6EB5-8EA3-3862DFB9FFEB}"/>
              </a:ext>
            </a:extLst>
          </p:cNvPr>
          <p:cNvSpPr/>
          <p:nvPr/>
        </p:nvSpPr>
        <p:spPr>
          <a:xfrm>
            <a:off x="9579664" y="630226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28E1E24-58D6-3645-E3C1-3B8A4C169BFE}"/>
              </a:ext>
            </a:extLst>
          </p:cNvPr>
          <p:cNvSpPr/>
          <p:nvPr/>
        </p:nvSpPr>
        <p:spPr>
          <a:xfrm>
            <a:off x="10810910" y="460482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A0338E3-8581-EC9F-B9EE-76C4102F8470}"/>
              </a:ext>
            </a:extLst>
          </p:cNvPr>
          <p:cNvSpPr/>
          <p:nvPr/>
        </p:nvSpPr>
        <p:spPr>
          <a:xfrm>
            <a:off x="11951696" y="44240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6BA92FA-838C-263A-862E-9DB4B1526B27}"/>
              </a:ext>
            </a:extLst>
          </p:cNvPr>
          <p:cNvSpPr/>
          <p:nvPr/>
        </p:nvSpPr>
        <p:spPr>
          <a:xfrm>
            <a:off x="1188360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5418880-9247-1FC4-DB04-14436FBBDF7C}"/>
              </a:ext>
            </a:extLst>
          </p:cNvPr>
          <p:cNvSpPr/>
          <p:nvPr/>
        </p:nvSpPr>
        <p:spPr>
          <a:xfrm>
            <a:off x="11375965" y="53070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2431BBC-A567-A904-CE7B-80D1BA5028B3}"/>
              </a:ext>
            </a:extLst>
          </p:cNvPr>
          <p:cNvSpPr/>
          <p:nvPr/>
        </p:nvSpPr>
        <p:spPr>
          <a:xfrm>
            <a:off x="9546266" y="400644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2B0F3A4-5C92-016E-A066-BA8588D4D0FC}"/>
              </a:ext>
            </a:extLst>
          </p:cNvPr>
          <p:cNvSpPr/>
          <p:nvPr/>
        </p:nvSpPr>
        <p:spPr>
          <a:xfrm>
            <a:off x="10903451" y="270181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9841FCB-7687-A523-1860-E9501B01FDE8}"/>
              </a:ext>
            </a:extLst>
          </p:cNvPr>
          <p:cNvSpPr/>
          <p:nvPr/>
        </p:nvSpPr>
        <p:spPr>
          <a:xfrm>
            <a:off x="11856450" y="324319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961B177-B368-0A92-1254-7F1829F22973}"/>
              </a:ext>
            </a:extLst>
          </p:cNvPr>
          <p:cNvSpPr/>
          <p:nvPr/>
        </p:nvSpPr>
        <p:spPr>
          <a:xfrm>
            <a:off x="10091039" y="49393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60E6A2D-615A-7CB7-2FE0-E363EE21C929}"/>
              </a:ext>
            </a:extLst>
          </p:cNvPr>
          <p:cNvSpPr/>
          <p:nvPr/>
        </p:nvSpPr>
        <p:spPr>
          <a:xfrm>
            <a:off x="10286519" y="578477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672F4F8-458F-0AFA-D365-3D80D7CC8E3E}"/>
              </a:ext>
            </a:extLst>
          </p:cNvPr>
          <p:cNvSpPr/>
          <p:nvPr/>
        </p:nvSpPr>
        <p:spPr>
          <a:xfrm>
            <a:off x="9577972" y="4634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27A4779-3EA0-0697-954E-AE7AD2F8F97F}"/>
              </a:ext>
            </a:extLst>
          </p:cNvPr>
          <p:cNvSpPr/>
          <p:nvPr/>
        </p:nvSpPr>
        <p:spPr>
          <a:xfrm>
            <a:off x="9725444" y="231946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C34D6B8-E2CB-28CA-A205-068800A102FD}"/>
              </a:ext>
            </a:extLst>
          </p:cNvPr>
          <p:cNvSpPr/>
          <p:nvPr/>
        </p:nvSpPr>
        <p:spPr>
          <a:xfrm>
            <a:off x="11692488" y="44702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90E88E-C1A6-4B70-FC09-160C799A801D}"/>
              </a:ext>
            </a:extLst>
          </p:cNvPr>
          <p:cNvSpPr/>
          <p:nvPr/>
        </p:nvSpPr>
        <p:spPr>
          <a:xfrm>
            <a:off x="11058589" y="580180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C7F3EBB-CD82-2862-9366-D65DD2359AAD}"/>
              </a:ext>
            </a:extLst>
          </p:cNvPr>
          <p:cNvSpPr/>
          <p:nvPr/>
        </p:nvSpPr>
        <p:spPr>
          <a:xfrm>
            <a:off x="11115104" y="362609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061882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9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9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9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6" grpId="0" animBg="1"/>
      <p:bldP spid="40" grpId="0" animBg="1"/>
      <p:bldP spid="57" grpId="0" animBg="1"/>
      <p:bldP spid="59" grpId="0" animBg="1"/>
      <p:bldP spid="60" grpId="0" animBg="1"/>
      <p:bldP spid="63" grpId="0" animBg="1"/>
      <p:bldP spid="9" grpId="0" animBg="1"/>
      <p:bldP spid="11" grpId="0" animBg="1"/>
      <p:bldP spid="12" grpId="0" animBg="1"/>
      <p:bldP spid="18" grpId="0" animBg="1"/>
      <p:bldP spid="19" grpId="0" animBg="1"/>
      <p:bldP spid="65" grpId="0" animBg="1"/>
      <p:bldP spid="66" grpId="0" animBg="1"/>
      <p:bldP spid="66" grpId="1" animBg="1"/>
      <p:bldP spid="67" grpId="0" animBg="1"/>
      <p:bldP spid="68" grpId="0" animBg="1"/>
      <p:bldP spid="68" grpId="1" animBg="1"/>
      <p:bldP spid="69" grpId="0" animBg="1"/>
      <p:bldP spid="69" grpId="1" animBg="1"/>
      <p:bldP spid="70" grpId="0" animBg="1"/>
      <p:bldP spid="71" grpId="0" animBg="1"/>
      <p:bldP spid="71" grpId="1" animBg="1"/>
      <p:bldP spid="72" grpId="0" animBg="1"/>
      <p:bldP spid="72" grpId="1" animBg="1"/>
      <p:bldP spid="73" grpId="0" animBg="1"/>
      <p:bldP spid="74" grpId="0" animBg="1"/>
      <p:bldP spid="75" grpId="0" animBg="1"/>
      <p:bldP spid="75" grpId="1" animBg="1"/>
      <p:bldP spid="76" grpId="0" animBg="1"/>
      <p:bldP spid="76" grpId="1" animBg="1"/>
      <p:bldP spid="77" grpId="0" animBg="1"/>
      <p:bldP spid="78" grpId="0" animBg="1"/>
      <p:bldP spid="79" grpId="0" animBg="1"/>
      <p:bldP spid="79" grpId="1" animBg="1"/>
      <p:bldP spid="80" grpId="0" animBg="1"/>
      <p:bldP spid="81" grpId="0" animBg="1"/>
      <p:bldP spid="81" grpId="1" animBg="1"/>
      <p:bldP spid="82" grpId="0" animBg="1"/>
      <p:bldP spid="82" grpId="1" animBg="1"/>
      <p:bldP spid="83" grpId="0" animBg="1"/>
      <p:bldP spid="84" grpId="0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90" grpId="0" animBg="1"/>
      <p:bldP spid="90" grpId="1" animBg="1"/>
      <p:bldP spid="91" grpId="0" animBg="1"/>
      <p:bldP spid="92" grpId="0" animBg="1"/>
      <p:bldP spid="92" grpId="1" animBg="1"/>
      <p:bldP spid="93" grpId="0" animBg="1"/>
      <p:bldP spid="94" grpId="0" animBg="1"/>
      <p:bldP spid="94" grpId="1" animBg="1"/>
      <p:bldP spid="9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B964-8D20-1DAA-1280-D86A9393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0567D42-BAF8-CEC8-DA94-66976B8E9421}"/>
              </a:ext>
            </a:extLst>
          </p:cNvPr>
          <p:cNvSpPr/>
          <p:nvPr/>
        </p:nvSpPr>
        <p:spPr>
          <a:xfrm>
            <a:off x="2952748" y="1510174"/>
            <a:ext cx="6286503" cy="534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28A8CE-71E9-A8B0-6732-E45D320C25BD}"/>
              </a:ext>
            </a:extLst>
          </p:cNvPr>
          <p:cNvSpPr/>
          <p:nvPr/>
        </p:nvSpPr>
        <p:spPr>
          <a:xfrm>
            <a:off x="923925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BA1423-64AE-80D9-8BEC-C7217DA1F9D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Fission Matrix Acceleration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A39CB-A2AC-9E63-4C8C-A296494ED7D2}"/>
              </a:ext>
            </a:extLst>
          </p:cNvPr>
          <p:cNvSpPr/>
          <p:nvPr/>
        </p:nvSpPr>
        <p:spPr>
          <a:xfrm>
            <a:off x="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B80FE-B4D7-43B4-06F5-6BFE7DAD0076}"/>
              </a:ext>
            </a:extLst>
          </p:cNvPr>
          <p:cNvSpPr txBox="1"/>
          <p:nvPr/>
        </p:nvSpPr>
        <p:spPr>
          <a:xfrm>
            <a:off x="510415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0AA95-1766-938A-6E85-6B5250C244F3}"/>
              </a:ext>
            </a:extLst>
          </p:cNvPr>
          <p:cNvSpPr txBox="1"/>
          <p:nvPr/>
        </p:nvSpPr>
        <p:spPr>
          <a:xfrm>
            <a:off x="9862310" y="1510174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AF614-8179-E8B3-4DE5-E972C6EB0AB2}"/>
              </a:ext>
            </a:extLst>
          </p:cNvPr>
          <p:cNvSpPr txBox="1"/>
          <p:nvPr/>
        </p:nvSpPr>
        <p:spPr>
          <a:xfrm>
            <a:off x="5130040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14F2FB1-A128-B8DC-093B-8BA0964BC298}"/>
              </a:ext>
            </a:extLst>
          </p:cNvPr>
          <p:cNvSpPr/>
          <p:nvPr/>
        </p:nvSpPr>
        <p:spPr>
          <a:xfrm>
            <a:off x="995352" y="44055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FFCC6E0-CC3E-7685-7B5B-9A116E704ACD}"/>
              </a:ext>
            </a:extLst>
          </p:cNvPr>
          <p:cNvSpPr/>
          <p:nvPr/>
        </p:nvSpPr>
        <p:spPr>
          <a:xfrm>
            <a:off x="10109227" y="322464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96FB97-2DEB-4C61-774F-166CA937AC2E}"/>
              </a:ext>
            </a:extLst>
          </p:cNvPr>
          <p:cNvSpPr/>
          <p:nvPr/>
        </p:nvSpPr>
        <p:spPr>
          <a:xfrm>
            <a:off x="11673714" y="403819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C264CD3-AC69-DCE9-74DD-1E49C88CF47C}"/>
              </a:ext>
            </a:extLst>
          </p:cNvPr>
          <p:cNvSpPr/>
          <p:nvPr/>
        </p:nvSpPr>
        <p:spPr>
          <a:xfrm>
            <a:off x="618037" y="604891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4E210FE-90E9-D5DB-B58C-B5B9A4F81C48}"/>
              </a:ext>
            </a:extLst>
          </p:cNvPr>
          <p:cNvSpPr/>
          <p:nvPr/>
        </p:nvSpPr>
        <p:spPr>
          <a:xfrm>
            <a:off x="1774958" y="406357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C4372B7-F23B-FF82-9119-C8CCF105561D}"/>
              </a:ext>
            </a:extLst>
          </p:cNvPr>
          <p:cNvSpPr/>
          <p:nvPr/>
        </p:nvSpPr>
        <p:spPr>
          <a:xfrm>
            <a:off x="9662984" y="356648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6958D2E-E852-1306-111E-0FCF9C9F892A}"/>
              </a:ext>
            </a:extLst>
          </p:cNvPr>
          <p:cNvSpPr/>
          <p:nvPr/>
        </p:nvSpPr>
        <p:spPr>
          <a:xfrm>
            <a:off x="9845960" y="57662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4D98E65-6AFD-7D99-3CCE-8069316C43B9}"/>
              </a:ext>
            </a:extLst>
          </p:cNvPr>
          <p:cNvSpPr/>
          <p:nvPr/>
        </p:nvSpPr>
        <p:spPr>
          <a:xfrm>
            <a:off x="949029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E21F6E-8C66-7EA4-9192-E209B539E5CC}"/>
              </a:ext>
            </a:extLst>
          </p:cNvPr>
          <p:cNvSpPr/>
          <p:nvPr/>
        </p:nvSpPr>
        <p:spPr>
          <a:xfrm>
            <a:off x="10721538" y="470679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C122C60-FF08-A326-D1CF-7D1200D7F22A}"/>
              </a:ext>
            </a:extLst>
          </p:cNvPr>
          <p:cNvSpPr/>
          <p:nvPr/>
        </p:nvSpPr>
        <p:spPr>
          <a:xfrm>
            <a:off x="11286593" y="540899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3686ED-3856-4B9C-4DB9-AFA5302BF93B}"/>
              </a:ext>
            </a:extLst>
          </p:cNvPr>
          <p:cNvSpPr/>
          <p:nvPr/>
        </p:nvSpPr>
        <p:spPr>
          <a:xfrm>
            <a:off x="654942" y="377864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71A18E-7DD7-D479-E577-0A55918BEC30}"/>
              </a:ext>
            </a:extLst>
          </p:cNvPr>
          <p:cNvSpPr/>
          <p:nvPr/>
        </p:nvSpPr>
        <p:spPr>
          <a:xfrm>
            <a:off x="2046951" y="580788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619471-A536-84DB-1540-7272B95B0DFB}"/>
              </a:ext>
            </a:extLst>
          </p:cNvPr>
          <p:cNvSpPr/>
          <p:nvPr/>
        </p:nvSpPr>
        <p:spPr>
          <a:xfrm>
            <a:off x="1263918" y="35114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D6BDE2-4BFA-63E6-E424-F1F8BB9F05D0}"/>
              </a:ext>
            </a:extLst>
          </p:cNvPr>
          <p:cNvSpPr/>
          <p:nvPr/>
        </p:nvSpPr>
        <p:spPr>
          <a:xfrm>
            <a:off x="2326253" y="32876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2683B0-C690-BD3D-4DD8-5722D6030C67}"/>
              </a:ext>
            </a:extLst>
          </p:cNvPr>
          <p:cNvSpPr/>
          <p:nvPr/>
        </p:nvSpPr>
        <p:spPr>
          <a:xfrm>
            <a:off x="9456894" y="4108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028712-7A6B-0513-6B03-E4802B151EC8}"/>
              </a:ext>
            </a:extLst>
          </p:cNvPr>
          <p:cNvSpPr/>
          <p:nvPr/>
        </p:nvSpPr>
        <p:spPr>
          <a:xfrm>
            <a:off x="10814079" y="28037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79DA7E-59B4-4F03-DB1E-9464E0FFA4A0}"/>
              </a:ext>
            </a:extLst>
          </p:cNvPr>
          <p:cNvSpPr/>
          <p:nvPr/>
        </p:nvSpPr>
        <p:spPr>
          <a:xfrm>
            <a:off x="11767078" y="33451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9E4788-7E16-5BC7-8788-9E32F99CEE07}"/>
              </a:ext>
            </a:extLst>
          </p:cNvPr>
          <p:cNvSpPr/>
          <p:nvPr/>
        </p:nvSpPr>
        <p:spPr>
          <a:xfrm>
            <a:off x="10197147" y="588673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93E09E-62AA-7F5E-19E1-86CA1391A510}"/>
              </a:ext>
            </a:extLst>
          </p:cNvPr>
          <p:cNvSpPr/>
          <p:nvPr/>
        </p:nvSpPr>
        <p:spPr>
          <a:xfrm>
            <a:off x="9488600" y="47363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FB89CA-5049-BC64-9703-4F9487202C9B}"/>
              </a:ext>
            </a:extLst>
          </p:cNvPr>
          <p:cNvSpPr/>
          <p:nvPr/>
        </p:nvSpPr>
        <p:spPr>
          <a:xfrm>
            <a:off x="9636072" y="242143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2018A0C-2A0C-DC39-FFFB-631CFF7FE9D5}"/>
              </a:ext>
            </a:extLst>
          </p:cNvPr>
          <p:cNvSpPr/>
          <p:nvPr/>
        </p:nvSpPr>
        <p:spPr>
          <a:xfrm>
            <a:off x="11603116" y="457220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F54F713-452D-BDAE-848A-415D234A14CD}"/>
              </a:ext>
            </a:extLst>
          </p:cNvPr>
          <p:cNvSpPr/>
          <p:nvPr/>
        </p:nvSpPr>
        <p:spPr>
          <a:xfrm>
            <a:off x="10969217" y="59037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A006613-B607-FAD7-EA36-A3044ECAD6B9}"/>
              </a:ext>
            </a:extLst>
          </p:cNvPr>
          <p:cNvSpPr/>
          <p:nvPr/>
        </p:nvSpPr>
        <p:spPr>
          <a:xfrm>
            <a:off x="637195" y="25962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61822C0-2FB9-B5C4-DAEF-720AF9A15994}"/>
              </a:ext>
            </a:extLst>
          </p:cNvPr>
          <p:cNvSpPr/>
          <p:nvPr/>
        </p:nvSpPr>
        <p:spPr>
          <a:xfrm>
            <a:off x="2442335" y="26832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36B6BB7-D92D-C100-3074-A39CF18019C3}"/>
              </a:ext>
            </a:extLst>
          </p:cNvPr>
          <p:cNvSpPr/>
          <p:nvPr/>
        </p:nvSpPr>
        <p:spPr>
          <a:xfrm>
            <a:off x="2169946" y="436621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9F0AB02-BF40-A0AC-DE9C-F7A4F43ACE3E}"/>
              </a:ext>
            </a:extLst>
          </p:cNvPr>
          <p:cNvSpPr/>
          <p:nvPr/>
        </p:nvSpPr>
        <p:spPr>
          <a:xfrm>
            <a:off x="92644" y="526077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4E29DD0-27A2-1148-8AB9-F37404B8FD8D}"/>
              </a:ext>
            </a:extLst>
          </p:cNvPr>
          <p:cNvSpPr/>
          <p:nvPr/>
        </p:nvSpPr>
        <p:spPr>
          <a:xfrm>
            <a:off x="10198599" y="31226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9417C56-042C-F4B6-071D-AFF5D248D298}"/>
              </a:ext>
            </a:extLst>
          </p:cNvPr>
          <p:cNvSpPr/>
          <p:nvPr/>
        </p:nvSpPr>
        <p:spPr>
          <a:xfrm>
            <a:off x="11763086" y="393623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2B049E0-EE59-65BE-2B96-C937ACD119E9}"/>
              </a:ext>
            </a:extLst>
          </p:cNvPr>
          <p:cNvSpPr/>
          <p:nvPr/>
        </p:nvSpPr>
        <p:spPr>
          <a:xfrm>
            <a:off x="9935332" y="566425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C73127C-AD6C-0354-E9B2-7187D7B3EC46}"/>
              </a:ext>
            </a:extLst>
          </p:cNvPr>
          <p:cNvSpPr/>
          <p:nvPr/>
        </p:nvSpPr>
        <p:spPr>
          <a:xfrm>
            <a:off x="11951696" y="44240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D3CD89D-890A-1E43-4A44-1DEB0BBB3978}"/>
              </a:ext>
            </a:extLst>
          </p:cNvPr>
          <p:cNvSpPr/>
          <p:nvPr/>
        </p:nvSpPr>
        <p:spPr>
          <a:xfrm>
            <a:off x="1188360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8DCA639-C296-DB71-5807-38B467A2D0AF}"/>
              </a:ext>
            </a:extLst>
          </p:cNvPr>
          <p:cNvSpPr/>
          <p:nvPr/>
        </p:nvSpPr>
        <p:spPr>
          <a:xfrm>
            <a:off x="10091039" y="49393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3A4848CE-7F59-A5EB-5580-270878CBA44E}"/>
              </a:ext>
            </a:extLst>
          </p:cNvPr>
          <p:cNvSpPr/>
          <p:nvPr/>
        </p:nvSpPr>
        <p:spPr>
          <a:xfrm>
            <a:off x="9577972" y="4634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0D72525-CB97-E86E-39DD-25E305D6BD2F}"/>
              </a:ext>
            </a:extLst>
          </p:cNvPr>
          <p:cNvSpPr/>
          <p:nvPr/>
        </p:nvSpPr>
        <p:spPr>
          <a:xfrm>
            <a:off x="11692488" y="44702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01A2AE8-BD2E-FF89-F027-2BC8829CA4C1}"/>
              </a:ext>
            </a:extLst>
          </p:cNvPr>
          <p:cNvSpPr/>
          <p:nvPr/>
        </p:nvSpPr>
        <p:spPr>
          <a:xfrm>
            <a:off x="11115104" y="362609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52E982-3586-B90B-B228-9C8787FDB779}"/>
              </a:ext>
            </a:extLst>
          </p:cNvPr>
          <p:cNvCxnSpPr>
            <a:cxnSpLocks/>
            <a:stCxn id="27" idx="2"/>
            <a:endCxn id="4" idx="0"/>
          </p:cNvCxnSpPr>
          <p:nvPr/>
        </p:nvCxnSpPr>
        <p:spPr>
          <a:xfrm flipV="1">
            <a:off x="6096000" y="1530490"/>
            <a:ext cx="0" cy="532751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AFE529E-37B1-252A-4625-3B069CBF029B}"/>
              </a:ext>
            </a:extLst>
          </p:cNvPr>
          <p:cNvGrpSpPr/>
          <p:nvPr/>
        </p:nvGrpSpPr>
        <p:grpSpPr>
          <a:xfrm>
            <a:off x="4079966" y="2596220"/>
            <a:ext cx="3812120" cy="2401462"/>
            <a:chOff x="4079966" y="2596220"/>
            <a:chExt cx="3812120" cy="240146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535790D-447D-A664-FB97-EE9E6815B1B1}"/>
                </a:ext>
              </a:extLst>
            </p:cNvPr>
            <p:cNvSpPr/>
            <p:nvPr/>
          </p:nvSpPr>
          <p:spPr>
            <a:xfrm>
              <a:off x="4096244" y="2596220"/>
              <a:ext cx="3795842" cy="240146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Left Bracket 42">
              <a:extLst>
                <a:ext uri="{FF2B5EF4-FFF2-40B4-BE49-F238E27FC236}">
                  <a16:creationId xmlns:a16="http://schemas.microsoft.com/office/drawing/2014/main" id="{3876CC78-D4D1-3E1F-B84F-1B9C9E8698A8}"/>
                </a:ext>
              </a:extLst>
            </p:cNvPr>
            <p:cNvSpPr/>
            <p:nvPr/>
          </p:nvSpPr>
          <p:spPr>
            <a:xfrm>
              <a:off x="4969535" y="3566292"/>
              <a:ext cx="145212" cy="812452"/>
            </a:xfrm>
            <a:prstGeom prst="leftBracket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124F9D-0ED1-E203-435B-239ADF3F1400}"/>
                </a:ext>
              </a:extLst>
            </p:cNvPr>
            <p:cNvSpPr txBox="1"/>
            <p:nvPr/>
          </p:nvSpPr>
          <p:spPr>
            <a:xfrm>
              <a:off x="4157323" y="2621293"/>
              <a:ext cx="36651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How many daughter neutrons are produced per neutron on average?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1970951-5BB9-FDC7-E6B4-E87EDF7B0D89}"/>
                </a:ext>
              </a:extLst>
            </p:cNvPr>
            <p:cNvSpPr txBox="1"/>
            <p:nvPr/>
          </p:nvSpPr>
          <p:spPr>
            <a:xfrm>
              <a:off x="4260844" y="3243192"/>
              <a:ext cx="24143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From:   Left      Right</a:t>
              </a:r>
            </a:p>
          </p:txBody>
        </p:sp>
        <p:sp>
          <p:nvSpPr>
            <p:cNvPr id="50" name="Left Bracket 49">
              <a:extLst>
                <a:ext uri="{FF2B5EF4-FFF2-40B4-BE49-F238E27FC236}">
                  <a16:creationId xmlns:a16="http://schemas.microsoft.com/office/drawing/2014/main" id="{157B296F-9D89-D369-61B3-54333BEC93FA}"/>
                </a:ext>
              </a:extLst>
            </p:cNvPr>
            <p:cNvSpPr/>
            <p:nvPr/>
          </p:nvSpPr>
          <p:spPr>
            <a:xfrm flipH="1" flipV="1">
              <a:off x="6324340" y="3566291"/>
              <a:ext cx="145212" cy="812452"/>
            </a:xfrm>
            <a:prstGeom prst="leftBracket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7EA8AE4-6F11-DBC1-CB29-20ACC89546EE}"/>
                </a:ext>
              </a:extLst>
            </p:cNvPr>
            <p:cNvSpPr txBox="1"/>
            <p:nvPr/>
          </p:nvSpPr>
          <p:spPr>
            <a:xfrm>
              <a:off x="4079966" y="3705545"/>
              <a:ext cx="5009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To: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18B03B-82C1-ECF0-A37A-31A432D3EC75}"/>
                </a:ext>
              </a:extLst>
            </p:cNvPr>
            <p:cNvSpPr txBox="1"/>
            <p:nvPr/>
          </p:nvSpPr>
          <p:spPr>
            <a:xfrm>
              <a:off x="4260116" y="3529824"/>
              <a:ext cx="6713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Left</a:t>
              </a:r>
            </a:p>
            <a:p>
              <a:pPr algn="r"/>
              <a:endParaRPr lang="en-GB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CCD4300-E34F-9640-D2C0-19DD020DFE47}"/>
              </a:ext>
            </a:extLst>
          </p:cNvPr>
          <p:cNvSpPr txBox="1"/>
          <p:nvPr/>
        </p:nvSpPr>
        <p:spPr>
          <a:xfrm>
            <a:off x="5148085" y="3529333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C6189D-003E-6653-F112-B6807BCD1AA1}"/>
              </a:ext>
            </a:extLst>
          </p:cNvPr>
          <p:cNvSpPr txBox="1"/>
          <p:nvPr/>
        </p:nvSpPr>
        <p:spPr>
          <a:xfrm>
            <a:off x="5862460" y="4010346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BBD972-93EC-E097-B113-36233C3DC3B0}"/>
              </a:ext>
            </a:extLst>
          </p:cNvPr>
          <p:cNvSpPr txBox="1"/>
          <p:nvPr/>
        </p:nvSpPr>
        <p:spPr>
          <a:xfrm>
            <a:off x="5852935" y="3524571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F6C6C91-8FA7-98CB-B1C0-E54D8944E3FB}"/>
              </a:ext>
            </a:extLst>
          </p:cNvPr>
          <p:cNvSpPr txBox="1"/>
          <p:nvPr/>
        </p:nvSpPr>
        <p:spPr>
          <a:xfrm>
            <a:off x="5152848" y="4015108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BABF854-F415-432B-EF00-8A8E0575A59E}"/>
              </a:ext>
            </a:extLst>
          </p:cNvPr>
          <p:cNvSpPr txBox="1"/>
          <p:nvPr/>
        </p:nvSpPr>
        <p:spPr>
          <a:xfrm>
            <a:off x="4659853" y="4536016"/>
            <a:ext cx="2805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Sitka Banner Semibold" pitchFamily="2" charset="0"/>
                <a:cs typeface="Times New Roman" panose="02020603050405020304" pitchFamily="18" charset="0"/>
              </a:rPr>
              <a:t>Fission Matrix</a:t>
            </a:r>
          </a:p>
        </p:txBody>
      </p:sp>
      <p:sp>
        <p:nvSpPr>
          <p:cNvPr id="100" name="Left Bracket 99">
            <a:extLst>
              <a:ext uri="{FF2B5EF4-FFF2-40B4-BE49-F238E27FC236}">
                <a16:creationId xmlns:a16="http://schemas.microsoft.com/office/drawing/2014/main" id="{FEF2ADF2-515C-0876-A321-D42D02CB3212}"/>
              </a:ext>
            </a:extLst>
          </p:cNvPr>
          <p:cNvSpPr/>
          <p:nvPr/>
        </p:nvSpPr>
        <p:spPr>
          <a:xfrm>
            <a:off x="6616223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Left Bracket 101">
            <a:extLst>
              <a:ext uri="{FF2B5EF4-FFF2-40B4-BE49-F238E27FC236}">
                <a16:creationId xmlns:a16="http://schemas.microsoft.com/office/drawing/2014/main" id="{C4E7EA27-7246-D7FE-D4D6-D9F634BA190C}"/>
              </a:ext>
            </a:extLst>
          </p:cNvPr>
          <p:cNvSpPr/>
          <p:nvPr/>
        </p:nvSpPr>
        <p:spPr>
          <a:xfrm flipH="1">
            <a:off x="6875967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2E7D912-519A-3342-824C-A9E359CAF2AB}"/>
              </a:ext>
            </a:extLst>
          </p:cNvPr>
          <p:cNvSpPr txBox="1"/>
          <p:nvPr/>
        </p:nvSpPr>
        <p:spPr>
          <a:xfrm>
            <a:off x="6629209" y="351147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0349D5C-D6F5-0E95-81EF-583C372F9183}"/>
              </a:ext>
            </a:extLst>
          </p:cNvPr>
          <p:cNvSpPr txBox="1"/>
          <p:nvPr/>
        </p:nvSpPr>
        <p:spPr>
          <a:xfrm>
            <a:off x="6629210" y="400841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D59D176-98D6-1DEF-030F-C883FC79FFB2}"/>
              </a:ext>
            </a:extLst>
          </p:cNvPr>
          <p:cNvSpPr txBox="1"/>
          <p:nvPr/>
        </p:nvSpPr>
        <p:spPr>
          <a:xfrm>
            <a:off x="6937921" y="3763321"/>
            <a:ext cx="51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</a:p>
        </p:txBody>
      </p:sp>
      <p:sp>
        <p:nvSpPr>
          <p:cNvPr id="106" name="Left Bracket 105">
            <a:extLst>
              <a:ext uri="{FF2B5EF4-FFF2-40B4-BE49-F238E27FC236}">
                <a16:creationId xmlns:a16="http://schemas.microsoft.com/office/drawing/2014/main" id="{0E2CE956-1264-3A59-E6F4-550E2907C0F2}"/>
              </a:ext>
            </a:extLst>
          </p:cNvPr>
          <p:cNvSpPr/>
          <p:nvPr/>
        </p:nvSpPr>
        <p:spPr>
          <a:xfrm>
            <a:off x="7410462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Left Bracket 106">
            <a:extLst>
              <a:ext uri="{FF2B5EF4-FFF2-40B4-BE49-F238E27FC236}">
                <a16:creationId xmlns:a16="http://schemas.microsoft.com/office/drawing/2014/main" id="{169398FB-E83B-E5F9-4438-6EA5CEC3B7C0}"/>
              </a:ext>
            </a:extLst>
          </p:cNvPr>
          <p:cNvSpPr/>
          <p:nvPr/>
        </p:nvSpPr>
        <p:spPr>
          <a:xfrm flipH="1">
            <a:off x="7670206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55DACD2-7075-7BE6-BF78-CA6606C38426}"/>
              </a:ext>
            </a:extLst>
          </p:cNvPr>
          <p:cNvSpPr txBox="1"/>
          <p:nvPr/>
        </p:nvSpPr>
        <p:spPr>
          <a:xfrm>
            <a:off x="7423448" y="351147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FE768C2-31BD-A616-0383-46BF06AAE45F}"/>
              </a:ext>
            </a:extLst>
          </p:cNvPr>
          <p:cNvSpPr txBox="1"/>
          <p:nvPr/>
        </p:nvSpPr>
        <p:spPr>
          <a:xfrm>
            <a:off x="7423449" y="400841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CAA74A83-6C99-5F71-D7AE-51959A26D314}"/>
              </a:ext>
            </a:extLst>
          </p:cNvPr>
          <p:cNvSpPr/>
          <p:nvPr/>
        </p:nvSpPr>
        <p:spPr>
          <a:xfrm>
            <a:off x="2609213" y="1668442"/>
            <a:ext cx="2100707" cy="2285303"/>
          </a:xfrm>
          <a:custGeom>
            <a:avLst/>
            <a:gdLst>
              <a:gd name="csX0" fmla="*/ 85725 w 1695635"/>
              <a:gd name="csY0" fmla="*/ 947623 h 1995373"/>
              <a:gd name="csX1" fmla="*/ 1695450 w 1695635"/>
              <a:gd name="csY1" fmla="*/ 33223 h 1995373"/>
              <a:gd name="csX2" fmla="*/ 0 w 1695635"/>
              <a:gd name="csY2" fmla="*/ 1995373 h 1995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5635" h="1995373">
                <a:moveTo>
                  <a:pt x="85725" y="947623"/>
                </a:moveTo>
                <a:cubicBezTo>
                  <a:pt x="897731" y="403110"/>
                  <a:pt x="1709737" y="-141402"/>
                  <a:pt x="1695450" y="33223"/>
                </a:cubicBezTo>
                <a:cubicBezTo>
                  <a:pt x="1681163" y="207848"/>
                  <a:pt x="840581" y="1101610"/>
                  <a:pt x="0" y="1995373"/>
                </a:cubicBez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57C617E-ABAE-F84B-A74E-51198A973059}"/>
              </a:ext>
            </a:extLst>
          </p:cNvPr>
          <p:cNvCxnSpPr/>
          <p:nvPr/>
        </p:nvCxnSpPr>
        <p:spPr>
          <a:xfrm>
            <a:off x="2357959" y="5960280"/>
            <a:ext cx="7251157" cy="16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692E11B-9813-86B6-C0EE-3BD99B897E5D}"/>
                  </a:ext>
                </a:extLst>
              </p:cNvPr>
              <p:cNvSpPr txBox="1"/>
              <p:nvPr/>
            </p:nvSpPr>
            <p:spPr>
              <a:xfrm>
                <a:off x="6165155" y="5214582"/>
                <a:ext cx="3182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Coarse 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692E11B-9813-86B6-C0EE-3BD99B897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55" y="5214582"/>
                <a:ext cx="3182917" cy="338554"/>
              </a:xfrm>
              <a:prstGeom prst="rect">
                <a:avLst/>
              </a:prstGeom>
              <a:blipFill>
                <a:blip r:embed="rId3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Oval 114">
            <a:extLst>
              <a:ext uri="{FF2B5EF4-FFF2-40B4-BE49-F238E27FC236}">
                <a16:creationId xmlns:a16="http://schemas.microsoft.com/office/drawing/2014/main" id="{13401AF7-5743-48C2-3C4B-1C38C65A37FB}"/>
              </a:ext>
            </a:extLst>
          </p:cNvPr>
          <p:cNvSpPr/>
          <p:nvPr/>
        </p:nvSpPr>
        <p:spPr>
          <a:xfrm rot="16200000">
            <a:off x="6981658" y="3571577"/>
            <a:ext cx="1140341" cy="81349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BCB388F-1E19-E6F6-05BA-AF578B58869C}"/>
              </a:ext>
            </a:extLst>
          </p:cNvPr>
          <p:cNvCxnSpPr>
            <a:cxnSpLocks/>
          </p:cNvCxnSpPr>
          <p:nvPr/>
        </p:nvCxnSpPr>
        <p:spPr>
          <a:xfrm flipH="1" flipV="1">
            <a:off x="7660749" y="4634408"/>
            <a:ext cx="64486" cy="58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40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96" grpId="0"/>
      <p:bldP spid="97" grpId="0"/>
      <p:bldP spid="98" grpId="0"/>
      <p:bldP spid="99" grpId="0"/>
      <p:bldP spid="100" grpId="0" animBg="1"/>
      <p:bldP spid="102" grpId="0" animBg="1"/>
      <p:bldP spid="103" grpId="0"/>
      <p:bldP spid="104" grpId="0"/>
      <p:bldP spid="105" grpId="0"/>
      <p:bldP spid="106" grpId="0" animBg="1"/>
      <p:bldP spid="107" grpId="0" animBg="1"/>
      <p:bldP spid="108" grpId="0"/>
      <p:bldP spid="109" grpId="0"/>
      <p:bldP spid="110" grpId="0" animBg="1"/>
      <p:bldP spid="114" grpId="0"/>
      <p:bldP spid="1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93DE-653E-88CE-45C2-DD31FD7B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4A8E4CC-F7FF-B383-FF18-1458B4272CA1}"/>
              </a:ext>
            </a:extLst>
          </p:cNvPr>
          <p:cNvSpPr/>
          <p:nvPr/>
        </p:nvSpPr>
        <p:spPr>
          <a:xfrm>
            <a:off x="2952748" y="1510174"/>
            <a:ext cx="6286503" cy="534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D15F11-13E5-085B-E0DB-DC1D51AB7B56}"/>
              </a:ext>
            </a:extLst>
          </p:cNvPr>
          <p:cNvSpPr/>
          <p:nvPr/>
        </p:nvSpPr>
        <p:spPr>
          <a:xfrm>
            <a:off x="923925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840278-239C-BC57-3E52-6E5C5B9C18D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Fission Matrix Acceleration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DBE20-F8F5-845D-21B9-4F1107C1B05C}"/>
              </a:ext>
            </a:extLst>
          </p:cNvPr>
          <p:cNvSpPr/>
          <p:nvPr/>
        </p:nvSpPr>
        <p:spPr>
          <a:xfrm>
            <a:off x="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5AA8F2-7320-3C01-77CD-5F7111B0E0F9}"/>
              </a:ext>
            </a:extLst>
          </p:cNvPr>
          <p:cNvSpPr txBox="1"/>
          <p:nvPr/>
        </p:nvSpPr>
        <p:spPr>
          <a:xfrm>
            <a:off x="510415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CEF4C-E626-C9BC-7F5F-88A47986DA92}"/>
              </a:ext>
            </a:extLst>
          </p:cNvPr>
          <p:cNvSpPr txBox="1"/>
          <p:nvPr/>
        </p:nvSpPr>
        <p:spPr>
          <a:xfrm>
            <a:off x="9862310" y="1510174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9C424-B963-30C8-6244-90ED227C289D}"/>
              </a:ext>
            </a:extLst>
          </p:cNvPr>
          <p:cNvSpPr txBox="1"/>
          <p:nvPr/>
        </p:nvSpPr>
        <p:spPr>
          <a:xfrm>
            <a:off x="5130040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B7086F-5A41-8994-34EB-0ED7601079D8}"/>
              </a:ext>
            </a:extLst>
          </p:cNvPr>
          <p:cNvSpPr/>
          <p:nvPr/>
        </p:nvSpPr>
        <p:spPr>
          <a:xfrm>
            <a:off x="995352" y="44055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E2BA619-2DA3-EBED-98EA-D3734B95FD40}"/>
              </a:ext>
            </a:extLst>
          </p:cNvPr>
          <p:cNvSpPr/>
          <p:nvPr/>
        </p:nvSpPr>
        <p:spPr>
          <a:xfrm>
            <a:off x="10109227" y="322464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064D0A2-D33E-01F2-03A1-2EE45455BF63}"/>
              </a:ext>
            </a:extLst>
          </p:cNvPr>
          <p:cNvSpPr/>
          <p:nvPr/>
        </p:nvSpPr>
        <p:spPr>
          <a:xfrm>
            <a:off x="11673714" y="403819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AAC8949-3532-6AD2-0D02-2AA37A3E7FDE}"/>
              </a:ext>
            </a:extLst>
          </p:cNvPr>
          <p:cNvSpPr/>
          <p:nvPr/>
        </p:nvSpPr>
        <p:spPr>
          <a:xfrm>
            <a:off x="618037" y="604891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18B2E57-5E04-298C-9CF7-7589476CF924}"/>
              </a:ext>
            </a:extLst>
          </p:cNvPr>
          <p:cNvSpPr/>
          <p:nvPr/>
        </p:nvSpPr>
        <p:spPr>
          <a:xfrm>
            <a:off x="1774958" y="406357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EC14821-1D81-EDD1-5E9B-689CB69B8B9C}"/>
              </a:ext>
            </a:extLst>
          </p:cNvPr>
          <p:cNvSpPr/>
          <p:nvPr/>
        </p:nvSpPr>
        <p:spPr>
          <a:xfrm>
            <a:off x="9662984" y="356648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83FA725-3CA8-B781-FC21-521D0A4E01FD}"/>
              </a:ext>
            </a:extLst>
          </p:cNvPr>
          <p:cNvSpPr/>
          <p:nvPr/>
        </p:nvSpPr>
        <p:spPr>
          <a:xfrm>
            <a:off x="9845960" y="57662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019ECC-4F5F-E905-8ABF-4232CB8B9B87}"/>
              </a:ext>
            </a:extLst>
          </p:cNvPr>
          <p:cNvSpPr/>
          <p:nvPr/>
        </p:nvSpPr>
        <p:spPr>
          <a:xfrm>
            <a:off x="949029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98A061-0A90-F74C-BC2E-43A3B4F85B7E}"/>
              </a:ext>
            </a:extLst>
          </p:cNvPr>
          <p:cNvSpPr/>
          <p:nvPr/>
        </p:nvSpPr>
        <p:spPr>
          <a:xfrm>
            <a:off x="10721538" y="470679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327D5DB-74FB-5D45-F90F-2F078B64ACEF}"/>
              </a:ext>
            </a:extLst>
          </p:cNvPr>
          <p:cNvSpPr/>
          <p:nvPr/>
        </p:nvSpPr>
        <p:spPr>
          <a:xfrm>
            <a:off x="11286593" y="540899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642EB5-C19F-9436-A1C2-9BB086C45054}"/>
              </a:ext>
            </a:extLst>
          </p:cNvPr>
          <p:cNvSpPr/>
          <p:nvPr/>
        </p:nvSpPr>
        <p:spPr>
          <a:xfrm>
            <a:off x="654942" y="377864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6D57E0-D293-0FDD-2844-6557B627C443}"/>
              </a:ext>
            </a:extLst>
          </p:cNvPr>
          <p:cNvSpPr/>
          <p:nvPr/>
        </p:nvSpPr>
        <p:spPr>
          <a:xfrm>
            <a:off x="2046951" y="580788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3E67D6-5DF7-7A6B-FA47-F1D8A9A757EF}"/>
              </a:ext>
            </a:extLst>
          </p:cNvPr>
          <p:cNvSpPr/>
          <p:nvPr/>
        </p:nvSpPr>
        <p:spPr>
          <a:xfrm>
            <a:off x="1263918" y="35114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DBFC98-F185-19FD-C5A2-A41178A63E6B}"/>
              </a:ext>
            </a:extLst>
          </p:cNvPr>
          <p:cNvSpPr/>
          <p:nvPr/>
        </p:nvSpPr>
        <p:spPr>
          <a:xfrm>
            <a:off x="2326253" y="32876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91F9F0-5AC1-5D31-5962-37E7009E4D61}"/>
              </a:ext>
            </a:extLst>
          </p:cNvPr>
          <p:cNvSpPr/>
          <p:nvPr/>
        </p:nvSpPr>
        <p:spPr>
          <a:xfrm>
            <a:off x="9456894" y="4108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F53C7C-8349-EBE1-C822-686CA4E6FD76}"/>
              </a:ext>
            </a:extLst>
          </p:cNvPr>
          <p:cNvSpPr/>
          <p:nvPr/>
        </p:nvSpPr>
        <p:spPr>
          <a:xfrm>
            <a:off x="10814079" y="28037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77794D-6D2E-BF96-432A-F00D9B14AF3A}"/>
              </a:ext>
            </a:extLst>
          </p:cNvPr>
          <p:cNvSpPr/>
          <p:nvPr/>
        </p:nvSpPr>
        <p:spPr>
          <a:xfrm>
            <a:off x="11767078" y="33451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F4C745-F837-7A59-111A-B42469A9B9D1}"/>
              </a:ext>
            </a:extLst>
          </p:cNvPr>
          <p:cNvSpPr/>
          <p:nvPr/>
        </p:nvSpPr>
        <p:spPr>
          <a:xfrm>
            <a:off x="10197147" y="588673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5D9468-A53B-B9BB-3023-2E66430E0201}"/>
              </a:ext>
            </a:extLst>
          </p:cNvPr>
          <p:cNvSpPr/>
          <p:nvPr/>
        </p:nvSpPr>
        <p:spPr>
          <a:xfrm>
            <a:off x="9488600" y="47363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F8FCFD-3CDD-CED3-CE1C-61F73C848514}"/>
              </a:ext>
            </a:extLst>
          </p:cNvPr>
          <p:cNvSpPr/>
          <p:nvPr/>
        </p:nvSpPr>
        <p:spPr>
          <a:xfrm>
            <a:off x="9636072" y="242143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A6624C-2E9C-64FC-116D-ADA674D91036}"/>
              </a:ext>
            </a:extLst>
          </p:cNvPr>
          <p:cNvSpPr/>
          <p:nvPr/>
        </p:nvSpPr>
        <p:spPr>
          <a:xfrm>
            <a:off x="11603116" y="457220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4B3C3FB-69B0-86A1-86BD-4550E2998F23}"/>
              </a:ext>
            </a:extLst>
          </p:cNvPr>
          <p:cNvSpPr/>
          <p:nvPr/>
        </p:nvSpPr>
        <p:spPr>
          <a:xfrm>
            <a:off x="10969217" y="59037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751C425-248D-012E-266F-2A826B2B78DB}"/>
              </a:ext>
            </a:extLst>
          </p:cNvPr>
          <p:cNvSpPr/>
          <p:nvPr/>
        </p:nvSpPr>
        <p:spPr>
          <a:xfrm>
            <a:off x="637195" y="25962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F00D523-35F8-ABBB-C7E2-E9946230DBDD}"/>
              </a:ext>
            </a:extLst>
          </p:cNvPr>
          <p:cNvSpPr/>
          <p:nvPr/>
        </p:nvSpPr>
        <p:spPr>
          <a:xfrm>
            <a:off x="2442335" y="26832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7EEA436-9B28-E224-23BA-4AA9C7427D2E}"/>
              </a:ext>
            </a:extLst>
          </p:cNvPr>
          <p:cNvSpPr/>
          <p:nvPr/>
        </p:nvSpPr>
        <p:spPr>
          <a:xfrm>
            <a:off x="2169946" y="436621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2F705FA-67F5-600D-86BB-89FAB93C3CF5}"/>
              </a:ext>
            </a:extLst>
          </p:cNvPr>
          <p:cNvSpPr/>
          <p:nvPr/>
        </p:nvSpPr>
        <p:spPr>
          <a:xfrm>
            <a:off x="92644" y="526077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8916490-1AB3-F508-7C94-7E49BCA23E0D}"/>
              </a:ext>
            </a:extLst>
          </p:cNvPr>
          <p:cNvSpPr/>
          <p:nvPr/>
        </p:nvSpPr>
        <p:spPr>
          <a:xfrm>
            <a:off x="10198599" y="31226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9CD25E3-5F71-5FA5-59D1-561105E6ACE5}"/>
              </a:ext>
            </a:extLst>
          </p:cNvPr>
          <p:cNvSpPr/>
          <p:nvPr/>
        </p:nvSpPr>
        <p:spPr>
          <a:xfrm>
            <a:off x="11763086" y="393623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437236F-2C5C-CAA9-17B4-987F9F99BB7D}"/>
              </a:ext>
            </a:extLst>
          </p:cNvPr>
          <p:cNvSpPr/>
          <p:nvPr/>
        </p:nvSpPr>
        <p:spPr>
          <a:xfrm>
            <a:off x="9935332" y="566425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9EE5000-B30F-FAF2-6400-FF4FFABF79CB}"/>
              </a:ext>
            </a:extLst>
          </p:cNvPr>
          <p:cNvSpPr/>
          <p:nvPr/>
        </p:nvSpPr>
        <p:spPr>
          <a:xfrm>
            <a:off x="11951696" y="44240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CB37673-B74D-0C59-5548-9283252AAE09}"/>
              </a:ext>
            </a:extLst>
          </p:cNvPr>
          <p:cNvSpPr/>
          <p:nvPr/>
        </p:nvSpPr>
        <p:spPr>
          <a:xfrm>
            <a:off x="1188360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A5EF255-5CD1-485C-462C-B07F2F21FAE1}"/>
              </a:ext>
            </a:extLst>
          </p:cNvPr>
          <p:cNvSpPr/>
          <p:nvPr/>
        </p:nvSpPr>
        <p:spPr>
          <a:xfrm>
            <a:off x="10091039" y="49393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77AC0FC-70D9-9971-2B78-E35A668771C3}"/>
              </a:ext>
            </a:extLst>
          </p:cNvPr>
          <p:cNvSpPr/>
          <p:nvPr/>
        </p:nvSpPr>
        <p:spPr>
          <a:xfrm>
            <a:off x="9577972" y="4634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E0F3FFE-F83B-1737-1825-44BD8B59BF3A}"/>
              </a:ext>
            </a:extLst>
          </p:cNvPr>
          <p:cNvSpPr/>
          <p:nvPr/>
        </p:nvSpPr>
        <p:spPr>
          <a:xfrm>
            <a:off x="11692488" y="44702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55FC8C4-4526-ECE6-0B3A-1D0A96091539}"/>
              </a:ext>
            </a:extLst>
          </p:cNvPr>
          <p:cNvSpPr/>
          <p:nvPr/>
        </p:nvSpPr>
        <p:spPr>
          <a:xfrm>
            <a:off x="11115104" y="362609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C82074-F820-B71A-0FB9-58EDD20A8B4C}"/>
              </a:ext>
            </a:extLst>
          </p:cNvPr>
          <p:cNvCxnSpPr>
            <a:cxnSpLocks/>
            <a:stCxn id="27" idx="2"/>
            <a:endCxn id="4" idx="0"/>
          </p:cNvCxnSpPr>
          <p:nvPr/>
        </p:nvCxnSpPr>
        <p:spPr>
          <a:xfrm flipV="1">
            <a:off x="6096000" y="1530490"/>
            <a:ext cx="0" cy="532751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E45726-F7FC-38BC-A121-5A9995ED43D1}"/>
              </a:ext>
            </a:extLst>
          </p:cNvPr>
          <p:cNvSpPr txBox="1"/>
          <p:nvPr/>
        </p:nvSpPr>
        <p:spPr>
          <a:xfrm>
            <a:off x="1347787" y="6144102"/>
            <a:ext cx="257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D099D-EBAE-00B2-0A88-C98F1796AED1}"/>
              </a:ext>
            </a:extLst>
          </p:cNvPr>
          <p:cNvSpPr txBox="1"/>
          <p:nvPr/>
        </p:nvSpPr>
        <p:spPr>
          <a:xfrm>
            <a:off x="10584879" y="6144102"/>
            <a:ext cx="257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1D2707-15C6-A431-63F8-36C87249A1EE}"/>
              </a:ext>
            </a:extLst>
          </p:cNvPr>
          <p:cNvSpPr/>
          <p:nvPr/>
        </p:nvSpPr>
        <p:spPr>
          <a:xfrm>
            <a:off x="732039" y="594559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58FCB6-F5F3-576D-D22A-3FAB424AAA5F}"/>
              </a:ext>
            </a:extLst>
          </p:cNvPr>
          <p:cNvSpPr/>
          <p:nvPr/>
        </p:nvSpPr>
        <p:spPr>
          <a:xfrm>
            <a:off x="1888960" y="396024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B2986E-A527-7FD6-5D0F-DC11D56382FD}"/>
              </a:ext>
            </a:extLst>
          </p:cNvPr>
          <p:cNvSpPr/>
          <p:nvPr/>
        </p:nvSpPr>
        <p:spPr>
          <a:xfrm>
            <a:off x="2160953" y="57045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F7DBD4-3F22-DBFB-F40B-2DBDD686DB1C}"/>
              </a:ext>
            </a:extLst>
          </p:cNvPr>
          <p:cNvSpPr/>
          <p:nvPr/>
        </p:nvSpPr>
        <p:spPr>
          <a:xfrm>
            <a:off x="1377920" y="340815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FE61F8-6AF2-0713-AE57-FB4F00C756DE}"/>
              </a:ext>
            </a:extLst>
          </p:cNvPr>
          <p:cNvSpPr/>
          <p:nvPr/>
        </p:nvSpPr>
        <p:spPr>
          <a:xfrm>
            <a:off x="751197" y="249289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606BD7-D0FC-8045-18C6-C0DD0F0D3557}"/>
              </a:ext>
            </a:extLst>
          </p:cNvPr>
          <p:cNvSpPr/>
          <p:nvPr/>
        </p:nvSpPr>
        <p:spPr>
          <a:xfrm>
            <a:off x="2556337" y="257994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B0AFFC9-613C-0925-1AD8-E621798EC681}"/>
              </a:ext>
            </a:extLst>
          </p:cNvPr>
          <p:cNvSpPr/>
          <p:nvPr/>
        </p:nvSpPr>
        <p:spPr>
          <a:xfrm>
            <a:off x="206646" y="515745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2AAA2-D4A7-8CA5-275B-B320CBEE7938}"/>
              </a:ext>
            </a:extLst>
          </p:cNvPr>
          <p:cNvSpPr txBox="1"/>
          <p:nvPr/>
        </p:nvSpPr>
        <p:spPr>
          <a:xfrm>
            <a:off x="2510548" y="3638243"/>
            <a:ext cx="7219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latin typeface="Sitka Banner Semibold" pitchFamily="2" charset="0"/>
                <a:cs typeface="Times New Roman" panose="02020603050405020304" pitchFamily="18" charset="0"/>
              </a:rPr>
              <a:t>Cluster has been removed!</a:t>
            </a:r>
          </a:p>
        </p:txBody>
      </p:sp>
    </p:spTree>
    <p:extLst>
      <p:ext uri="{BB962C8B-B14F-4D97-AF65-F5344CB8AC3E}">
        <p14:creationId xmlns:p14="http://schemas.microsoft.com/office/powerpoint/2010/main" val="1417884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8" grpId="0" animBg="1"/>
      <p:bldP spid="15" grpId="0" animBg="1"/>
      <p:bldP spid="16" grpId="0" animBg="1"/>
      <p:bldP spid="80" grpId="0" animBg="1"/>
      <p:bldP spid="84" grpId="0" animBg="1"/>
      <p:bldP spid="93" grpId="0" animBg="1"/>
      <p:bldP spid="11" grpId="0" animBg="1"/>
      <p:bldP spid="12" grpId="0" animBg="1"/>
      <p:bldP spid="18" grpId="0" animBg="1"/>
      <p:bldP spid="19" grpId="0" animBg="1"/>
      <p:bldP spid="24" grpId="0" animBg="1"/>
      <p:bldP spid="25" grpId="0" animBg="1"/>
      <p:bldP spid="30" grpId="0" animBg="1"/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C0D34ED-5508-07B5-FA34-43BB8CBF40D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Methodology: Simulations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22F41F-6A66-3546-008F-EBCA4D2BA714}"/>
                  </a:ext>
                </a:extLst>
              </p:cNvPr>
              <p:cNvSpPr txBox="1"/>
              <p:nvPr/>
            </p:nvSpPr>
            <p:spPr>
              <a:xfrm>
                <a:off x="882171" y="2088906"/>
                <a:ext cx="5991367" cy="3824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itka Display Semibold" pitchFamily="2" charset="0"/>
                  </a:rPr>
                  <a:t>F-A-F Setup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Regions: fissile - absorbent – fissile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Reflective boundary conditions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 Solution: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𝒩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nary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 (see report.)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Vary neutron density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W/ and w/o fission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and compare: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How much clustering?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Fission source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Effect of clustering?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22F41F-6A66-3546-008F-EBCA4D2B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71" y="2088906"/>
                <a:ext cx="5991367" cy="3824509"/>
              </a:xfrm>
              <a:prstGeom prst="rect">
                <a:avLst/>
              </a:prstGeom>
              <a:blipFill>
                <a:blip r:embed="rId3"/>
                <a:stretch>
                  <a:fillRect l="-1628" t="-1276" b="-17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2B1377-C61B-FA6A-40AE-62856C818A30}"/>
                  </a:ext>
                </a:extLst>
              </p:cNvPr>
              <p:cNvSpPr txBox="1"/>
              <p:nvPr/>
            </p:nvSpPr>
            <p:spPr>
              <a:xfrm>
                <a:off x="6096001" y="2088906"/>
                <a:ext cx="6400800" cy="4378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itka Display Semibold" pitchFamily="2" charset="0"/>
                  </a:rPr>
                  <a:t>Homogeneous setup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Homogeneous material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 boundary conditions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 Solution: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𝒩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𝑐𝑜𝑛𝑠𝑡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Vary neutron density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Vary fission matrix resolution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W/ and w/o fission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and compare: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How much clustering?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Fission source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Effect of clustering?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LID4096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2B1377-C61B-FA6A-40AE-62856C818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088906"/>
                <a:ext cx="6400800" cy="4378506"/>
              </a:xfrm>
              <a:prstGeom prst="rect">
                <a:avLst/>
              </a:prstGeom>
              <a:blipFill>
                <a:blip r:embed="rId4"/>
                <a:stretch>
                  <a:fillRect l="-1429" t="-111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66621A-5E09-59F1-CCA6-A3A0358FEB97}"/>
              </a:ext>
            </a:extLst>
          </p:cNvPr>
          <p:cNvSpPr txBox="1"/>
          <p:nvPr/>
        </p:nvSpPr>
        <p:spPr>
          <a:xfrm>
            <a:off x="221849" y="1599486"/>
            <a:ext cx="11748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fission matrix be used to reduce neutron clustering, and if so, what parameters are ideal?</a:t>
            </a:r>
            <a:endParaRPr lang="LID4096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60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C0D34ED-5508-07B5-FA34-43BB8CBF40D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Methodology: Code and Extensions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FF4C6-CC12-FEF7-4A1D-3653CF735393}"/>
              </a:ext>
            </a:extLst>
          </p:cNvPr>
          <p:cNvSpPr txBox="1"/>
          <p:nvPr/>
        </p:nvSpPr>
        <p:spPr>
          <a:xfrm>
            <a:off x="424571" y="1660782"/>
            <a:ext cx="888047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simulations using SCONE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Monoenergetic neutrons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Isotropic scattering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slab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Theoretically derive observations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Extra simulations: vary size, cross-sections, number of fissile regions…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C8009-02E3-8C4A-4F83-7B0186737D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77"/>
          <a:stretch>
            <a:fillRect/>
          </a:stretch>
        </p:blipFill>
        <p:spPr>
          <a:xfrm>
            <a:off x="2500312" y="4324634"/>
            <a:ext cx="7191375" cy="224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28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031829-5225-25C9-FEFD-0F7821572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1600"/>
            <a:ext cx="12192000" cy="2032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6ADDEF7-35B4-3824-500E-9E36A48C346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Planning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C53C39-98E8-BE58-C6AC-B50AD9185C01}"/>
              </a:ext>
            </a:extLst>
          </p:cNvPr>
          <p:cNvSpPr txBox="1"/>
          <p:nvPr/>
        </p:nvSpPr>
        <p:spPr>
          <a:xfrm rot="18790950">
            <a:off x="1238249" y="3091714"/>
            <a:ext cx="123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Exams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5CA8092-6EC8-21F3-CE7A-D71104161F8C}"/>
              </a:ext>
            </a:extLst>
          </p:cNvPr>
          <p:cNvSpPr/>
          <p:nvPr/>
        </p:nvSpPr>
        <p:spPr>
          <a:xfrm rot="5400000">
            <a:off x="1415256" y="3602830"/>
            <a:ext cx="176214" cy="612775"/>
          </a:xfrm>
          <a:prstGeom prst="leftBrace">
            <a:avLst>
              <a:gd name="adj1" fmla="val 5238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57C692-28CA-2DFC-5683-B01F11828289}"/>
              </a:ext>
            </a:extLst>
          </p:cNvPr>
          <p:cNvSpPr txBox="1"/>
          <p:nvPr/>
        </p:nvSpPr>
        <p:spPr>
          <a:xfrm rot="18790950">
            <a:off x="3712728" y="2631195"/>
            <a:ext cx="2736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Pavia trip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F8B2A37-9176-4444-51F9-9FDDF17FB5E9}"/>
              </a:ext>
            </a:extLst>
          </p:cNvPr>
          <p:cNvSpPr/>
          <p:nvPr/>
        </p:nvSpPr>
        <p:spPr>
          <a:xfrm rot="5400000">
            <a:off x="4099321" y="3731815"/>
            <a:ext cx="176213" cy="354806"/>
          </a:xfrm>
          <a:prstGeom prst="leftBrace">
            <a:avLst>
              <a:gd name="adj1" fmla="val 272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248F58-7FE4-6DC9-CB04-B34FFF28C482}"/>
              </a:ext>
            </a:extLst>
          </p:cNvPr>
          <p:cNvCxnSpPr/>
          <p:nvPr/>
        </p:nvCxnSpPr>
        <p:spPr>
          <a:xfrm flipV="1">
            <a:off x="4543425" y="3821110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9957741-6122-9EB6-278D-58E73BF0A391}"/>
              </a:ext>
            </a:extLst>
          </p:cNvPr>
          <p:cNvSpPr txBox="1"/>
          <p:nvPr/>
        </p:nvSpPr>
        <p:spPr>
          <a:xfrm rot="18790950">
            <a:off x="3908486" y="2276656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NE5 &amp; NE7 Coursework deadlines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00B029-1326-8E05-80A6-319B5E19CB7F}"/>
              </a:ext>
            </a:extLst>
          </p:cNvPr>
          <p:cNvCxnSpPr/>
          <p:nvPr/>
        </p:nvCxnSpPr>
        <p:spPr>
          <a:xfrm flipV="1">
            <a:off x="2733252" y="3821110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903C616-E504-838C-4EC0-5B639CA9BF1E}"/>
              </a:ext>
            </a:extLst>
          </p:cNvPr>
          <p:cNvSpPr txBox="1"/>
          <p:nvPr/>
        </p:nvSpPr>
        <p:spPr>
          <a:xfrm rot="18790950">
            <a:off x="2098313" y="2276656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3 Exam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2B0051-DB14-C22C-BC1A-EE7DD72AEC74}"/>
              </a:ext>
            </a:extLst>
          </p:cNvPr>
          <p:cNvCxnSpPr/>
          <p:nvPr/>
        </p:nvCxnSpPr>
        <p:spPr>
          <a:xfrm flipV="1">
            <a:off x="8429306" y="3821108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49B568-0816-8EC7-AF2F-83A7F072AFE1}"/>
              </a:ext>
            </a:extLst>
          </p:cNvPr>
          <p:cNvSpPr txBox="1"/>
          <p:nvPr/>
        </p:nvSpPr>
        <p:spPr>
          <a:xfrm rot="18790950">
            <a:off x="7794367" y="2276654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Abstract Deadline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2552B5-04F0-591A-FC99-D01DDE67A398}"/>
              </a:ext>
            </a:extLst>
          </p:cNvPr>
          <p:cNvCxnSpPr/>
          <p:nvPr/>
        </p:nvCxnSpPr>
        <p:spPr>
          <a:xfrm flipV="1">
            <a:off x="9156606" y="3821107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E120EC-DA7A-3300-F3A7-C9F59C80145C}"/>
              </a:ext>
            </a:extLst>
          </p:cNvPr>
          <p:cNvSpPr txBox="1"/>
          <p:nvPr/>
        </p:nvSpPr>
        <p:spPr>
          <a:xfrm rot="18790950">
            <a:off x="8521667" y="2276653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Conference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08B479-AF6C-E4C2-950A-AAB92A83B748}"/>
              </a:ext>
            </a:extLst>
          </p:cNvPr>
          <p:cNvCxnSpPr/>
          <p:nvPr/>
        </p:nvCxnSpPr>
        <p:spPr>
          <a:xfrm flipV="1">
            <a:off x="10691303" y="3821108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7FFBCA-201D-98A1-630D-12B50E8EDFE2}"/>
              </a:ext>
            </a:extLst>
          </p:cNvPr>
          <p:cNvSpPr txBox="1"/>
          <p:nvPr/>
        </p:nvSpPr>
        <p:spPr>
          <a:xfrm rot="18790950">
            <a:off x="10056364" y="2276654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First Draft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7739F0-5460-4A12-CEA1-0A861849CCEA}"/>
              </a:ext>
            </a:extLst>
          </p:cNvPr>
          <p:cNvCxnSpPr/>
          <p:nvPr/>
        </p:nvCxnSpPr>
        <p:spPr>
          <a:xfrm flipV="1">
            <a:off x="566427" y="3821105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C29596F-1B36-48BE-4D61-4098AED7AF93}"/>
              </a:ext>
            </a:extLst>
          </p:cNvPr>
          <p:cNvSpPr txBox="1"/>
          <p:nvPr/>
        </p:nvSpPr>
        <p:spPr>
          <a:xfrm rot="18790950">
            <a:off x="-68512" y="2276651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Easter 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E17192-1E92-C591-9756-DE3E46D32591}"/>
              </a:ext>
            </a:extLst>
          </p:cNvPr>
          <p:cNvSpPr txBox="1"/>
          <p:nvPr/>
        </p:nvSpPr>
        <p:spPr>
          <a:xfrm>
            <a:off x="2763082" y="6199083"/>
            <a:ext cx="5999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Dissertation Deadline: 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August 2026 12:00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432C0DE-AC6A-79C0-9B90-67B17DA83913}"/>
              </a:ext>
            </a:extLst>
          </p:cNvPr>
          <p:cNvCxnSpPr>
            <a:cxnSpLocks/>
            <a:endCxn id="25" idx="3"/>
          </p:cNvCxnSpPr>
          <p:nvPr/>
        </p:nvCxnSpPr>
        <p:spPr>
          <a:xfrm rot="10800000" flipV="1">
            <a:off x="8763001" y="5885068"/>
            <a:ext cx="3147923" cy="514070"/>
          </a:xfrm>
          <a:prstGeom prst="bentConnector3">
            <a:avLst>
              <a:gd name="adj1" fmla="val 619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102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00E8C-2A28-563E-93F0-CD97F686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A953BAF-C658-5569-145D-B930DCBD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351" y="453934"/>
            <a:ext cx="8370239" cy="929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8664E5-E3D6-656E-98F2-D09522B385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30000"/>
                </a:schemeClr>
              </a:gs>
              <a:gs pos="100000">
                <a:schemeClr val="bg1">
                  <a:lumMod val="75000"/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98D5AF-8B15-D663-B9CB-5669DEEA5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518" y="-378119"/>
            <a:ext cx="10581962" cy="2900518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Sitka Small Semibold" pitchFamily="2" charset="0"/>
                <a:cs typeface="Times New Roman" panose="02020603050405020304" pitchFamily="18" charset="0"/>
              </a:rPr>
              <a:t>Thank you for your attention.</a:t>
            </a:r>
            <a:br>
              <a:rPr lang="en-US" sz="4400" b="1" dirty="0">
                <a:latin typeface="Sitka Small Semibold" pitchFamily="2" charset="0"/>
                <a:cs typeface="Times New Roman" panose="02020603050405020304" pitchFamily="18" charset="0"/>
              </a:rPr>
            </a:br>
            <a:r>
              <a:rPr lang="en-US" sz="4400" dirty="0">
                <a:latin typeface="Sitka Small" pitchFamily="2" charset="0"/>
                <a:cs typeface="Times New Roman" panose="02020603050405020304" pitchFamily="18" charset="0"/>
              </a:rPr>
              <a:t>Any questions?</a:t>
            </a:r>
            <a:endParaRPr lang="LID4096" sz="4400" dirty="0">
              <a:latin typeface="Sitka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EF73F2EC-A31F-FF72-8CB3-AF203A8529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18" y="5442833"/>
            <a:ext cx="2375400" cy="494582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CE433A6C-AC1D-9329-85FD-B584F4F90F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18" y="4543427"/>
            <a:ext cx="1571263" cy="59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36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D069-7C2C-562B-3D78-1C5F5C7E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77E847A-D9A4-E000-3518-243D5AC79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62050"/>
            <a:ext cx="12192000" cy="4800991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  <a:t>The following slides are identical to the ones before, except the animations have been removed. </a:t>
            </a:r>
            <a:b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Sitka Small Semibold" pitchFamily="2" charset="0"/>
                <a:cs typeface="Times New Roman" panose="02020603050405020304" pitchFamily="18" charset="0"/>
              </a:rPr>
              <a:t>They will be used for answering questions.</a:t>
            </a:r>
            <a:endParaRPr lang="LID4096" sz="3200" b="1" dirty="0">
              <a:latin typeface="Sitka Small Semibold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439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62CDF-3CF7-BC6C-C27B-2AB69AF8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7246C62-4021-08F7-5138-1DE0B9F96483}"/>
                  </a:ext>
                </a:extLst>
              </p:cNvPr>
              <p:cNvSpPr/>
              <p:nvPr/>
            </p:nvSpPr>
            <p:spPr>
              <a:xfrm>
                <a:off x="9913978" y="197477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7246C62-4021-08F7-5138-1DE0B9F96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978" y="1974777"/>
                <a:ext cx="713541" cy="71354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1D02010-1FF5-4719-5939-C83E0E1790E1}"/>
                  </a:ext>
                </a:extLst>
              </p:cNvPr>
              <p:cNvSpPr/>
              <p:nvPr/>
            </p:nvSpPr>
            <p:spPr>
              <a:xfrm>
                <a:off x="10583109" y="2073995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1D02010-1FF5-4719-5939-C83E0E179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3109" y="2073995"/>
                <a:ext cx="713541" cy="71354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1950C79-9815-E26D-5EE5-9AAA9A31DBB3}"/>
                  </a:ext>
                </a:extLst>
              </p:cNvPr>
              <p:cNvSpPr/>
              <p:nvPr/>
            </p:nvSpPr>
            <p:spPr>
              <a:xfrm>
                <a:off x="11066085" y="222968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1950C79-9815-E26D-5EE5-9AAA9A31DB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6085" y="2229684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638521F-7A96-B828-BA54-9ABF94770E1D}"/>
                  </a:ext>
                </a:extLst>
              </p:cNvPr>
              <p:cNvSpPr/>
              <p:nvPr/>
            </p:nvSpPr>
            <p:spPr>
              <a:xfrm>
                <a:off x="6194559" y="4886064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638521F-7A96-B828-BA54-9ABF94770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559" y="4886064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0205F3-A8D7-9DE2-30DE-8BBBD093882F}"/>
              </a:ext>
            </a:extLst>
          </p:cNvPr>
          <p:cNvSpPr/>
          <p:nvPr/>
        </p:nvSpPr>
        <p:spPr>
          <a:xfrm>
            <a:off x="6275545" y="2830399"/>
            <a:ext cx="354447" cy="2032000"/>
          </a:xfrm>
          <a:custGeom>
            <a:avLst/>
            <a:gdLst>
              <a:gd name="csX0" fmla="*/ 0 w 354447"/>
              <a:gd name="csY0" fmla="*/ 0 h 2032000"/>
              <a:gd name="csX1" fmla="*/ 333829 w 354447"/>
              <a:gd name="csY1" fmla="*/ 841829 h 2032000"/>
              <a:gd name="csX2" fmla="*/ 290286 w 354447"/>
              <a:gd name="csY2" fmla="*/ 2032000 h 203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4447" h="2032000">
                <a:moveTo>
                  <a:pt x="0" y="0"/>
                </a:moveTo>
                <a:cubicBezTo>
                  <a:pt x="142724" y="251581"/>
                  <a:pt x="285448" y="503162"/>
                  <a:pt x="333829" y="841829"/>
                </a:cubicBezTo>
                <a:cubicBezTo>
                  <a:pt x="382210" y="1180496"/>
                  <a:pt x="336248" y="1606248"/>
                  <a:pt x="290286" y="2032000"/>
                </a:cubicBezTo>
              </a:path>
            </a:pathLst>
          </a:custGeom>
          <a:noFill/>
          <a:ln w="38100"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8D5BC-C715-020F-A64F-A56201C3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Neutron Interactions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C62BBCF-1289-E653-B5CC-78C9455FECF1}"/>
                  </a:ext>
                </a:extLst>
              </p:cNvPr>
              <p:cNvSpPr/>
              <p:nvPr/>
            </p:nvSpPr>
            <p:spPr>
              <a:xfrm>
                <a:off x="5739229" y="4847886"/>
                <a:ext cx="713541" cy="71354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C62BBCF-1289-E653-B5CC-78C9455FE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29" y="4847886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C970C7-35D6-2372-BA4B-4AC40767D0A0}"/>
                  </a:ext>
                </a:extLst>
              </p:cNvPr>
              <p:cNvSpPr/>
              <p:nvPr/>
            </p:nvSpPr>
            <p:spPr>
              <a:xfrm>
                <a:off x="1435744" y="4847885"/>
                <a:ext cx="713541" cy="71354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C970C7-35D6-2372-BA4B-4AC40767D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44" y="4847885"/>
                <a:ext cx="713541" cy="71354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17D0EBF-9FFB-A9FE-9161-B5559CBB5DFF}"/>
              </a:ext>
            </a:extLst>
          </p:cNvPr>
          <p:cNvSpPr txBox="1"/>
          <p:nvPr/>
        </p:nvSpPr>
        <p:spPr>
          <a:xfrm>
            <a:off x="1050178" y="5991718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95647-D5B7-391C-6FAD-67DB3187379D}"/>
              </a:ext>
            </a:extLst>
          </p:cNvPr>
          <p:cNvSpPr txBox="1"/>
          <p:nvPr/>
        </p:nvSpPr>
        <p:spPr>
          <a:xfrm>
            <a:off x="5353663" y="5991718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AA0533-D808-9BA2-1D56-D44D6BFC8615}"/>
              </a:ext>
            </a:extLst>
          </p:cNvPr>
          <p:cNvSpPr txBox="1"/>
          <p:nvPr/>
        </p:nvSpPr>
        <p:spPr>
          <a:xfrm>
            <a:off x="9657149" y="5991718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CAF081F-2727-CE8D-AAE8-51CE58D346F8}"/>
              </a:ext>
            </a:extLst>
          </p:cNvPr>
          <p:cNvSpPr/>
          <p:nvPr/>
        </p:nvSpPr>
        <p:spPr>
          <a:xfrm>
            <a:off x="838200" y="3062628"/>
            <a:ext cx="1611086" cy="1799771"/>
          </a:xfrm>
          <a:custGeom>
            <a:avLst/>
            <a:gdLst>
              <a:gd name="csX0" fmla="*/ 1611086 w 1611086"/>
              <a:gd name="csY0" fmla="*/ 0 h 1799771"/>
              <a:gd name="csX1" fmla="*/ 928915 w 1611086"/>
              <a:gd name="csY1" fmla="*/ 1799771 h 1799771"/>
              <a:gd name="csX2" fmla="*/ 0 w 1611086"/>
              <a:gd name="csY2" fmla="*/ 0 h 17997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11086" h="1799771">
                <a:moveTo>
                  <a:pt x="1611086" y="0"/>
                </a:moveTo>
                <a:cubicBezTo>
                  <a:pt x="1404257" y="899885"/>
                  <a:pt x="1197429" y="1799771"/>
                  <a:pt x="928915" y="1799771"/>
                </a:cubicBezTo>
                <a:cubicBezTo>
                  <a:pt x="660401" y="1799771"/>
                  <a:pt x="330200" y="899885"/>
                  <a:pt x="0" y="0"/>
                </a:cubicBezTo>
              </a:path>
            </a:pathLst>
          </a:custGeom>
          <a:ln w="38100">
            <a:prstDash val="sys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2FD0479-A7E4-8657-638B-BB6973EA3B68}"/>
                  </a:ext>
                </a:extLst>
              </p:cNvPr>
              <p:cNvSpPr/>
              <p:nvPr/>
            </p:nvSpPr>
            <p:spPr>
              <a:xfrm>
                <a:off x="370232" y="228272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2FD0479-A7E4-8657-638B-BB6973EA3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232" y="2282722"/>
                <a:ext cx="713541" cy="71354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4B82FF-0C27-A30F-DBC4-D12F6CFB7933}"/>
              </a:ext>
            </a:extLst>
          </p:cNvPr>
          <p:cNvCxnSpPr>
            <a:cxnSpLocks/>
          </p:cNvCxnSpPr>
          <p:nvPr/>
        </p:nvCxnSpPr>
        <p:spPr>
          <a:xfrm>
            <a:off x="9046723" y="2830399"/>
            <a:ext cx="987512" cy="2009007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D52ECF-0A8C-E4A5-EAB1-550E2EDFECD1}"/>
              </a:ext>
            </a:extLst>
          </p:cNvPr>
          <p:cNvCxnSpPr>
            <a:cxnSpLocks/>
          </p:cNvCxnSpPr>
          <p:nvPr/>
        </p:nvCxnSpPr>
        <p:spPr>
          <a:xfrm flipH="1" flipV="1">
            <a:off x="10322647" y="2754963"/>
            <a:ext cx="76838" cy="1933152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B7E3E2-F9A6-58E3-18FD-F1A02F75039B}"/>
              </a:ext>
            </a:extLst>
          </p:cNvPr>
          <p:cNvCxnSpPr>
            <a:cxnSpLocks/>
          </p:cNvCxnSpPr>
          <p:nvPr/>
        </p:nvCxnSpPr>
        <p:spPr>
          <a:xfrm flipV="1">
            <a:off x="10501313" y="2830399"/>
            <a:ext cx="322997" cy="1867807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F5F4DC-3753-48F7-5BBE-9D9F866285B4}"/>
              </a:ext>
            </a:extLst>
          </p:cNvPr>
          <p:cNvCxnSpPr>
            <a:cxnSpLocks/>
          </p:cNvCxnSpPr>
          <p:nvPr/>
        </p:nvCxnSpPr>
        <p:spPr>
          <a:xfrm flipV="1">
            <a:off x="10627519" y="2943225"/>
            <a:ext cx="669131" cy="179784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xplosion: 14 Points 48">
            <a:extLst>
              <a:ext uri="{FF2B5EF4-FFF2-40B4-BE49-F238E27FC236}">
                <a16:creationId xmlns:a16="http://schemas.microsoft.com/office/drawing/2014/main" id="{7A9DDAFC-8909-F9A4-DE20-24BF85FA62C1}"/>
              </a:ext>
            </a:extLst>
          </p:cNvPr>
          <p:cNvSpPr/>
          <p:nvPr/>
        </p:nvSpPr>
        <p:spPr>
          <a:xfrm rot="612696">
            <a:off x="9622487" y="4522548"/>
            <a:ext cx="1683495" cy="1344216"/>
          </a:xfrm>
          <a:prstGeom prst="irregularSeal2">
            <a:avLst/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52C13A-9916-50D6-B4E8-A0042682734F}"/>
              </a:ext>
            </a:extLst>
          </p:cNvPr>
          <p:cNvCxnSpPr>
            <a:cxnSpLocks/>
          </p:cNvCxnSpPr>
          <p:nvPr/>
        </p:nvCxnSpPr>
        <p:spPr>
          <a:xfrm>
            <a:off x="3643086" y="2102991"/>
            <a:ext cx="0" cy="4350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737B42D-1ABB-3660-8625-F97919686896}"/>
              </a:ext>
            </a:extLst>
          </p:cNvPr>
          <p:cNvCxnSpPr>
            <a:cxnSpLocks/>
          </p:cNvCxnSpPr>
          <p:nvPr/>
        </p:nvCxnSpPr>
        <p:spPr>
          <a:xfrm>
            <a:off x="8048172" y="2102991"/>
            <a:ext cx="0" cy="43503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466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E78D-4F57-2EAA-D510-E179A21B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33804F3-944A-7314-A6CF-4AD5B1DF3400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33804F3-944A-7314-A6CF-4AD5B1DF34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AE59A9C-E6CA-D73E-E040-664FFF37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DEDCD0-0556-732A-646F-C35EC067B25E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10D281-481F-3481-B62C-79E7486D4082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732717-28E4-F949-399C-E6C329220AE8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732717-28E4-F949-399C-E6C329220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71968-D96C-E876-5E64-7954E0A10719}"/>
                  </a:ext>
                </a:extLst>
              </p:cNvPr>
              <p:cNvSpPr txBox="1"/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871968-D96C-E876-5E64-7954E0A10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FF152B-6323-D24B-5AF3-174646120FA6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2406784"/>
            <a:ext cx="758825" cy="320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281571-66CD-0587-616E-ACE02D824410}"/>
                  </a:ext>
                </a:extLst>
              </p:cNvPr>
              <p:cNvSpPr txBox="1"/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281571-66CD-0587-616E-ACE02D824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72C27B-96E3-BC8B-F511-D4393F85A325}"/>
              </a:ext>
            </a:extLst>
          </p:cNvPr>
          <p:cNvCxnSpPr>
            <a:cxnSpLocks/>
          </p:cNvCxnSpPr>
          <p:nvPr/>
        </p:nvCxnSpPr>
        <p:spPr>
          <a:xfrm flipH="1">
            <a:off x="8080744" y="2339163"/>
            <a:ext cx="1297172" cy="5741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C1F84FB-5059-A249-5EE0-996FB4009943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278D5C-A027-B64C-81D7-C7393F051FCD}"/>
              </a:ext>
            </a:extLst>
          </p:cNvPr>
          <p:cNvSpPr/>
          <p:nvPr/>
        </p:nvSpPr>
        <p:spPr>
          <a:xfrm>
            <a:off x="10640259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AB7BB2-5EEE-B0D3-4C37-B66F7BD6201B}"/>
              </a:ext>
            </a:extLst>
          </p:cNvPr>
          <p:cNvSpPr/>
          <p:nvPr/>
        </p:nvSpPr>
        <p:spPr>
          <a:xfrm>
            <a:off x="116114" y="4165270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C02EB6B-00B8-8237-D0A1-8AD59C6EFEAA}"/>
                  </a:ext>
                </a:extLst>
              </p:cNvPr>
              <p:cNvSpPr/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C02EB6B-00B8-8237-D0A1-8AD59C6EFE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F60B4E6-E6D4-D44D-6FF5-8FA485CAF6E2}"/>
                  </a:ext>
                </a:extLst>
              </p:cNvPr>
              <p:cNvSpPr/>
              <p:nvPr/>
            </p:nvSpPr>
            <p:spPr>
              <a:xfrm>
                <a:off x="7540171" y="548781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F60B4E6-E6D4-D44D-6FF5-8FA485CAF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171" y="5487812"/>
                <a:ext cx="713541" cy="71354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65D6707-4ED2-5CFE-2919-FB04F2C37471}"/>
                  </a:ext>
                </a:extLst>
              </p:cNvPr>
              <p:cNvSpPr/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65D6707-4ED2-5CFE-2919-FB04F2C374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FB2134-0A65-24C0-D645-BFFC3D997791}"/>
              </a:ext>
            </a:extLst>
          </p:cNvPr>
          <p:cNvCxnSpPr>
            <a:cxnSpLocks/>
          </p:cNvCxnSpPr>
          <p:nvPr/>
        </p:nvCxnSpPr>
        <p:spPr>
          <a:xfrm>
            <a:off x="7540171" y="3319463"/>
            <a:ext cx="0" cy="22950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0FA603-4A32-29D4-0FFD-D7AF324D0A5F}"/>
              </a:ext>
            </a:extLst>
          </p:cNvPr>
          <p:cNvCxnSpPr>
            <a:cxnSpLocks/>
          </p:cNvCxnSpPr>
          <p:nvPr/>
        </p:nvCxnSpPr>
        <p:spPr>
          <a:xfrm>
            <a:off x="7678057" y="3393281"/>
            <a:ext cx="0" cy="1940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278FC1-F0EF-28FA-87B1-21759693B751}"/>
              </a:ext>
            </a:extLst>
          </p:cNvPr>
          <p:cNvCxnSpPr>
            <a:cxnSpLocks/>
          </p:cNvCxnSpPr>
          <p:nvPr/>
        </p:nvCxnSpPr>
        <p:spPr>
          <a:xfrm flipH="1">
            <a:off x="7787499" y="3371850"/>
            <a:ext cx="28444" cy="2202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2ADAEB-3FCD-713A-2B07-D1F296D8E600}"/>
                  </a:ext>
                </a:extLst>
              </p:cNvPr>
              <p:cNvSpPr txBox="1"/>
              <p:nvPr/>
            </p:nvSpPr>
            <p:spPr>
              <a:xfrm>
                <a:off x="101599" y="3454713"/>
                <a:ext cx="19066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2ADAEB-3FCD-713A-2B07-D1F296D8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54713"/>
                <a:ext cx="190662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53BC6-005F-A055-6F3F-EC1B86656947}"/>
                  </a:ext>
                </a:extLst>
              </p:cNvPr>
              <p:cNvSpPr txBox="1"/>
              <p:nvPr/>
            </p:nvSpPr>
            <p:spPr>
              <a:xfrm>
                <a:off x="101600" y="6123542"/>
                <a:ext cx="2096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B53BC6-005F-A055-6F3F-EC1B86656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123542"/>
                <a:ext cx="209685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4B0CBE-469D-D7B6-D7FE-605A0810D809}"/>
                  </a:ext>
                </a:extLst>
              </p:cNvPr>
              <p:cNvSpPr txBox="1"/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4B0CBE-469D-D7B6-D7FE-605A0810D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495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8BB5-512A-5600-0286-CF72DF04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8B160F1-653E-1CBE-89D8-B48E9A466C3D}"/>
                  </a:ext>
                </a:extLst>
              </p:cNvPr>
              <p:cNvSpPr/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8B160F1-653E-1CBE-89D8-B48E9A466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10173"/>
                <a:ext cx="12192000" cy="23419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AB4F17-F40A-74F5-C54B-5AA5C008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0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Monte Carlo Cycle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740BD3-4FCC-1DE8-317A-48530C4ADDEC}"/>
              </a:ext>
            </a:extLst>
          </p:cNvPr>
          <p:cNvSpPr/>
          <p:nvPr/>
        </p:nvSpPr>
        <p:spPr>
          <a:xfrm>
            <a:off x="116114" y="4165270"/>
            <a:ext cx="11974286" cy="234197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Fission Bank</a:t>
            </a:r>
            <a:endParaRPr lang="en-GB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D336E6-332E-4F92-82F2-D616FABC7D31}"/>
                  </a:ext>
                </a:extLst>
              </p:cNvPr>
              <p:cNvSpPr txBox="1"/>
              <p:nvPr/>
            </p:nvSpPr>
            <p:spPr>
              <a:xfrm>
                <a:off x="101600" y="6095322"/>
                <a:ext cx="31721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D336E6-332E-4F92-82F2-D616FABC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095322"/>
                <a:ext cx="3172178" cy="461665"/>
              </a:xfrm>
              <a:prstGeom prst="rect">
                <a:avLst/>
              </a:prstGeom>
              <a:blipFill>
                <a:blip r:embed="rId4"/>
                <a:stretch>
                  <a:fillRect l="-5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5B14BB6-E512-60C1-1707-B24D252E1EC7}"/>
              </a:ext>
            </a:extLst>
          </p:cNvPr>
          <p:cNvSpPr txBox="1"/>
          <p:nvPr/>
        </p:nvSpPr>
        <p:spPr>
          <a:xfrm>
            <a:off x="10183779" y="3373915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Neutrons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BC94D0-373A-7E41-8711-C20AFEAA60A8}"/>
              </a:ext>
            </a:extLst>
          </p:cNvPr>
          <p:cNvSpPr txBox="1"/>
          <p:nvPr/>
        </p:nvSpPr>
        <p:spPr>
          <a:xfrm>
            <a:off x="10169265" y="6068457"/>
            <a:ext cx="190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Neutrons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CD60FB9-6D13-7AC5-4EBE-863C7A4953E7}"/>
                  </a:ext>
                </a:extLst>
              </p:cNvPr>
              <p:cNvSpPr/>
              <p:nvPr/>
            </p:nvSpPr>
            <p:spPr>
              <a:xfrm>
                <a:off x="7321286" y="267130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CD60FB9-6D13-7AC5-4EBE-863C7A4953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2671302"/>
                <a:ext cx="713541" cy="71354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6039495-BA76-7A8E-7FC8-66597B166A15}"/>
                  </a:ext>
                </a:extLst>
              </p:cNvPr>
              <p:cNvSpPr/>
              <p:nvPr/>
            </p:nvSpPr>
            <p:spPr>
              <a:xfrm>
                <a:off x="7088180" y="2938002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6039495-BA76-7A8E-7FC8-66597B166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2938002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21C677-F081-D770-3F4A-7C8F06467297}"/>
                  </a:ext>
                </a:extLst>
              </p:cNvPr>
              <p:cNvSpPr txBox="1"/>
              <p:nvPr/>
            </p:nvSpPr>
            <p:spPr>
              <a:xfrm>
                <a:off x="101599" y="3426493"/>
                <a:ext cx="31721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21C677-F081-D770-3F4A-7C8F0646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26493"/>
                <a:ext cx="3172179" cy="461665"/>
              </a:xfrm>
              <a:prstGeom prst="rect">
                <a:avLst/>
              </a:prstGeom>
              <a:blipFill>
                <a:blip r:embed="rId7"/>
                <a:stretch>
                  <a:fillRect l="-57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134D87C-05D1-A0E8-C903-F8236C7A7E6F}"/>
              </a:ext>
            </a:extLst>
          </p:cNvPr>
          <p:cNvGrpSpPr/>
          <p:nvPr/>
        </p:nvGrpSpPr>
        <p:grpSpPr>
          <a:xfrm>
            <a:off x="2209798" y="981075"/>
            <a:ext cx="8258178" cy="4895850"/>
            <a:chOff x="2209798" y="981075"/>
            <a:chExt cx="8258178" cy="489585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8EA9660-3EE6-6047-DE01-37F44CB66A5C}"/>
                </a:ext>
              </a:extLst>
            </p:cNvPr>
            <p:cNvSpPr/>
            <p:nvPr/>
          </p:nvSpPr>
          <p:spPr>
            <a:xfrm>
              <a:off x="2209798" y="981075"/>
              <a:ext cx="8258178" cy="489585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07DE0C-1243-3F61-85B1-FEFE98D39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81336" y="1863922"/>
              <a:ext cx="6515100" cy="159393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378C025-6B64-77CB-84A9-4EFBF6D92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00500" y="4033118"/>
              <a:ext cx="4191000" cy="13850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4590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1CDD-F4B2-3FDA-CA03-03D2FF80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559F0D-2466-01BF-4076-9C1DD4140CD4}"/>
              </a:ext>
            </a:extLst>
          </p:cNvPr>
          <p:cNvSpPr/>
          <p:nvPr/>
        </p:nvSpPr>
        <p:spPr>
          <a:xfrm>
            <a:off x="0" y="4292154"/>
            <a:ext cx="12192000" cy="23419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6FD6D2-CBE5-973D-321F-BBF458B8BC3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Neutron Clustering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1A2601-80DA-EA84-BD94-19411788C648}"/>
              </a:ext>
            </a:extLst>
          </p:cNvPr>
          <p:cNvSpPr/>
          <p:nvPr/>
        </p:nvSpPr>
        <p:spPr>
          <a:xfrm>
            <a:off x="0" y="1510173"/>
            <a:ext cx="12192000" cy="23419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5E074C8-D08C-880B-22EC-7B2E27EA6082}"/>
              </a:ext>
            </a:extLst>
          </p:cNvPr>
          <p:cNvCxnSpPr/>
          <p:nvPr/>
        </p:nvCxnSpPr>
        <p:spPr>
          <a:xfrm flipV="1">
            <a:off x="1774573" y="2494513"/>
            <a:ext cx="959102" cy="2582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C9AE325-135F-B149-F13A-467AAB4A1D35}"/>
              </a:ext>
            </a:extLst>
          </p:cNvPr>
          <p:cNvCxnSpPr>
            <a:cxnSpLocks/>
          </p:cNvCxnSpPr>
          <p:nvPr/>
        </p:nvCxnSpPr>
        <p:spPr>
          <a:xfrm>
            <a:off x="3110077" y="2406784"/>
            <a:ext cx="1366673" cy="584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9B8F44-D492-804D-0A84-A844C57EE96E}"/>
                  </a:ext>
                </a:extLst>
              </p:cNvPr>
              <p:cNvSpPr txBox="1"/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9B8F44-D492-804D-0A84-A844C57EE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675" y="2254287"/>
                <a:ext cx="4384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D435C4-FEDC-AF59-CB52-4950514CC458}"/>
                  </a:ext>
                </a:extLst>
              </p:cNvPr>
              <p:cNvSpPr txBox="1"/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D435C4-FEDC-AF59-CB52-4950514CC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889007"/>
                <a:ext cx="4384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59DAC7-7353-1089-DBB3-080E3018B819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2406784"/>
            <a:ext cx="758825" cy="320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4ECA8F-AF23-C372-8760-EE033AE274C1}"/>
                  </a:ext>
                </a:extLst>
              </p:cNvPr>
              <p:cNvSpPr txBox="1"/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4ECA8F-AF23-C372-8760-EE033AE27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028" y="2069621"/>
                <a:ext cx="4384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46A99F-3535-5396-1519-6BA0C1B76766}"/>
              </a:ext>
            </a:extLst>
          </p:cNvPr>
          <p:cNvCxnSpPr>
            <a:cxnSpLocks/>
          </p:cNvCxnSpPr>
          <p:nvPr/>
        </p:nvCxnSpPr>
        <p:spPr>
          <a:xfrm flipH="1">
            <a:off x="8080744" y="2339163"/>
            <a:ext cx="1297172" cy="5741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F0AB126-E9B5-472A-A70E-D4F0F83B2DEF}"/>
              </a:ext>
            </a:extLst>
          </p:cNvPr>
          <p:cNvSpPr/>
          <p:nvPr/>
        </p:nvSpPr>
        <p:spPr>
          <a:xfrm>
            <a:off x="1061032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C072D6-BC36-2E07-81CE-D80905BAE25D}"/>
              </a:ext>
            </a:extLst>
          </p:cNvPr>
          <p:cNvSpPr/>
          <p:nvPr/>
        </p:nvSpPr>
        <p:spPr>
          <a:xfrm>
            <a:off x="10640259" y="2494513"/>
            <a:ext cx="713541" cy="713541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99EF9DF-0FED-CA3E-F480-66E0AE56466B}"/>
                  </a:ext>
                </a:extLst>
              </p:cNvPr>
              <p:cNvSpPr/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99EF9DF-0FED-CA3E-F480-66E0AE564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286" y="5347827"/>
                <a:ext cx="713541" cy="71354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D965A0C-A9A1-79E2-705A-C4E17FF150C3}"/>
                  </a:ext>
                </a:extLst>
              </p:cNvPr>
              <p:cNvSpPr/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nl-NL" sz="28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sPre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D965A0C-A9A1-79E2-705A-C4E17FF15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180" y="5614527"/>
                <a:ext cx="713541" cy="71354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33D1E1D-A8D8-3D45-1E77-E92DD4A41A1C}"/>
              </a:ext>
            </a:extLst>
          </p:cNvPr>
          <p:cNvCxnSpPr>
            <a:cxnSpLocks/>
          </p:cNvCxnSpPr>
          <p:nvPr/>
        </p:nvCxnSpPr>
        <p:spPr>
          <a:xfrm>
            <a:off x="7540171" y="3319463"/>
            <a:ext cx="0" cy="22950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BAF3FE-E994-0FDA-AE7E-5FC20004C7A2}"/>
              </a:ext>
            </a:extLst>
          </p:cNvPr>
          <p:cNvCxnSpPr>
            <a:cxnSpLocks/>
          </p:cNvCxnSpPr>
          <p:nvPr/>
        </p:nvCxnSpPr>
        <p:spPr>
          <a:xfrm>
            <a:off x="7678057" y="3393281"/>
            <a:ext cx="0" cy="1940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194BD0-69A4-AC7F-D7F0-F0E4425A23D6}"/>
              </a:ext>
            </a:extLst>
          </p:cNvPr>
          <p:cNvCxnSpPr>
            <a:cxnSpLocks/>
          </p:cNvCxnSpPr>
          <p:nvPr/>
        </p:nvCxnSpPr>
        <p:spPr>
          <a:xfrm>
            <a:off x="7815943" y="3371850"/>
            <a:ext cx="0" cy="626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FAB1634-5496-3679-6FFD-DFA85F97DBB6}"/>
                  </a:ext>
                </a:extLst>
              </p:cNvPr>
              <p:cNvSpPr txBox="1"/>
              <p:nvPr/>
            </p:nvSpPr>
            <p:spPr>
              <a:xfrm>
                <a:off x="101599" y="3454713"/>
                <a:ext cx="19066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FAB1634-5496-3679-6FFD-DFA85F97D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9" y="3454713"/>
                <a:ext cx="190662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5D5329-618B-8886-737A-BBB2044B65A1}"/>
                  </a:ext>
                </a:extLst>
              </p:cNvPr>
              <p:cNvSpPr txBox="1"/>
              <p:nvPr/>
            </p:nvSpPr>
            <p:spPr>
              <a:xfrm>
                <a:off x="101600" y="6123542"/>
                <a:ext cx="2096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Generation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5D5329-618B-8886-737A-BBB2044B6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6123542"/>
                <a:ext cx="209685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DD76449-F893-4943-7D96-C18CADE15434}"/>
                  </a:ext>
                </a:extLst>
              </p:cNvPr>
              <p:cNvSpPr txBox="1"/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DD76449-F893-4943-7D96-C18CADE15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10" y="2874066"/>
                <a:ext cx="4384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C1E15F4-5F6A-1C41-B992-3D82E1001311}"/>
              </a:ext>
            </a:extLst>
          </p:cNvPr>
          <p:cNvSpPr txBox="1"/>
          <p:nvPr/>
        </p:nvSpPr>
        <p:spPr>
          <a:xfrm>
            <a:off x="101600" y="3886038"/>
            <a:ext cx="2096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50C9916A-A1D7-1F31-CD85-899F4D0C8213}"/>
              </a:ext>
            </a:extLst>
          </p:cNvPr>
          <p:cNvSpPr/>
          <p:nvPr/>
        </p:nvSpPr>
        <p:spPr>
          <a:xfrm>
            <a:off x="7720987" y="3954498"/>
            <a:ext cx="189698" cy="189698"/>
          </a:xfrm>
          <a:prstGeom prst="mathMultiply">
            <a:avLst>
              <a:gd name="adj1" fmla="val 106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282DC5-8F3A-111C-9F88-E92AC82C9A38}"/>
              </a:ext>
            </a:extLst>
          </p:cNvPr>
          <p:cNvSpPr txBox="1"/>
          <p:nvPr/>
        </p:nvSpPr>
        <p:spPr>
          <a:xfrm>
            <a:off x="2167738" y="5538767"/>
            <a:ext cx="3013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latin typeface="Sitka Banner Semibold" pitchFamily="2" charset="0"/>
                <a:cs typeface="Times New Roman" panose="02020603050405020304" pitchFamily="18" charset="0"/>
              </a:rPr>
              <a:t>Clustered!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F95B25-E184-EB2B-FDB7-C159DD7EB126}"/>
              </a:ext>
            </a:extLst>
          </p:cNvPr>
          <p:cNvSpPr/>
          <p:nvPr/>
        </p:nvSpPr>
        <p:spPr>
          <a:xfrm rot="18995356">
            <a:off x="6719734" y="5052916"/>
            <a:ext cx="1673446" cy="148641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AAA720-C8E9-688F-F26D-4A1D87AA70D0}"/>
              </a:ext>
            </a:extLst>
          </p:cNvPr>
          <p:cNvCxnSpPr>
            <a:cxnSpLocks/>
          </p:cNvCxnSpPr>
          <p:nvPr/>
        </p:nvCxnSpPr>
        <p:spPr>
          <a:xfrm flipV="1">
            <a:off x="4911830" y="5796125"/>
            <a:ext cx="1681695" cy="1273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187E967-03B3-18AE-DFC0-5D3B46C38C44}"/>
              </a:ext>
            </a:extLst>
          </p:cNvPr>
          <p:cNvSpPr/>
          <p:nvPr/>
        </p:nvSpPr>
        <p:spPr>
          <a:xfrm>
            <a:off x="4354027" y="2718683"/>
            <a:ext cx="673450" cy="68009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CB2BF8-FEA9-639A-0F36-6DC3F94E119F}"/>
              </a:ext>
            </a:extLst>
          </p:cNvPr>
          <p:cNvSpPr/>
          <p:nvPr/>
        </p:nvSpPr>
        <p:spPr>
          <a:xfrm>
            <a:off x="7341331" y="2712009"/>
            <a:ext cx="673450" cy="68009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6D388-9374-D7E4-55A0-D23082A6A31B}"/>
              </a:ext>
            </a:extLst>
          </p:cNvPr>
          <p:cNvSpPr txBox="1"/>
          <p:nvPr/>
        </p:nvSpPr>
        <p:spPr>
          <a:xfrm>
            <a:off x="2952876" y="1647043"/>
            <a:ext cx="4241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Sitka Banner Semibold" pitchFamily="2" charset="0"/>
                <a:cs typeface="Times New Roman" panose="02020603050405020304" pitchFamily="18" charset="0"/>
              </a:rPr>
              <a:t>Removal is uniform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770BE5-16A2-6211-F572-675C44C08443}"/>
              </a:ext>
            </a:extLst>
          </p:cNvPr>
          <p:cNvCxnSpPr>
            <a:cxnSpLocks/>
          </p:cNvCxnSpPr>
          <p:nvPr/>
        </p:nvCxnSpPr>
        <p:spPr>
          <a:xfrm flipH="1">
            <a:off x="4791661" y="2104285"/>
            <a:ext cx="102313" cy="5768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1333492-66D4-47B0-6F11-F6D1B60C9776}"/>
              </a:ext>
            </a:extLst>
          </p:cNvPr>
          <p:cNvCxnSpPr>
            <a:cxnSpLocks/>
          </p:cNvCxnSpPr>
          <p:nvPr/>
        </p:nvCxnSpPr>
        <p:spPr>
          <a:xfrm>
            <a:off x="6315535" y="2170263"/>
            <a:ext cx="1025796" cy="582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873ED4E-E551-63F7-B03B-84F28ED28552}"/>
              </a:ext>
            </a:extLst>
          </p:cNvPr>
          <p:cNvSpPr txBox="1"/>
          <p:nvPr/>
        </p:nvSpPr>
        <p:spPr>
          <a:xfrm>
            <a:off x="8537122" y="3196085"/>
            <a:ext cx="2933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Sitka Banner Semibold" pitchFamily="2" charset="0"/>
                <a:cs typeface="Times New Roman" panose="02020603050405020304" pitchFamily="18" charset="0"/>
              </a:rPr>
              <a:t>Creation must happen near a ‘parent’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F89CF88-FC72-0E62-0F57-4395FCBE6AEF}"/>
              </a:ext>
            </a:extLst>
          </p:cNvPr>
          <p:cNvCxnSpPr>
            <a:cxnSpLocks/>
          </p:cNvCxnSpPr>
          <p:nvPr/>
        </p:nvCxnSpPr>
        <p:spPr>
          <a:xfrm flipH="1" flipV="1">
            <a:off x="7910685" y="3379135"/>
            <a:ext cx="626437" cy="129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452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385E-D096-1768-AFE4-5AEABF3D1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0828EC-3C73-9B97-F04E-BB0E6EAF8EC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Consequences of Clustering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CFB91-D585-A564-1C25-8BAB3F806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955" y="1299683"/>
            <a:ext cx="3963845" cy="439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47C3A7-7618-A309-BC9D-95C752C614FB}"/>
              </a:ext>
            </a:extLst>
          </p:cNvPr>
          <p:cNvSpPr txBox="1"/>
          <p:nvPr/>
        </p:nvSpPr>
        <p:spPr>
          <a:xfrm>
            <a:off x="1387475" y="1765015"/>
            <a:ext cx="522922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problem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Fixation &gt; Dispersion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density is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fission source convergence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More computation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More uncertainty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effect final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entropy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impression of convergence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Useful for measurements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504EEB-2274-574D-B3E4-8392C5E83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939" y="5805508"/>
            <a:ext cx="4989522" cy="579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A84B85-C91B-D9D0-DECA-970725BCA0EF}"/>
              </a:ext>
            </a:extLst>
          </p:cNvPr>
          <p:cNvSpPr txBox="1"/>
          <p:nvPr/>
        </p:nvSpPr>
        <p:spPr>
          <a:xfrm>
            <a:off x="6976264" y="6294016"/>
            <a:ext cx="3895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Sutton, T. M. &amp; Mittal (2017)</a:t>
            </a: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52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0224-8AC0-E6D6-D4BB-2EC761AA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F480672-E8DF-6B34-4B75-5E19C8C723B2}"/>
              </a:ext>
            </a:extLst>
          </p:cNvPr>
          <p:cNvSpPr/>
          <p:nvPr/>
        </p:nvSpPr>
        <p:spPr>
          <a:xfrm>
            <a:off x="2952748" y="1510174"/>
            <a:ext cx="6286503" cy="534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9AD641-A499-4F10-BEEB-F023BF3E20BC}"/>
              </a:ext>
            </a:extLst>
          </p:cNvPr>
          <p:cNvSpPr/>
          <p:nvPr/>
        </p:nvSpPr>
        <p:spPr>
          <a:xfrm>
            <a:off x="923925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129F66-ED27-456F-27E0-EE080166862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Fission Matrix Acceleration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64FA9-7BE4-2B07-D164-E679FAA93E14}"/>
              </a:ext>
            </a:extLst>
          </p:cNvPr>
          <p:cNvSpPr/>
          <p:nvPr/>
        </p:nvSpPr>
        <p:spPr>
          <a:xfrm>
            <a:off x="1" y="1510174"/>
            <a:ext cx="2952749" cy="534782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BBFDF4-7520-B306-2E14-E56995E7D1EB}"/>
              </a:ext>
            </a:extLst>
          </p:cNvPr>
          <p:cNvSpPr txBox="1"/>
          <p:nvPr/>
        </p:nvSpPr>
        <p:spPr>
          <a:xfrm>
            <a:off x="510415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84216-9D0F-DC18-CF2C-08D5708E096D}"/>
              </a:ext>
            </a:extLst>
          </p:cNvPr>
          <p:cNvSpPr txBox="1"/>
          <p:nvPr/>
        </p:nvSpPr>
        <p:spPr>
          <a:xfrm>
            <a:off x="9862310" y="1510174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02E2D-7B23-E775-2D16-B4331DBD601F}"/>
              </a:ext>
            </a:extLst>
          </p:cNvPr>
          <p:cNvSpPr txBox="1"/>
          <p:nvPr/>
        </p:nvSpPr>
        <p:spPr>
          <a:xfrm>
            <a:off x="5130040" y="1530490"/>
            <a:ext cx="1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0E17FE0-A949-3E52-C6D9-EC1EA91A52C1}"/>
              </a:ext>
            </a:extLst>
          </p:cNvPr>
          <p:cNvSpPr/>
          <p:nvPr/>
        </p:nvSpPr>
        <p:spPr>
          <a:xfrm>
            <a:off x="995352" y="44055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1B5D91F-E728-A03A-B366-6E0B2FCEBD9B}"/>
              </a:ext>
            </a:extLst>
          </p:cNvPr>
          <p:cNvSpPr/>
          <p:nvPr/>
        </p:nvSpPr>
        <p:spPr>
          <a:xfrm>
            <a:off x="10109227" y="322464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144C21A-5670-6012-3D03-514BF30DD2C4}"/>
              </a:ext>
            </a:extLst>
          </p:cNvPr>
          <p:cNvSpPr/>
          <p:nvPr/>
        </p:nvSpPr>
        <p:spPr>
          <a:xfrm>
            <a:off x="11673714" y="403819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E96F44-86E5-49BB-E872-944C55B340CC}"/>
              </a:ext>
            </a:extLst>
          </p:cNvPr>
          <p:cNvSpPr/>
          <p:nvPr/>
        </p:nvSpPr>
        <p:spPr>
          <a:xfrm>
            <a:off x="618037" y="604891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653A31-2EE7-4FAE-0CCB-2985BE51E34E}"/>
              </a:ext>
            </a:extLst>
          </p:cNvPr>
          <p:cNvSpPr/>
          <p:nvPr/>
        </p:nvSpPr>
        <p:spPr>
          <a:xfrm>
            <a:off x="1774958" y="406357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8544C72-01CC-DC00-871A-152FCA3C789D}"/>
              </a:ext>
            </a:extLst>
          </p:cNvPr>
          <p:cNvSpPr/>
          <p:nvPr/>
        </p:nvSpPr>
        <p:spPr>
          <a:xfrm>
            <a:off x="9662984" y="3566481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A8ADB9-EFA0-AE27-2FA0-94DE8CAED812}"/>
              </a:ext>
            </a:extLst>
          </p:cNvPr>
          <p:cNvSpPr/>
          <p:nvPr/>
        </p:nvSpPr>
        <p:spPr>
          <a:xfrm>
            <a:off x="9845960" y="576622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0E63DDA-7FBF-5A9B-9E34-096D16183F25}"/>
              </a:ext>
            </a:extLst>
          </p:cNvPr>
          <p:cNvSpPr/>
          <p:nvPr/>
        </p:nvSpPr>
        <p:spPr>
          <a:xfrm>
            <a:off x="949029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A44F97A-3D03-E236-7B9A-81609F79CB41}"/>
              </a:ext>
            </a:extLst>
          </p:cNvPr>
          <p:cNvSpPr/>
          <p:nvPr/>
        </p:nvSpPr>
        <p:spPr>
          <a:xfrm>
            <a:off x="10721538" y="470679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47A4C0A-BCA7-DEC1-A934-F33AD9967EC2}"/>
              </a:ext>
            </a:extLst>
          </p:cNvPr>
          <p:cNvSpPr/>
          <p:nvPr/>
        </p:nvSpPr>
        <p:spPr>
          <a:xfrm>
            <a:off x="11286593" y="540899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860D16-8068-6539-0E38-4FA613DA8C24}"/>
              </a:ext>
            </a:extLst>
          </p:cNvPr>
          <p:cNvSpPr/>
          <p:nvPr/>
        </p:nvSpPr>
        <p:spPr>
          <a:xfrm>
            <a:off x="654942" y="377864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A6307A-0C7A-4F6A-FB40-B26A9D5CA319}"/>
              </a:ext>
            </a:extLst>
          </p:cNvPr>
          <p:cNvSpPr/>
          <p:nvPr/>
        </p:nvSpPr>
        <p:spPr>
          <a:xfrm>
            <a:off x="2046951" y="580788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50037D-0DFF-7D3D-E308-C45F8034CF11}"/>
              </a:ext>
            </a:extLst>
          </p:cNvPr>
          <p:cNvSpPr/>
          <p:nvPr/>
        </p:nvSpPr>
        <p:spPr>
          <a:xfrm>
            <a:off x="1263918" y="35114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D11B399-D5A6-1959-E54C-5AD7BA812E9E}"/>
              </a:ext>
            </a:extLst>
          </p:cNvPr>
          <p:cNvSpPr/>
          <p:nvPr/>
        </p:nvSpPr>
        <p:spPr>
          <a:xfrm>
            <a:off x="2326253" y="32876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6E0DC-A92E-0768-A74D-9C246CADBE12}"/>
              </a:ext>
            </a:extLst>
          </p:cNvPr>
          <p:cNvSpPr/>
          <p:nvPr/>
        </p:nvSpPr>
        <p:spPr>
          <a:xfrm>
            <a:off x="9456894" y="4108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C5B719-C308-698D-BEA3-045C0817FAB7}"/>
              </a:ext>
            </a:extLst>
          </p:cNvPr>
          <p:cNvSpPr/>
          <p:nvPr/>
        </p:nvSpPr>
        <p:spPr>
          <a:xfrm>
            <a:off x="10814079" y="280378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768FA1-DE17-17AF-0A29-A104B08AB77F}"/>
              </a:ext>
            </a:extLst>
          </p:cNvPr>
          <p:cNvSpPr/>
          <p:nvPr/>
        </p:nvSpPr>
        <p:spPr>
          <a:xfrm>
            <a:off x="11767078" y="334515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E4E0A6-5558-C3D3-4827-B30DDE8AE5D2}"/>
              </a:ext>
            </a:extLst>
          </p:cNvPr>
          <p:cNvSpPr/>
          <p:nvPr/>
        </p:nvSpPr>
        <p:spPr>
          <a:xfrm>
            <a:off x="10197147" y="588673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39A638-DDCF-FB2A-1396-00FB0F54B14D}"/>
              </a:ext>
            </a:extLst>
          </p:cNvPr>
          <p:cNvSpPr/>
          <p:nvPr/>
        </p:nvSpPr>
        <p:spPr>
          <a:xfrm>
            <a:off x="9488600" y="4736375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DB81346-1DE8-FDC9-C0FC-FB3F78045A85}"/>
              </a:ext>
            </a:extLst>
          </p:cNvPr>
          <p:cNvSpPr/>
          <p:nvPr/>
        </p:nvSpPr>
        <p:spPr>
          <a:xfrm>
            <a:off x="9636072" y="242143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13A39C-338F-DDEA-020C-2FCB4D94FDE2}"/>
              </a:ext>
            </a:extLst>
          </p:cNvPr>
          <p:cNvSpPr/>
          <p:nvPr/>
        </p:nvSpPr>
        <p:spPr>
          <a:xfrm>
            <a:off x="11603116" y="457220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83E8B0-FB73-68EB-982B-03C7DC6A2E5A}"/>
              </a:ext>
            </a:extLst>
          </p:cNvPr>
          <p:cNvSpPr/>
          <p:nvPr/>
        </p:nvSpPr>
        <p:spPr>
          <a:xfrm>
            <a:off x="10969217" y="59037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59DBF77-B999-1265-4CFD-06AE1D13399F}"/>
              </a:ext>
            </a:extLst>
          </p:cNvPr>
          <p:cNvSpPr/>
          <p:nvPr/>
        </p:nvSpPr>
        <p:spPr>
          <a:xfrm>
            <a:off x="637195" y="2596219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0B77195-0057-8E1B-6CF3-EBA466ADD187}"/>
              </a:ext>
            </a:extLst>
          </p:cNvPr>
          <p:cNvSpPr/>
          <p:nvPr/>
        </p:nvSpPr>
        <p:spPr>
          <a:xfrm>
            <a:off x="2442335" y="268326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65B609A-FB74-075D-0812-D525089F638C}"/>
              </a:ext>
            </a:extLst>
          </p:cNvPr>
          <p:cNvSpPr/>
          <p:nvPr/>
        </p:nvSpPr>
        <p:spPr>
          <a:xfrm>
            <a:off x="2169946" y="436621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53B73AA-4121-D871-2252-2FCDFAB51857}"/>
              </a:ext>
            </a:extLst>
          </p:cNvPr>
          <p:cNvSpPr/>
          <p:nvPr/>
        </p:nvSpPr>
        <p:spPr>
          <a:xfrm>
            <a:off x="92644" y="526077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B12D7D2-CA64-2C08-53D6-F78DB45CBBA0}"/>
              </a:ext>
            </a:extLst>
          </p:cNvPr>
          <p:cNvSpPr/>
          <p:nvPr/>
        </p:nvSpPr>
        <p:spPr>
          <a:xfrm>
            <a:off x="10198599" y="312267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53CF7E1-7ED7-E7DE-6DE4-096AD6726BDB}"/>
              </a:ext>
            </a:extLst>
          </p:cNvPr>
          <p:cNvSpPr/>
          <p:nvPr/>
        </p:nvSpPr>
        <p:spPr>
          <a:xfrm>
            <a:off x="11763086" y="3936232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A800A52-E378-F94F-9E89-39A0CE7187E2}"/>
              </a:ext>
            </a:extLst>
          </p:cNvPr>
          <p:cNvSpPr/>
          <p:nvPr/>
        </p:nvSpPr>
        <p:spPr>
          <a:xfrm>
            <a:off x="9935332" y="5664256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9509796-45A6-B506-4608-073002F70500}"/>
              </a:ext>
            </a:extLst>
          </p:cNvPr>
          <p:cNvSpPr/>
          <p:nvPr/>
        </p:nvSpPr>
        <p:spPr>
          <a:xfrm>
            <a:off x="11951696" y="442406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9B89969-DBA7-3EA2-8C39-2314197E3695}"/>
              </a:ext>
            </a:extLst>
          </p:cNvPr>
          <p:cNvSpPr/>
          <p:nvPr/>
        </p:nvSpPr>
        <p:spPr>
          <a:xfrm>
            <a:off x="11883602" y="6404230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55ACC7-256C-D89D-8970-C5EE07CD4260}"/>
              </a:ext>
            </a:extLst>
          </p:cNvPr>
          <p:cNvSpPr/>
          <p:nvPr/>
        </p:nvSpPr>
        <p:spPr>
          <a:xfrm>
            <a:off x="10091039" y="4939354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9F51DF5-0C65-33A7-E8B9-4A02CD5963E6}"/>
              </a:ext>
            </a:extLst>
          </p:cNvPr>
          <p:cNvSpPr/>
          <p:nvPr/>
        </p:nvSpPr>
        <p:spPr>
          <a:xfrm>
            <a:off x="9577972" y="4634408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43158ED-3F21-18AB-7FA4-1A0440CDF39D}"/>
              </a:ext>
            </a:extLst>
          </p:cNvPr>
          <p:cNvSpPr/>
          <p:nvPr/>
        </p:nvSpPr>
        <p:spPr>
          <a:xfrm>
            <a:off x="11692488" y="4470237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782C0C4-2FC1-18FE-0D05-E03D72DD8F7E}"/>
              </a:ext>
            </a:extLst>
          </p:cNvPr>
          <p:cNvSpPr/>
          <p:nvPr/>
        </p:nvSpPr>
        <p:spPr>
          <a:xfrm>
            <a:off x="11115104" y="3626093"/>
            <a:ext cx="241032" cy="241032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28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52B043-CFDD-9475-7A93-744D5326250F}"/>
              </a:ext>
            </a:extLst>
          </p:cNvPr>
          <p:cNvCxnSpPr>
            <a:cxnSpLocks/>
            <a:stCxn id="27" idx="2"/>
            <a:endCxn id="4" idx="0"/>
          </p:cNvCxnSpPr>
          <p:nvPr/>
        </p:nvCxnSpPr>
        <p:spPr>
          <a:xfrm flipV="1">
            <a:off x="6096000" y="1530490"/>
            <a:ext cx="0" cy="5327510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D0D2026-8249-3AA8-757B-677ED8F22DFA}"/>
              </a:ext>
            </a:extLst>
          </p:cNvPr>
          <p:cNvGrpSpPr/>
          <p:nvPr/>
        </p:nvGrpSpPr>
        <p:grpSpPr>
          <a:xfrm>
            <a:off x="4079966" y="2596220"/>
            <a:ext cx="3812120" cy="2401462"/>
            <a:chOff x="4079966" y="2596220"/>
            <a:chExt cx="3812120" cy="240146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07CA2AA-EDB5-C0DC-804A-42ED0B2BFCAF}"/>
                </a:ext>
              </a:extLst>
            </p:cNvPr>
            <p:cNvSpPr/>
            <p:nvPr/>
          </p:nvSpPr>
          <p:spPr>
            <a:xfrm>
              <a:off x="4096244" y="2596220"/>
              <a:ext cx="3795842" cy="240146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Left Bracket 42">
              <a:extLst>
                <a:ext uri="{FF2B5EF4-FFF2-40B4-BE49-F238E27FC236}">
                  <a16:creationId xmlns:a16="http://schemas.microsoft.com/office/drawing/2014/main" id="{5C8E7F2D-3A5D-D318-30AD-A6956F8D50D3}"/>
                </a:ext>
              </a:extLst>
            </p:cNvPr>
            <p:cNvSpPr/>
            <p:nvPr/>
          </p:nvSpPr>
          <p:spPr>
            <a:xfrm>
              <a:off x="4969535" y="3566292"/>
              <a:ext cx="145212" cy="812452"/>
            </a:xfrm>
            <a:prstGeom prst="leftBracket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7E67CAD-1CB6-225E-0E6E-B09F5D325D6B}"/>
                </a:ext>
              </a:extLst>
            </p:cNvPr>
            <p:cNvSpPr txBox="1"/>
            <p:nvPr/>
          </p:nvSpPr>
          <p:spPr>
            <a:xfrm>
              <a:off x="4157323" y="2621293"/>
              <a:ext cx="36651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How many daughter neutrons are produced per neutron on average?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F4FD21-EA97-97A8-1265-36DAB1B8CCA2}"/>
                </a:ext>
              </a:extLst>
            </p:cNvPr>
            <p:cNvSpPr txBox="1"/>
            <p:nvPr/>
          </p:nvSpPr>
          <p:spPr>
            <a:xfrm>
              <a:off x="4260844" y="3243192"/>
              <a:ext cx="24143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From:   Left      Right</a:t>
              </a:r>
            </a:p>
          </p:txBody>
        </p:sp>
        <p:sp>
          <p:nvSpPr>
            <p:cNvPr id="50" name="Left Bracket 49">
              <a:extLst>
                <a:ext uri="{FF2B5EF4-FFF2-40B4-BE49-F238E27FC236}">
                  <a16:creationId xmlns:a16="http://schemas.microsoft.com/office/drawing/2014/main" id="{A9689911-1929-B7D8-A975-FCCE4BB5664A}"/>
                </a:ext>
              </a:extLst>
            </p:cNvPr>
            <p:cNvSpPr/>
            <p:nvPr/>
          </p:nvSpPr>
          <p:spPr>
            <a:xfrm flipH="1" flipV="1">
              <a:off x="6324340" y="3566291"/>
              <a:ext cx="145212" cy="812452"/>
            </a:xfrm>
            <a:prstGeom prst="leftBracket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12C2C7D-C07C-0BC2-9D3C-AD485A627B82}"/>
                </a:ext>
              </a:extLst>
            </p:cNvPr>
            <p:cNvSpPr txBox="1"/>
            <p:nvPr/>
          </p:nvSpPr>
          <p:spPr>
            <a:xfrm>
              <a:off x="4079966" y="3705545"/>
              <a:ext cx="5009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To: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5A6E4AD-A488-935D-0D72-FBFED2578589}"/>
                </a:ext>
              </a:extLst>
            </p:cNvPr>
            <p:cNvSpPr txBox="1"/>
            <p:nvPr/>
          </p:nvSpPr>
          <p:spPr>
            <a:xfrm>
              <a:off x="4260116" y="3529824"/>
              <a:ext cx="6713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Left</a:t>
              </a:r>
            </a:p>
            <a:p>
              <a:pPr algn="r"/>
              <a:endParaRPr lang="en-GB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04AA5B0-25BC-26E7-9489-2A3D553B81E9}"/>
              </a:ext>
            </a:extLst>
          </p:cNvPr>
          <p:cNvSpPr txBox="1"/>
          <p:nvPr/>
        </p:nvSpPr>
        <p:spPr>
          <a:xfrm>
            <a:off x="5148085" y="3529333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920EF71-70CC-823C-789B-D0E1E3179E7C}"/>
              </a:ext>
            </a:extLst>
          </p:cNvPr>
          <p:cNvSpPr txBox="1"/>
          <p:nvPr/>
        </p:nvSpPr>
        <p:spPr>
          <a:xfrm>
            <a:off x="5862460" y="4010346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67974CE-9CFD-F84C-E58F-4ADF36D48166}"/>
              </a:ext>
            </a:extLst>
          </p:cNvPr>
          <p:cNvSpPr txBox="1"/>
          <p:nvPr/>
        </p:nvSpPr>
        <p:spPr>
          <a:xfrm>
            <a:off x="5852935" y="3524571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B7F554B-52E1-C5EB-EDDD-5F31EAA52C30}"/>
              </a:ext>
            </a:extLst>
          </p:cNvPr>
          <p:cNvSpPr txBox="1"/>
          <p:nvPr/>
        </p:nvSpPr>
        <p:spPr>
          <a:xfrm>
            <a:off x="5152848" y="4015108"/>
            <a:ext cx="51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3CDDC4B-C2BF-CDC4-7102-07FDDE85F218}"/>
              </a:ext>
            </a:extLst>
          </p:cNvPr>
          <p:cNvSpPr txBox="1"/>
          <p:nvPr/>
        </p:nvSpPr>
        <p:spPr>
          <a:xfrm>
            <a:off x="4659853" y="4536016"/>
            <a:ext cx="2805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Sitka Banner Semibold" pitchFamily="2" charset="0"/>
                <a:cs typeface="Times New Roman" panose="02020603050405020304" pitchFamily="18" charset="0"/>
              </a:rPr>
              <a:t>Fission Matrix</a:t>
            </a:r>
          </a:p>
        </p:txBody>
      </p:sp>
      <p:sp>
        <p:nvSpPr>
          <p:cNvPr id="100" name="Left Bracket 99">
            <a:extLst>
              <a:ext uri="{FF2B5EF4-FFF2-40B4-BE49-F238E27FC236}">
                <a16:creationId xmlns:a16="http://schemas.microsoft.com/office/drawing/2014/main" id="{EA2C72F7-B1ED-FD7A-6B50-641936CFAD5A}"/>
              </a:ext>
            </a:extLst>
          </p:cNvPr>
          <p:cNvSpPr/>
          <p:nvPr/>
        </p:nvSpPr>
        <p:spPr>
          <a:xfrm>
            <a:off x="6616223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Left Bracket 101">
            <a:extLst>
              <a:ext uri="{FF2B5EF4-FFF2-40B4-BE49-F238E27FC236}">
                <a16:creationId xmlns:a16="http://schemas.microsoft.com/office/drawing/2014/main" id="{ACB611E8-4C27-41C6-2781-487E68895EFF}"/>
              </a:ext>
            </a:extLst>
          </p:cNvPr>
          <p:cNvSpPr/>
          <p:nvPr/>
        </p:nvSpPr>
        <p:spPr>
          <a:xfrm flipH="1">
            <a:off x="6875967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C59DAB-33E3-982B-1E4E-873A06ADE30E}"/>
              </a:ext>
            </a:extLst>
          </p:cNvPr>
          <p:cNvSpPr txBox="1"/>
          <p:nvPr/>
        </p:nvSpPr>
        <p:spPr>
          <a:xfrm>
            <a:off x="6629209" y="351147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A6B611A-F460-4F06-6804-53C572BB53EB}"/>
              </a:ext>
            </a:extLst>
          </p:cNvPr>
          <p:cNvSpPr txBox="1"/>
          <p:nvPr/>
        </p:nvSpPr>
        <p:spPr>
          <a:xfrm>
            <a:off x="6629210" y="400841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4F4AEF-125F-3919-4752-004EE4A29F1D}"/>
              </a:ext>
            </a:extLst>
          </p:cNvPr>
          <p:cNvSpPr txBox="1"/>
          <p:nvPr/>
        </p:nvSpPr>
        <p:spPr>
          <a:xfrm>
            <a:off x="6937921" y="3763321"/>
            <a:ext cx="51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</a:p>
        </p:txBody>
      </p:sp>
      <p:sp>
        <p:nvSpPr>
          <p:cNvPr id="106" name="Left Bracket 105">
            <a:extLst>
              <a:ext uri="{FF2B5EF4-FFF2-40B4-BE49-F238E27FC236}">
                <a16:creationId xmlns:a16="http://schemas.microsoft.com/office/drawing/2014/main" id="{1F70C183-3B8F-4774-03FE-F75C977BE434}"/>
              </a:ext>
            </a:extLst>
          </p:cNvPr>
          <p:cNvSpPr/>
          <p:nvPr/>
        </p:nvSpPr>
        <p:spPr>
          <a:xfrm>
            <a:off x="7410462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Left Bracket 106">
            <a:extLst>
              <a:ext uri="{FF2B5EF4-FFF2-40B4-BE49-F238E27FC236}">
                <a16:creationId xmlns:a16="http://schemas.microsoft.com/office/drawing/2014/main" id="{3652159A-5A02-939E-E71C-617A65491449}"/>
              </a:ext>
            </a:extLst>
          </p:cNvPr>
          <p:cNvSpPr/>
          <p:nvPr/>
        </p:nvSpPr>
        <p:spPr>
          <a:xfrm flipH="1">
            <a:off x="7670206" y="3566291"/>
            <a:ext cx="58936" cy="812452"/>
          </a:xfrm>
          <a:prstGeom prst="leftBracket">
            <a:avLst>
              <a:gd name="adj" fmla="val 279747"/>
            </a:avLst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BA38B91-B263-478B-C352-EE2CAEA744CE}"/>
              </a:ext>
            </a:extLst>
          </p:cNvPr>
          <p:cNvSpPr txBox="1"/>
          <p:nvPr/>
        </p:nvSpPr>
        <p:spPr>
          <a:xfrm>
            <a:off x="7423448" y="351147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7EE40FA-E3CE-CB32-3B77-CD4E24397FCD}"/>
              </a:ext>
            </a:extLst>
          </p:cNvPr>
          <p:cNvSpPr txBox="1"/>
          <p:nvPr/>
        </p:nvSpPr>
        <p:spPr>
          <a:xfrm>
            <a:off x="7423449" y="4008416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6BE154FC-AADA-113C-DC53-327E1756D679}"/>
              </a:ext>
            </a:extLst>
          </p:cNvPr>
          <p:cNvSpPr/>
          <p:nvPr/>
        </p:nvSpPr>
        <p:spPr>
          <a:xfrm>
            <a:off x="2609213" y="1668442"/>
            <a:ext cx="2100707" cy="2285303"/>
          </a:xfrm>
          <a:custGeom>
            <a:avLst/>
            <a:gdLst>
              <a:gd name="csX0" fmla="*/ 85725 w 1695635"/>
              <a:gd name="csY0" fmla="*/ 947623 h 1995373"/>
              <a:gd name="csX1" fmla="*/ 1695450 w 1695635"/>
              <a:gd name="csY1" fmla="*/ 33223 h 1995373"/>
              <a:gd name="csX2" fmla="*/ 0 w 1695635"/>
              <a:gd name="csY2" fmla="*/ 1995373 h 19953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5635" h="1995373">
                <a:moveTo>
                  <a:pt x="85725" y="947623"/>
                </a:moveTo>
                <a:cubicBezTo>
                  <a:pt x="897731" y="403110"/>
                  <a:pt x="1709737" y="-141402"/>
                  <a:pt x="1695450" y="33223"/>
                </a:cubicBezTo>
                <a:cubicBezTo>
                  <a:pt x="1681163" y="207848"/>
                  <a:pt x="840581" y="1101610"/>
                  <a:pt x="0" y="1995373"/>
                </a:cubicBezTo>
              </a:path>
            </a:pathLst>
          </a:custGeom>
          <a:noFill/>
          <a:ln w="38100"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6EC2349-0DE6-C37E-3B77-98539D43D4EB}"/>
              </a:ext>
            </a:extLst>
          </p:cNvPr>
          <p:cNvCxnSpPr/>
          <p:nvPr/>
        </p:nvCxnSpPr>
        <p:spPr>
          <a:xfrm>
            <a:off x="2357959" y="5960280"/>
            <a:ext cx="7251157" cy="1621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9DDB13F-2C91-563B-B99B-4B0D5292B187}"/>
                  </a:ext>
                </a:extLst>
              </p:cNvPr>
              <p:cNvSpPr txBox="1"/>
              <p:nvPr/>
            </p:nvSpPr>
            <p:spPr>
              <a:xfrm>
                <a:off x="6165155" y="5214582"/>
                <a:ext cx="31829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Coarse 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9DDB13F-2C91-563B-B99B-4B0D5292B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55" y="5214582"/>
                <a:ext cx="3182917" cy="338554"/>
              </a:xfrm>
              <a:prstGeom prst="rect">
                <a:avLst/>
              </a:prstGeom>
              <a:blipFill>
                <a:blip r:embed="rId3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Oval 114">
            <a:extLst>
              <a:ext uri="{FF2B5EF4-FFF2-40B4-BE49-F238E27FC236}">
                <a16:creationId xmlns:a16="http://schemas.microsoft.com/office/drawing/2014/main" id="{CC38CB4D-02DE-919E-1B08-3E08394637B5}"/>
              </a:ext>
            </a:extLst>
          </p:cNvPr>
          <p:cNvSpPr/>
          <p:nvPr/>
        </p:nvSpPr>
        <p:spPr>
          <a:xfrm rot="16200000">
            <a:off x="6981658" y="3571577"/>
            <a:ext cx="1140341" cy="81349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02E72B7-D3BA-6D0E-9B28-5F66E3DB068F}"/>
              </a:ext>
            </a:extLst>
          </p:cNvPr>
          <p:cNvCxnSpPr>
            <a:cxnSpLocks/>
          </p:cNvCxnSpPr>
          <p:nvPr/>
        </p:nvCxnSpPr>
        <p:spPr>
          <a:xfrm flipH="1" flipV="1">
            <a:off x="7660749" y="4634408"/>
            <a:ext cx="64486" cy="58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984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ED55-106E-37D8-A142-C2484A96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A6DAC70-B77A-9ED5-38AD-2389C9D8AF2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Methodology: Simulations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D4D5F1-5B54-5595-2E08-AAAC749B17C8}"/>
                  </a:ext>
                </a:extLst>
              </p:cNvPr>
              <p:cNvSpPr txBox="1"/>
              <p:nvPr/>
            </p:nvSpPr>
            <p:spPr>
              <a:xfrm>
                <a:off x="882171" y="2088906"/>
                <a:ext cx="5991367" cy="3824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itka Display Semibold" pitchFamily="2" charset="0"/>
                  </a:rPr>
                  <a:t>F-A-F Setup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Regions: fissile - absorbent – fissile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Reflective boundary conditions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 Solution: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𝒩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nary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m:rPr>
                                <m:lit/>
                              </m:r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 (see report.)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Vary neutron density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W/ and w/o fission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and compare: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How much clustering?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Neutron flux 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Effect of clustering?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D4D5F1-5B54-5595-2E08-AAAC749B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71" y="2088906"/>
                <a:ext cx="5991367" cy="3824509"/>
              </a:xfrm>
              <a:prstGeom prst="rect">
                <a:avLst/>
              </a:prstGeom>
              <a:blipFill>
                <a:blip r:embed="rId3"/>
                <a:stretch>
                  <a:fillRect l="-1628" t="-1276" b="-17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23FB35-ACD4-4E93-6EFC-0A335123E9FD}"/>
                  </a:ext>
                </a:extLst>
              </p:cNvPr>
              <p:cNvSpPr txBox="1"/>
              <p:nvPr/>
            </p:nvSpPr>
            <p:spPr>
              <a:xfrm>
                <a:off x="6096001" y="2088906"/>
                <a:ext cx="6400800" cy="4378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itka Display Semibold" pitchFamily="2" charset="0"/>
                  </a:rPr>
                  <a:t>Homogeneous setup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Homogeneous material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 boundary conditions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 Solution: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𝒩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sup>
                        </m:sSup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𝑐𝑜𝑛𝑠𝑡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Vary neutron density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Vary fission matrix resolution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W/ and w/o fission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and compare: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How much clustering?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Neutron flux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Effect of clustering?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LID4096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223FB35-ACD4-4E93-6EFC-0A335123E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2088906"/>
                <a:ext cx="6400800" cy="4378506"/>
              </a:xfrm>
              <a:prstGeom prst="rect">
                <a:avLst/>
              </a:prstGeom>
              <a:blipFill>
                <a:blip r:embed="rId4"/>
                <a:stretch>
                  <a:fillRect l="-1429" t="-111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4DD9C8A-B80F-5E13-B823-4AAB9C161525}"/>
              </a:ext>
            </a:extLst>
          </p:cNvPr>
          <p:cNvSpPr txBox="1"/>
          <p:nvPr/>
        </p:nvSpPr>
        <p:spPr>
          <a:xfrm>
            <a:off x="221849" y="1599486"/>
            <a:ext cx="11748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fission matrix be used to reduce neutron clustering, and if so, what parameters are ideal?</a:t>
            </a:r>
            <a:endParaRPr lang="LID4096" sz="20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69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F957-E5C9-0D6C-F6B2-A4BCE4F9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5B808C-FE89-DEC0-ACE2-27CBD70FB77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Methodology: Code and Extensions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B1B45-4E79-98A5-93E1-9304D05A661F}"/>
              </a:ext>
            </a:extLst>
          </p:cNvPr>
          <p:cNvSpPr txBox="1"/>
          <p:nvPr/>
        </p:nvSpPr>
        <p:spPr>
          <a:xfrm>
            <a:off x="424571" y="1660782"/>
            <a:ext cx="888047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simulations using SCONE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Monoenergetic neutrons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Isotropic scattering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1D slab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Theoretically derive observations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Extra simulations: vary size, cross-sections, number of fissile regions…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43D8E-4C00-E6B1-88B4-1982C856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77"/>
          <a:stretch>
            <a:fillRect/>
          </a:stretch>
        </p:blipFill>
        <p:spPr>
          <a:xfrm>
            <a:off x="2500312" y="4324634"/>
            <a:ext cx="7191375" cy="224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26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E858-EC3C-A99F-56DA-69F8F3B3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B6986A-1EB4-FF74-75CC-6761DF9B5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1600"/>
            <a:ext cx="12192000" cy="2032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FA0B7CF-21AF-935D-B0CB-8F19A907B05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4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Sitka Display Semibold" pitchFamily="2" charset="0"/>
                <a:cs typeface="Times New Roman" panose="02020603050405020304" pitchFamily="18" charset="0"/>
              </a:rPr>
              <a:t>Planning</a:t>
            </a:r>
            <a:endParaRPr lang="LID4096" sz="4000" dirty="0">
              <a:latin typeface="Sitka Display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7BD4C-F8FE-6D58-9F1B-3D146D3124AC}"/>
              </a:ext>
            </a:extLst>
          </p:cNvPr>
          <p:cNvSpPr txBox="1"/>
          <p:nvPr/>
        </p:nvSpPr>
        <p:spPr>
          <a:xfrm rot="18790950">
            <a:off x="1238249" y="3091714"/>
            <a:ext cx="123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Exams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C7C81BB-29E1-AE5E-94FF-5AED2D5050C2}"/>
              </a:ext>
            </a:extLst>
          </p:cNvPr>
          <p:cNvSpPr/>
          <p:nvPr/>
        </p:nvSpPr>
        <p:spPr>
          <a:xfrm rot="5400000">
            <a:off x="1415256" y="3602830"/>
            <a:ext cx="176214" cy="612775"/>
          </a:xfrm>
          <a:prstGeom prst="leftBrace">
            <a:avLst>
              <a:gd name="adj1" fmla="val 5238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A62C1-5D13-43B2-3D4A-77612C034886}"/>
              </a:ext>
            </a:extLst>
          </p:cNvPr>
          <p:cNvSpPr txBox="1"/>
          <p:nvPr/>
        </p:nvSpPr>
        <p:spPr>
          <a:xfrm rot="18790950">
            <a:off x="3712728" y="2631195"/>
            <a:ext cx="2736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Pavia trip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452AED32-9455-5BD0-7024-795876191ED7}"/>
              </a:ext>
            </a:extLst>
          </p:cNvPr>
          <p:cNvSpPr/>
          <p:nvPr/>
        </p:nvSpPr>
        <p:spPr>
          <a:xfrm rot="5400000">
            <a:off x="4099321" y="3731815"/>
            <a:ext cx="176213" cy="354806"/>
          </a:xfrm>
          <a:prstGeom prst="leftBrace">
            <a:avLst>
              <a:gd name="adj1" fmla="val 272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2CDE40-31B2-DC92-9C79-4A7B1765A258}"/>
              </a:ext>
            </a:extLst>
          </p:cNvPr>
          <p:cNvCxnSpPr/>
          <p:nvPr/>
        </p:nvCxnSpPr>
        <p:spPr>
          <a:xfrm flipV="1">
            <a:off x="4543425" y="3821110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E443705-29F0-1296-4994-B783D4EE863B}"/>
              </a:ext>
            </a:extLst>
          </p:cNvPr>
          <p:cNvSpPr txBox="1"/>
          <p:nvPr/>
        </p:nvSpPr>
        <p:spPr>
          <a:xfrm rot="18790950">
            <a:off x="3908486" y="2276656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NE5 &amp; NE7 Coursework deadlines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226F76-B876-80F2-F177-D4D0C77AC363}"/>
              </a:ext>
            </a:extLst>
          </p:cNvPr>
          <p:cNvCxnSpPr/>
          <p:nvPr/>
        </p:nvCxnSpPr>
        <p:spPr>
          <a:xfrm flipV="1">
            <a:off x="2733252" y="3821110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10955F4-EC4E-4135-296B-936552B3E8FC}"/>
              </a:ext>
            </a:extLst>
          </p:cNvPr>
          <p:cNvSpPr txBox="1"/>
          <p:nvPr/>
        </p:nvSpPr>
        <p:spPr>
          <a:xfrm rot="18790950">
            <a:off x="2098313" y="2276656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3 Exam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107411-E206-1C30-6D08-01CB48B49DCF}"/>
              </a:ext>
            </a:extLst>
          </p:cNvPr>
          <p:cNvCxnSpPr/>
          <p:nvPr/>
        </p:nvCxnSpPr>
        <p:spPr>
          <a:xfrm flipV="1">
            <a:off x="8429306" y="3821108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FF42F3-4A5A-70B1-0873-CF30465D4A58}"/>
              </a:ext>
            </a:extLst>
          </p:cNvPr>
          <p:cNvSpPr txBox="1"/>
          <p:nvPr/>
        </p:nvSpPr>
        <p:spPr>
          <a:xfrm rot="18790950">
            <a:off x="7794367" y="2276654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Abstract Deadline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175840-E365-745A-E49C-2EADE040C365}"/>
              </a:ext>
            </a:extLst>
          </p:cNvPr>
          <p:cNvCxnSpPr/>
          <p:nvPr/>
        </p:nvCxnSpPr>
        <p:spPr>
          <a:xfrm flipV="1">
            <a:off x="9156606" y="3821107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C86DE33-8BF4-E801-DA5A-EEA5292C9EC4}"/>
              </a:ext>
            </a:extLst>
          </p:cNvPr>
          <p:cNvSpPr txBox="1"/>
          <p:nvPr/>
        </p:nvSpPr>
        <p:spPr>
          <a:xfrm rot="18790950">
            <a:off x="8521667" y="2276653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Conference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F6D044-50DA-ACCA-639A-4B47A86F14F5}"/>
              </a:ext>
            </a:extLst>
          </p:cNvPr>
          <p:cNvCxnSpPr/>
          <p:nvPr/>
        </p:nvCxnSpPr>
        <p:spPr>
          <a:xfrm flipV="1">
            <a:off x="10691303" y="3821108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E620A10-C68F-5BF5-9992-74F7427FB847}"/>
              </a:ext>
            </a:extLst>
          </p:cNvPr>
          <p:cNvSpPr txBox="1"/>
          <p:nvPr/>
        </p:nvSpPr>
        <p:spPr>
          <a:xfrm rot="18790950">
            <a:off x="10056364" y="2276654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First Draft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440185-7B1B-A91D-ADAB-1BF24ED2D179}"/>
              </a:ext>
            </a:extLst>
          </p:cNvPr>
          <p:cNvCxnSpPr/>
          <p:nvPr/>
        </p:nvCxnSpPr>
        <p:spPr>
          <a:xfrm flipV="1">
            <a:off x="566427" y="3821105"/>
            <a:ext cx="0" cy="176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B663E1-D5F3-0C51-9449-F874A82BF762}"/>
              </a:ext>
            </a:extLst>
          </p:cNvPr>
          <p:cNvSpPr txBox="1"/>
          <p:nvPr/>
        </p:nvSpPr>
        <p:spPr>
          <a:xfrm rot="18790950">
            <a:off x="-68512" y="2276651"/>
            <a:ext cx="3709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Easter 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170E0-E336-9943-4D1C-A4325243B225}"/>
              </a:ext>
            </a:extLst>
          </p:cNvPr>
          <p:cNvSpPr txBox="1"/>
          <p:nvPr/>
        </p:nvSpPr>
        <p:spPr>
          <a:xfrm>
            <a:off x="2763082" y="6199083"/>
            <a:ext cx="5999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Dissertation Deadline: </a:t>
            </a: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August 2026 12:00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4A89EF5-1750-DE44-8A28-C4C538378B0E}"/>
              </a:ext>
            </a:extLst>
          </p:cNvPr>
          <p:cNvCxnSpPr>
            <a:cxnSpLocks/>
            <a:endCxn id="25" idx="3"/>
          </p:cNvCxnSpPr>
          <p:nvPr/>
        </p:nvCxnSpPr>
        <p:spPr>
          <a:xfrm rot="10800000" flipV="1">
            <a:off x="8763001" y="5885068"/>
            <a:ext cx="3147923" cy="514070"/>
          </a:xfrm>
          <a:prstGeom prst="bentConnector3">
            <a:avLst>
              <a:gd name="adj1" fmla="val 619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29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06b648-5dc1-498b-9d98-e61db7604a1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595705B1DC154EB79EF1B6B75F4005" ma:contentTypeVersion="5" ma:contentTypeDescription="Create a new document." ma:contentTypeScope="" ma:versionID="1e36a5302db0eb90de949a0ac354e520">
  <xsd:schema xmlns:xsd="http://www.w3.org/2001/XMLSchema" xmlns:xs="http://www.w3.org/2001/XMLSchema" xmlns:p="http://schemas.microsoft.com/office/2006/metadata/properties" xmlns:ns3="2906b648-5dc1-498b-9d98-e61db7604a1c" targetNamespace="http://schemas.microsoft.com/office/2006/metadata/properties" ma:root="true" ma:fieldsID="b678f8dd90a292bc91c738ad51fc7cf6" ns3:_="">
    <xsd:import namespace="2906b648-5dc1-498b-9d98-e61db7604a1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6b648-5dc1-498b-9d98-e61db7604a1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06D21C-208C-498B-AAF3-D115286568F3}">
  <ds:schemaRefs>
    <ds:schemaRef ds:uri="http://purl.org/dc/elements/1.1/"/>
    <ds:schemaRef ds:uri="http://www.w3.org/XML/1998/namespace"/>
    <ds:schemaRef ds:uri="2906b648-5dc1-498b-9d98-e61db7604a1c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6611CA1-84B8-41F6-ADFD-885BEE6264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75A3DD-2696-43A0-B257-B7B51300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06b648-5dc1-498b-9d98-e61db7604a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1079</Words>
  <Application>Microsoft Office PowerPoint</Application>
  <PresentationFormat>Widescreen</PresentationFormat>
  <Paragraphs>367</Paragraphs>
  <Slides>33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Century</vt:lpstr>
      <vt:lpstr>Sitka Banner Semibold</vt:lpstr>
      <vt:lpstr>Sitka Display Semibold</vt:lpstr>
      <vt:lpstr>Sitka Small</vt:lpstr>
      <vt:lpstr>Sitka Small Semibold</vt:lpstr>
      <vt:lpstr>Times New Roman</vt:lpstr>
      <vt:lpstr>Office Theme</vt:lpstr>
      <vt:lpstr>Fission Matrix Acceleration  in Monte Carlo Simulations  and Its Impact on Neutron Clustering</vt:lpstr>
      <vt:lpstr>Neutron Interactions (Monoenenergetic)</vt:lpstr>
      <vt:lpstr>Monte Carlo Cycle</vt:lpstr>
      <vt:lpstr>Monte Carlo Cycle</vt:lpstr>
      <vt:lpstr>Monte Carlo Cycle</vt:lpstr>
      <vt:lpstr>Monte Carlo Cycle</vt:lpstr>
      <vt:lpstr>Monte Carlo Cycle</vt:lpstr>
      <vt:lpstr>Monte Carlo Cycle</vt:lpstr>
      <vt:lpstr>Monte Carlo Cycle</vt:lpstr>
      <vt:lpstr>Monte Carlo Cycle</vt:lpstr>
      <vt:lpstr>Monte Carlo Cycle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attention. Any questions?</vt:lpstr>
      <vt:lpstr>The following slides are identical to the ones before, except the animations have been removed.  They will be used for answering questions.</vt:lpstr>
      <vt:lpstr>Neutron Interactions</vt:lpstr>
      <vt:lpstr>Monte Carlo Cycle</vt:lpstr>
      <vt:lpstr>Monte Carlo Cycle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Fission Matrix Acceleration  in Monte Carlo Simulations  and Its Impact on Neutron Clustering</dc:title>
  <dc:creator>A.Q. Zhang</dc:creator>
  <cp:lastModifiedBy>A.Q. Zhang</cp:lastModifiedBy>
  <cp:revision>2</cp:revision>
  <dcterms:created xsi:type="dcterms:W3CDTF">2026-03-18T20:22:59Z</dcterms:created>
  <dcterms:modified xsi:type="dcterms:W3CDTF">2026-03-23T16:01:34Z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0x01010011595705B1DC154EB79EF1B6B75F4005</vt:lpwstr>
  </property>
</Properties>
</file>