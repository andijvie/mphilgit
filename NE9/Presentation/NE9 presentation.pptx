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80" r:id="rId3"/>
    <p:sldId id="284" r:id="rId4"/>
    <p:sldId id="279" r:id="rId5"/>
    <p:sldId id="281" r:id="rId6"/>
    <p:sldId id="283" r:id="rId7"/>
    <p:sldId id="285" r:id="rId8"/>
    <p:sldId id="282" r:id="rId9"/>
    <p:sldId id="286" r:id="rId10"/>
    <p:sldId id="288" r:id="rId11"/>
    <p:sldId id="287" r:id="rId12"/>
    <p:sldId id="278" r:id="rId13"/>
    <p:sldId id="272" r:id="rId14"/>
    <p:sldId id="266" r:id="rId15"/>
    <p:sldId id="267" r:id="rId16"/>
    <p:sldId id="270" r:id="rId17"/>
    <p:sldId id="269" r:id="rId18"/>
    <p:sldId id="274" r:id="rId19"/>
    <p:sldId id="276" r:id="rId20"/>
    <p:sldId id="273"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0464892-E801-496E-BCCC-3608E22E80F9}">
          <p14:sldIdLst>
            <p14:sldId id="256"/>
          </p14:sldIdLst>
        </p14:section>
        <p14:section name="Andy's slides FINISHED" id="{555C8F1C-E6FD-4CD1-8F08-6308C5317F83}">
          <p14:sldIdLst>
            <p14:sldId id="280"/>
            <p14:sldId id="284"/>
            <p14:sldId id="279"/>
            <p14:sldId id="281"/>
            <p14:sldId id="283"/>
            <p14:sldId id="285"/>
            <p14:sldId id="282"/>
            <p14:sldId id="286"/>
            <p14:sldId id="288"/>
            <p14:sldId id="287"/>
            <p14:sldId id="278"/>
            <p14:sldId id="272"/>
          </p14:sldIdLst>
        </p14:section>
        <p14:section name="Shaadia's Section" id="{7D2F3DA8-D8A5-4789-B410-88D6A495229A}">
          <p14:sldIdLst>
            <p14:sldId id="266"/>
            <p14:sldId id="267"/>
            <p14:sldId id="270"/>
            <p14:sldId id="269"/>
            <p14:sldId id="274"/>
          </p14:sldIdLst>
        </p14:section>
        <p14:section name="Léa" id="{E64417D1-0B6C-46B5-A096-6EC6F14E0F62}">
          <p14:sldIdLst>
            <p14:sldId id="276"/>
            <p14:sldId id="273"/>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2768"/>
    <a:srgbClr val="125874"/>
    <a:srgbClr val="92D050"/>
    <a:srgbClr val="0070B0"/>
    <a:srgbClr val="FFFFFF"/>
    <a:srgbClr val="262626"/>
    <a:srgbClr val="D1D1D1"/>
    <a:srgbClr val="009CDD"/>
    <a:srgbClr val="00AE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67CABA-9041-43D9-AFCC-2FDAE938537B}" v="1924" dt="2026-03-02T22:36:23.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915" autoAdjust="0"/>
  </p:normalViewPr>
  <p:slideViewPr>
    <p:cSldViewPr snapToGrid="0">
      <p:cViewPr varScale="1">
        <p:scale>
          <a:sx n="111" d="100"/>
          <a:sy n="111" d="100"/>
        </p:scale>
        <p:origin x="558" y="96"/>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55B468-FEA8-4FC8-BEA0-5319D2822CCD}" type="datetimeFigureOut">
              <a:rPr lang="en-GB" smtClean="0"/>
              <a:t>02/03/2026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53BC3-8A04-404A-AE38-E0CAADD63C4D}" type="slidenum">
              <a:rPr lang="en-GB" smtClean="0"/>
              <a:t>‹#›</a:t>
            </a:fld>
            <a:endParaRPr lang="en-GB"/>
          </a:p>
        </p:txBody>
      </p:sp>
    </p:spTree>
    <p:extLst>
      <p:ext uri="{BB962C8B-B14F-4D97-AF65-F5344CB8AC3E}">
        <p14:creationId xmlns:p14="http://schemas.microsoft.com/office/powerpoint/2010/main" val="275361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0053BC3-8A04-404A-AE38-E0CAADD63C4D}" type="slidenum">
              <a:rPr lang="en-GB" smtClean="0"/>
              <a:t>1</a:t>
            </a:fld>
            <a:endParaRPr lang="en-GB"/>
          </a:p>
        </p:txBody>
      </p:sp>
    </p:spTree>
    <p:extLst>
      <p:ext uri="{BB962C8B-B14F-4D97-AF65-F5344CB8AC3E}">
        <p14:creationId xmlns:p14="http://schemas.microsoft.com/office/powerpoint/2010/main" val="1294920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308BF-4832-5ADA-EC7B-825E4929B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3005B-CBD8-54A2-82FC-E4575BE67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8250D-1857-CBB3-79C4-FC45374A99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D437D76-0A4E-FC15-1A73-BD3AA3C25460}"/>
              </a:ext>
            </a:extLst>
          </p:cNvPr>
          <p:cNvSpPr>
            <a:spLocks noGrp="1"/>
          </p:cNvSpPr>
          <p:nvPr>
            <p:ph type="sldNum" sz="quarter" idx="5"/>
          </p:nvPr>
        </p:nvSpPr>
        <p:spPr/>
        <p:txBody>
          <a:bodyPr/>
          <a:lstStyle/>
          <a:p>
            <a:fld id="{20053BC3-8A04-404A-AE38-E0CAADD63C4D}" type="slidenum">
              <a:rPr lang="en-GB" smtClean="0"/>
              <a:t>7</a:t>
            </a:fld>
            <a:endParaRPr lang="en-GB"/>
          </a:p>
        </p:txBody>
      </p:sp>
    </p:spTree>
    <p:extLst>
      <p:ext uri="{BB962C8B-B14F-4D97-AF65-F5344CB8AC3E}">
        <p14:creationId xmlns:p14="http://schemas.microsoft.com/office/powerpoint/2010/main" val="4179396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89484-F3DE-BD45-5C55-994B7C004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60CBC-9739-F460-B6A5-5F29F4697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00D3F-4290-756D-4FCA-AA7EB51A6B2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8BAF36C-7515-EBEC-8831-9322AFA72C87}"/>
              </a:ext>
            </a:extLst>
          </p:cNvPr>
          <p:cNvSpPr>
            <a:spLocks noGrp="1"/>
          </p:cNvSpPr>
          <p:nvPr>
            <p:ph type="sldNum" sz="quarter" idx="5"/>
          </p:nvPr>
        </p:nvSpPr>
        <p:spPr/>
        <p:txBody>
          <a:bodyPr/>
          <a:lstStyle/>
          <a:p>
            <a:fld id="{20053BC3-8A04-404A-AE38-E0CAADD63C4D}" type="slidenum">
              <a:rPr lang="en-GB" smtClean="0"/>
              <a:t>8</a:t>
            </a:fld>
            <a:endParaRPr lang="en-GB"/>
          </a:p>
        </p:txBody>
      </p:sp>
    </p:spTree>
    <p:extLst>
      <p:ext uri="{BB962C8B-B14F-4D97-AF65-F5344CB8AC3E}">
        <p14:creationId xmlns:p14="http://schemas.microsoft.com/office/powerpoint/2010/main" val="2797794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8B4B-27B4-DAE8-B7ED-B079E6DDC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ADA76-783B-68BB-1E18-601D4108E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B408E-89F4-7B04-48C3-17D14F2F3E3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F9579FC-B42D-3E96-52BC-7987F0778A5E}"/>
              </a:ext>
            </a:extLst>
          </p:cNvPr>
          <p:cNvSpPr>
            <a:spLocks noGrp="1"/>
          </p:cNvSpPr>
          <p:nvPr>
            <p:ph type="sldNum" sz="quarter" idx="5"/>
          </p:nvPr>
        </p:nvSpPr>
        <p:spPr/>
        <p:txBody>
          <a:bodyPr/>
          <a:lstStyle/>
          <a:p>
            <a:fld id="{20053BC3-8A04-404A-AE38-E0CAADD63C4D}" type="slidenum">
              <a:rPr lang="en-GB" smtClean="0"/>
              <a:t>9</a:t>
            </a:fld>
            <a:endParaRPr lang="en-GB"/>
          </a:p>
        </p:txBody>
      </p:sp>
    </p:spTree>
    <p:extLst>
      <p:ext uri="{BB962C8B-B14F-4D97-AF65-F5344CB8AC3E}">
        <p14:creationId xmlns:p14="http://schemas.microsoft.com/office/powerpoint/2010/main" val="260593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28968-EB21-2221-6D10-64DBF8697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04788-2F8A-7061-1001-6AEDF86C9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7CF81-9422-E87A-5003-8ABF2D0D930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AA4DAFD-EDED-5AEA-1290-78572045300B}"/>
              </a:ext>
            </a:extLst>
          </p:cNvPr>
          <p:cNvSpPr>
            <a:spLocks noGrp="1"/>
          </p:cNvSpPr>
          <p:nvPr>
            <p:ph type="sldNum" sz="quarter" idx="5"/>
          </p:nvPr>
        </p:nvSpPr>
        <p:spPr/>
        <p:txBody>
          <a:bodyPr/>
          <a:lstStyle/>
          <a:p>
            <a:fld id="{20053BC3-8A04-404A-AE38-E0CAADD63C4D}" type="slidenum">
              <a:rPr lang="en-GB" smtClean="0"/>
              <a:t>10</a:t>
            </a:fld>
            <a:endParaRPr lang="en-GB"/>
          </a:p>
        </p:txBody>
      </p:sp>
    </p:spTree>
    <p:extLst>
      <p:ext uri="{BB962C8B-B14F-4D97-AF65-F5344CB8AC3E}">
        <p14:creationId xmlns:p14="http://schemas.microsoft.com/office/powerpoint/2010/main" val="1728204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5E293-808A-8964-817D-E76CCB69C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58DB3-BBC7-3DFE-F925-05919B3091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84D63-24FD-11B1-D81E-A3B60F63D3E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8B93E8-B45A-EDBB-322F-2A6EED66EED7}"/>
              </a:ext>
            </a:extLst>
          </p:cNvPr>
          <p:cNvSpPr>
            <a:spLocks noGrp="1"/>
          </p:cNvSpPr>
          <p:nvPr>
            <p:ph type="sldNum" sz="quarter" idx="5"/>
          </p:nvPr>
        </p:nvSpPr>
        <p:spPr/>
        <p:txBody>
          <a:bodyPr/>
          <a:lstStyle/>
          <a:p>
            <a:fld id="{20053BC3-8A04-404A-AE38-E0CAADD63C4D}" type="slidenum">
              <a:rPr lang="en-GB" smtClean="0"/>
              <a:t>11</a:t>
            </a:fld>
            <a:endParaRPr lang="en-GB"/>
          </a:p>
        </p:txBody>
      </p:sp>
    </p:spTree>
    <p:extLst>
      <p:ext uri="{BB962C8B-B14F-4D97-AF65-F5344CB8AC3E}">
        <p14:creationId xmlns:p14="http://schemas.microsoft.com/office/powerpoint/2010/main" val="1757115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0053BC3-8A04-404A-AE38-E0CAADD63C4D}" type="slidenum">
              <a:rPr lang="en-GB" smtClean="0"/>
              <a:t>12</a:t>
            </a:fld>
            <a:endParaRPr lang="en-GB"/>
          </a:p>
        </p:txBody>
      </p:sp>
    </p:spTree>
    <p:extLst>
      <p:ext uri="{BB962C8B-B14F-4D97-AF65-F5344CB8AC3E}">
        <p14:creationId xmlns:p14="http://schemas.microsoft.com/office/powerpoint/2010/main" val="4272847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Tests up to now with fluoride, chloride and nitrate salts (non-radioactive salts); next year they plan on testing with radioactive uranium and thorium salts</a:t>
            </a:r>
          </a:p>
        </p:txBody>
      </p:sp>
      <p:sp>
        <p:nvSpPr>
          <p:cNvPr id="4" name="Slide Number Placeholder 3"/>
          <p:cNvSpPr>
            <a:spLocks noGrp="1"/>
          </p:cNvSpPr>
          <p:nvPr>
            <p:ph type="sldNum" sz="quarter" idx="5"/>
          </p:nvPr>
        </p:nvSpPr>
        <p:spPr/>
        <p:txBody>
          <a:bodyPr/>
          <a:lstStyle/>
          <a:p>
            <a:fld id="{20053BC3-8A04-404A-AE38-E0CAADD63C4D}" type="slidenum">
              <a:rPr lang="en-GB" smtClean="0"/>
              <a:t>15</a:t>
            </a:fld>
            <a:endParaRPr lang="en-GB"/>
          </a:p>
        </p:txBody>
      </p:sp>
    </p:spTree>
    <p:extLst>
      <p:ext uri="{BB962C8B-B14F-4D97-AF65-F5344CB8AC3E}">
        <p14:creationId xmlns:p14="http://schemas.microsoft.com/office/powerpoint/2010/main" val="4128460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pPr marL="228600" indent="-228600">
              <a:buFont typeface="Arial,Sans-Serif"/>
              <a:buChar char="•"/>
            </a:pPr>
            <a:endParaRPr lang="en-US"/>
          </a:p>
          <a:p>
            <a:pPr marL="228600" indent="-228600">
              <a:buFont typeface="Arial,Sans-Serif"/>
              <a:buChar char="•"/>
            </a:pPr>
            <a:r>
              <a:rPr lang="en-US"/>
              <a:t>Long-term performance of advanced core materials (e.g., </a:t>
            </a:r>
            <a:r>
              <a:rPr lang="en-US" err="1"/>
              <a:t>SiC</a:t>
            </a:r>
            <a:r>
              <a:rPr lang="en-US"/>
              <a:t>/</a:t>
            </a:r>
            <a:r>
              <a:rPr lang="en-US" err="1"/>
              <a:t>SiC</a:t>
            </a:r>
            <a:r>
              <a:rPr lang="en-US"/>
              <a:t> composites) </a:t>
            </a:r>
          </a:p>
          <a:p>
            <a:pPr marL="228600" indent="-228600">
              <a:buFont typeface="Arial,Sans-Serif"/>
              <a:buChar char="•"/>
            </a:pPr>
            <a:r>
              <a:rPr lang="en-US"/>
              <a:t>Industrial-scale lithium-7 enrichment for optimal neutron economy </a:t>
            </a:r>
          </a:p>
          <a:p>
            <a:pPr marL="228600" indent="-228600">
              <a:buFont typeface="Arial,Sans-Serif"/>
              <a:buChar char="•"/>
            </a:pPr>
            <a:r>
              <a:rPr lang="en-US"/>
              <a:t>Fully automated, online fission product removal and uranium transfer from blanket to fuel salt</a:t>
            </a:r>
          </a:p>
        </p:txBody>
      </p:sp>
      <p:sp>
        <p:nvSpPr>
          <p:cNvPr id="4" name="Slide Number Placeholder 3"/>
          <p:cNvSpPr>
            <a:spLocks noGrp="1"/>
          </p:cNvSpPr>
          <p:nvPr>
            <p:ph type="sldNum" sz="quarter" idx="5"/>
          </p:nvPr>
        </p:nvSpPr>
        <p:spPr/>
        <p:txBody>
          <a:bodyPr/>
          <a:lstStyle/>
          <a:p>
            <a:fld id="{20053BC3-8A04-404A-AE38-E0CAADD63C4D}" type="slidenum">
              <a:rPr lang="en-GB" smtClean="0"/>
              <a:t>16</a:t>
            </a:fld>
            <a:endParaRPr lang="en-GB"/>
          </a:p>
        </p:txBody>
      </p:sp>
    </p:spTree>
    <p:extLst>
      <p:ext uri="{BB962C8B-B14F-4D97-AF65-F5344CB8AC3E}">
        <p14:creationId xmlns:p14="http://schemas.microsoft.com/office/powerpoint/2010/main" val="115949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0.pn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gif"/><Relationship Id="rId5" Type="http://schemas.openxmlformats.org/officeDocument/2006/relationships/image" Target="../media/image26.gif"/><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4.gif"/><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gif"/><Relationship Id="rId5" Type="http://schemas.openxmlformats.org/officeDocument/2006/relationships/image" Target="../media/image26.gif"/><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23A56233-2435-2CBB-B2B3-C324B8323895}"/>
              </a:ext>
            </a:extLst>
          </p:cNvPr>
          <p:cNvPicPr>
            <a:picLocks noChangeAspect="1"/>
          </p:cNvPicPr>
          <p:nvPr/>
        </p:nvPicPr>
        <p:blipFill>
          <a:blip r:embed="rId3"/>
          <a:srcRect l="17455" b="2434"/>
          <a:stretch>
            <a:fillRect/>
          </a:stretch>
        </p:blipFill>
        <p:spPr>
          <a:xfrm>
            <a:off x="0" y="-13821"/>
            <a:ext cx="12192000" cy="6871821"/>
          </a:xfrm>
          <a:prstGeom prst="rect">
            <a:avLst/>
          </a:prstGeom>
        </p:spPr>
      </p:pic>
      <p:sp>
        <p:nvSpPr>
          <p:cNvPr id="28" name="Rectangle 27">
            <a:extLst>
              <a:ext uri="{FF2B5EF4-FFF2-40B4-BE49-F238E27FC236}">
                <a16:creationId xmlns:a16="http://schemas.microsoft.com/office/drawing/2014/main" id="{122EFFC6-3328-8BCA-D8BE-338E7740BFDA}"/>
              </a:ext>
            </a:extLst>
          </p:cNvPr>
          <p:cNvSpPr/>
          <p:nvPr/>
        </p:nvSpPr>
        <p:spPr>
          <a:xfrm>
            <a:off x="0" y="1"/>
            <a:ext cx="12192000" cy="6871822"/>
          </a:xfrm>
          <a:prstGeom prst="rect">
            <a:avLst/>
          </a:prstGeom>
          <a:solidFill>
            <a:schemeClr val="bg1">
              <a:lumMod val="85000"/>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50" name="Picture 2">
            <a:extLst>
              <a:ext uri="{FF2B5EF4-FFF2-40B4-BE49-F238E27FC236}">
                <a16:creationId xmlns:a16="http://schemas.microsoft.com/office/drawing/2014/main" id="{B889A102-B945-4E35-A5B3-39BA8116DD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1380"/>
          <a:stretch>
            <a:fillRect/>
          </a:stretch>
        </p:blipFill>
        <p:spPr bwMode="auto">
          <a:xfrm>
            <a:off x="951257" y="760055"/>
            <a:ext cx="4687543" cy="49242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22C4ED1-E8E6-9018-501F-6607BE44AFDC}"/>
              </a:ext>
            </a:extLst>
          </p:cNvPr>
          <p:cNvSpPr>
            <a:spLocks noGrp="1"/>
          </p:cNvSpPr>
          <p:nvPr>
            <p:ph type="ctrTitle"/>
          </p:nvPr>
        </p:nvSpPr>
        <p:spPr>
          <a:xfrm>
            <a:off x="5065595" y="4224938"/>
            <a:ext cx="6288199" cy="1459355"/>
          </a:xfrm>
        </p:spPr>
        <p:txBody>
          <a:bodyPr anchor="b">
            <a:normAutofit/>
          </a:bodyPr>
          <a:lstStyle/>
          <a:p>
            <a:pPr algn="r"/>
            <a:r>
              <a:rPr lang="en-GB" sz="4000" dirty="0">
                <a:ln w="22225">
                  <a:solidFill>
                    <a:schemeClr val="tx1"/>
                  </a:solidFill>
                  <a:miter lim="800000"/>
                </a:ln>
                <a:latin typeface="Aptos" panose="020B0004020202020204" pitchFamily="34" charset="0"/>
              </a:rPr>
              <a:t>NE9 Coursework 1</a:t>
            </a:r>
            <a:br>
              <a:rPr lang="en-GB" sz="4000" dirty="0">
                <a:ln w="22225">
                  <a:solidFill>
                    <a:schemeClr val="tx1"/>
                  </a:solidFill>
                  <a:miter lim="800000"/>
                </a:ln>
                <a:latin typeface="Aptos" panose="020B0004020202020204" pitchFamily="34" charset="0"/>
              </a:rPr>
            </a:br>
            <a:r>
              <a:rPr lang="en-GB" sz="4800" dirty="0" err="1">
                <a:ln w="22225">
                  <a:solidFill>
                    <a:schemeClr val="tx1"/>
                  </a:solidFill>
                  <a:miter lim="800000"/>
                </a:ln>
                <a:latin typeface="Aptos Light" panose="020F0502020204030204" pitchFamily="34" charset="0"/>
              </a:rPr>
              <a:t>copenhagen</a:t>
            </a:r>
            <a:r>
              <a:rPr lang="en-GB" sz="4800" dirty="0">
                <a:ln w="22225">
                  <a:solidFill>
                    <a:schemeClr val="tx1"/>
                  </a:solidFill>
                  <a:miter lim="800000"/>
                </a:ln>
                <a:latin typeface="Aptos Light" panose="020F0502020204030204" pitchFamily="34" charset="0"/>
              </a:rPr>
              <a:t> atomics</a:t>
            </a:r>
            <a:endParaRPr lang="en-GB" sz="4400" dirty="0">
              <a:ln w="22225">
                <a:solidFill>
                  <a:schemeClr val="tx1"/>
                </a:solidFill>
                <a:miter lim="800000"/>
              </a:ln>
              <a:latin typeface="Aptos Light" panose="020F0502020204030204" pitchFamily="34" charset="0"/>
            </a:endParaRPr>
          </a:p>
        </p:txBody>
      </p:sp>
      <p:sp>
        <p:nvSpPr>
          <p:cNvPr id="3" name="Subtitle 2">
            <a:extLst>
              <a:ext uri="{FF2B5EF4-FFF2-40B4-BE49-F238E27FC236}">
                <a16:creationId xmlns:a16="http://schemas.microsoft.com/office/drawing/2014/main" id="{73688FE1-1E3D-8C41-B9F7-67ACC4D6E1C4}"/>
              </a:ext>
            </a:extLst>
          </p:cNvPr>
          <p:cNvSpPr>
            <a:spLocks noGrp="1"/>
          </p:cNvSpPr>
          <p:nvPr>
            <p:ph type="subTitle" idx="1"/>
          </p:nvPr>
        </p:nvSpPr>
        <p:spPr>
          <a:xfrm>
            <a:off x="760165" y="5724112"/>
            <a:ext cx="10593630" cy="941093"/>
          </a:xfrm>
        </p:spPr>
        <p:txBody>
          <a:bodyPr>
            <a:normAutofit/>
          </a:bodyPr>
          <a:lstStyle/>
          <a:p>
            <a:pPr algn="r"/>
            <a:r>
              <a:rPr lang="en-GB" sz="2000" dirty="0"/>
              <a:t>Andy Zhang, Lea Girard, </a:t>
            </a:r>
            <a:r>
              <a:rPr lang="en-GB" sz="2000" dirty="0" err="1"/>
              <a:t>Shaadia</a:t>
            </a:r>
            <a:r>
              <a:rPr lang="en-GB" sz="2000" dirty="0"/>
              <a:t> Cader, Yoni Fridman</a:t>
            </a:r>
          </a:p>
        </p:txBody>
      </p:sp>
      <p:pic>
        <p:nvPicPr>
          <p:cNvPr id="27" name="Picture 26" descr="A black text on a black background&#10;&#10;AI-generated content may be incorrect.">
            <a:extLst>
              <a:ext uri="{FF2B5EF4-FFF2-40B4-BE49-F238E27FC236}">
                <a16:creationId xmlns:a16="http://schemas.microsoft.com/office/drawing/2014/main" id="{61F01583-4C36-C44A-75D8-DC096CD421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78394" y="400613"/>
            <a:ext cx="2375400" cy="494582"/>
          </a:xfrm>
          <a:prstGeom prst="rect">
            <a:avLst/>
          </a:prstGeom>
        </p:spPr>
      </p:pic>
      <p:pic>
        <p:nvPicPr>
          <p:cNvPr id="23" name="Picture 22" descr="A logo with text on it&#10;&#10;AI-generated content may be incorrect.">
            <a:extLst>
              <a:ext uri="{FF2B5EF4-FFF2-40B4-BE49-F238E27FC236}">
                <a16:creationId xmlns:a16="http://schemas.microsoft.com/office/drawing/2014/main" id="{66D98840-1CD8-257E-AD30-183E58006085}"/>
              </a:ext>
            </a:extLst>
          </p:cNvPr>
          <p:cNvPicPr>
            <a:picLocks noChangeAspect="1"/>
          </p:cNvPicPr>
          <p:nvPr/>
        </p:nvPicPr>
        <p:blipFill>
          <a:blip r:embed="rId6" cstate="print">
            <a:biLevel thresh="75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9755901" y="992956"/>
            <a:ext cx="1571263" cy="593887"/>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A4EA-B04E-E124-434F-62BCE1053402}"/>
            </a:ext>
          </a:extLst>
        </p:cNvPr>
        <p:cNvGrpSpPr/>
        <p:nvPr/>
      </p:nvGrpSpPr>
      <p:grpSpPr>
        <a:xfrm>
          <a:off x="0" y="0"/>
          <a:ext cx="0" cy="0"/>
          <a:chOff x="0" y="0"/>
          <a:chExt cx="0" cy="0"/>
        </a:xfrm>
      </p:grpSpPr>
      <p:sp>
        <p:nvSpPr>
          <p:cNvPr id="7" name="Freeform: Shape 6">
            <a:extLst>
              <a:ext uri="{FF2B5EF4-FFF2-40B4-BE49-F238E27FC236}">
                <a16:creationId xmlns:a16="http://schemas.microsoft.com/office/drawing/2014/main" id="{FC3B4CF2-C565-F045-B069-1ED8F81DB437}"/>
              </a:ext>
            </a:extLst>
          </p:cNvPr>
          <p:cNvSpPr/>
          <p:nvPr/>
        </p:nvSpPr>
        <p:spPr>
          <a:xfrm>
            <a:off x="-2011366" y="68580"/>
            <a:ext cx="8011469" cy="7045071"/>
          </a:xfrm>
          <a:custGeom>
            <a:avLst/>
            <a:gdLst>
              <a:gd name="connsiteX0" fmla="*/ 5011033 w 8011469"/>
              <a:gd name="connsiteY0" fmla="*/ 0 h 7045071"/>
              <a:gd name="connsiteX1" fmla="*/ 7084785 w 8011469"/>
              <a:gd name="connsiteY1" fmla="*/ 0 h 7045071"/>
              <a:gd name="connsiteX2" fmla="*/ 7084785 w 8011469"/>
              <a:gd name="connsiteY2" fmla="*/ 118826 h 7045071"/>
              <a:gd name="connsiteX3" fmla="*/ 8011469 w 8011469"/>
              <a:gd name="connsiteY3" fmla="*/ 118826 h 7045071"/>
              <a:gd name="connsiteX4" fmla="*/ 8011469 w 8011469"/>
              <a:gd name="connsiteY4" fmla="*/ 460058 h 7045071"/>
              <a:gd name="connsiteX5" fmla="*/ 7218102 w 8011469"/>
              <a:gd name="connsiteY5" fmla="*/ 460058 h 7045071"/>
              <a:gd name="connsiteX6" fmla="*/ 7218102 w 8011469"/>
              <a:gd name="connsiteY6" fmla="*/ 1016402 h 7045071"/>
              <a:gd name="connsiteX7" fmla="*/ 5614183 w 8011469"/>
              <a:gd name="connsiteY7" fmla="*/ 1016402 h 7045071"/>
              <a:gd name="connsiteX8" fmla="*/ 5614183 w 8011469"/>
              <a:gd name="connsiteY8" fmla="*/ 5280922 h 7045071"/>
              <a:gd name="connsiteX9" fmla="*/ 6798466 w 8011469"/>
              <a:gd name="connsiteY9" fmla="*/ 5280922 h 7045071"/>
              <a:gd name="connsiteX10" fmla="*/ 6798466 w 8011469"/>
              <a:gd name="connsiteY10" fmla="*/ 6469560 h 7045071"/>
              <a:gd name="connsiteX11" fmla="*/ 6757344 w 8011469"/>
              <a:gd name="connsiteY11" fmla="*/ 6469560 h 7045071"/>
              <a:gd name="connsiteX12" fmla="*/ 6757344 w 8011469"/>
              <a:gd name="connsiteY12" fmla="*/ 7045071 h 7045071"/>
              <a:gd name="connsiteX13" fmla="*/ 967553 w 8011469"/>
              <a:gd name="connsiteY13" fmla="*/ 7045071 h 7045071"/>
              <a:gd name="connsiteX14" fmla="*/ 967553 w 8011469"/>
              <a:gd name="connsiteY14" fmla="*/ 6244907 h 7045071"/>
              <a:gd name="connsiteX15" fmla="*/ 0 w 8011469"/>
              <a:gd name="connsiteY15" fmla="*/ 6244907 h 7045071"/>
              <a:gd name="connsiteX16" fmla="*/ 0 w 8011469"/>
              <a:gd name="connsiteY16" fmla="*/ 242328 h 7045071"/>
              <a:gd name="connsiteX17" fmla="*/ 819266 w 8011469"/>
              <a:gd name="connsiteY17" fmla="*/ 242328 h 7045071"/>
              <a:gd name="connsiteX18" fmla="*/ 5011033 w 8011469"/>
              <a:gd name="connsiteY18" fmla="*/ 242328 h 704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11469" h="7045071">
                <a:moveTo>
                  <a:pt x="5011033" y="0"/>
                </a:moveTo>
                <a:lnTo>
                  <a:pt x="7084785" y="0"/>
                </a:lnTo>
                <a:lnTo>
                  <a:pt x="7084785" y="118826"/>
                </a:lnTo>
                <a:lnTo>
                  <a:pt x="8011469" y="118826"/>
                </a:lnTo>
                <a:lnTo>
                  <a:pt x="8011469" y="460058"/>
                </a:lnTo>
                <a:lnTo>
                  <a:pt x="7218102" y="460058"/>
                </a:lnTo>
                <a:lnTo>
                  <a:pt x="7218102" y="1016402"/>
                </a:lnTo>
                <a:lnTo>
                  <a:pt x="5614183" y="1016402"/>
                </a:lnTo>
                <a:lnTo>
                  <a:pt x="5614183" y="5280922"/>
                </a:lnTo>
                <a:lnTo>
                  <a:pt x="6798466" y="5280922"/>
                </a:lnTo>
                <a:lnTo>
                  <a:pt x="6798466" y="6469560"/>
                </a:lnTo>
                <a:lnTo>
                  <a:pt x="6757344" y="6469560"/>
                </a:lnTo>
                <a:lnTo>
                  <a:pt x="6757344" y="7045071"/>
                </a:lnTo>
                <a:lnTo>
                  <a:pt x="967553" y="7045071"/>
                </a:lnTo>
                <a:lnTo>
                  <a:pt x="967553" y="6244907"/>
                </a:lnTo>
                <a:lnTo>
                  <a:pt x="0" y="6244907"/>
                </a:lnTo>
                <a:lnTo>
                  <a:pt x="0" y="242328"/>
                </a:lnTo>
                <a:lnTo>
                  <a:pt x="819266" y="242328"/>
                </a:lnTo>
                <a:lnTo>
                  <a:pt x="5011033" y="242328"/>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A5A5FC7D-3115-64A2-F346-8EF0CAB26CFA}"/>
              </a:ext>
            </a:extLst>
          </p:cNvPr>
          <p:cNvSpPr/>
          <p:nvPr/>
        </p:nvSpPr>
        <p:spPr>
          <a:xfrm>
            <a:off x="6641566" y="827053"/>
            <a:ext cx="2351670" cy="5573746"/>
          </a:xfrm>
          <a:custGeom>
            <a:avLst/>
            <a:gdLst>
              <a:gd name="connsiteX0" fmla="*/ 663608 w 2351670"/>
              <a:gd name="connsiteY0" fmla="*/ 0 h 5573746"/>
              <a:gd name="connsiteX1" fmla="*/ 2351670 w 2351670"/>
              <a:gd name="connsiteY1" fmla="*/ 0 h 5573746"/>
              <a:gd name="connsiteX2" fmla="*/ 2351670 w 2351670"/>
              <a:gd name="connsiteY2" fmla="*/ 377361 h 5573746"/>
              <a:gd name="connsiteX3" fmla="*/ 2342558 w 2351670"/>
              <a:gd name="connsiteY3" fmla="*/ 377361 h 5573746"/>
              <a:gd name="connsiteX4" fmla="*/ 2342558 w 2351670"/>
              <a:gd name="connsiteY4" fmla="*/ 4494034 h 5573746"/>
              <a:gd name="connsiteX5" fmla="*/ 2351670 w 2351670"/>
              <a:gd name="connsiteY5" fmla="*/ 4494034 h 5573746"/>
              <a:gd name="connsiteX6" fmla="*/ 2351670 w 2351670"/>
              <a:gd name="connsiteY6" fmla="*/ 4814572 h 5573746"/>
              <a:gd name="connsiteX7" fmla="*/ 1092234 w 2351670"/>
              <a:gd name="connsiteY7" fmla="*/ 4814572 h 5573746"/>
              <a:gd name="connsiteX8" fmla="*/ 1092234 w 2351670"/>
              <a:gd name="connsiteY8" fmla="*/ 4814574 h 5573746"/>
              <a:gd name="connsiteX9" fmla="*/ 272021 w 2351670"/>
              <a:gd name="connsiteY9" fmla="*/ 4814574 h 5573746"/>
              <a:gd name="connsiteX10" fmla="*/ 272021 w 2351670"/>
              <a:gd name="connsiteY10" fmla="*/ 5573746 h 5573746"/>
              <a:gd name="connsiteX11" fmla="*/ 0 w 2351670"/>
              <a:gd name="connsiteY11" fmla="*/ 5573746 h 5573746"/>
              <a:gd name="connsiteX12" fmla="*/ 0 w 2351670"/>
              <a:gd name="connsiteY12" fmla="*/ 4716496 h 5573746"/>
              <a:gd name="connsiteX13" fmla="*/ 234983 w 2351670"/>
              <a:gd name="connsiteY13" fmla="*/ 4716496 h 5573746"/>
              <a:gd name="connsiteX14" fmla="*/ 234983 w 2351670"/>
              <a:gd name="connsiteY14" fmla="*/ 4716493 h 5573746"/>
              <a:gd name="connsiteX15" fmla="*/ 820064 w 2351670"/>
              <a:gd name="connsiteY15" fmla="*/ 4716493 h 5573746"/>
              <a:gd name="connsiteX16" fmla="*/ 820064 w 2351670"/>
              <a:gd name="connsiteY16" fmla="*/ 4494034 h 5573746"/>
              <a:gd name="connsiteX17" fmla="*/ 2022020 w 2351670"/>
              <a:gd name="connsiteY17" fmla="*/ 4494034 h 5573746"/>
              <a:gd name="connsiteX18" fmla="*/ 2022020 w 2351670"/>
              <a:gd name="connsiteY18" fmla="*/ 377361 h 5573746"/>
              <a:gd name="connsiteX19" fmla="*/ 663608 w 2351670"/>
              <a:gd name="connsiteY19" fmla="*/ 377361 h 557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1670" h="5573746">
                <a:moveTo>
                  <a:pt x="663608" y="0"/>
                </a:moveTo>
                <a:lnTo>
                  <a:pt x="2351670" y="0"/>
                </a:lnTo>
                <a:lnTo>
                  <a:pt x="2351670" y="377361"/>
                </a:lnTo>
                <a:lnTo>
                  <a:pt x="2342558" y="377361"/>
                </a:lnTo>
                <a:lnTo>
                  <a:pt x="2342558" y="4494034"/>
                </a:lnTo>
                <a:lnTo>
                  <a:pt x="2351670" y="4494034"/>
                </a:lnTo>
                <a:lnTo>
                  <a:pt x="2351670" y="4814572"/>
                </a:lnTo>
                <a:lnTo>
                  <a:pt x="1092234" y="4814572"/>
                </a:lnTo>
                <a:lnTo>
                  <a:pt x="1092234" y="4814574"/>
                </a:lnTo>
                <a:lnTo>
                  <a:pt x="272021" y="4814574"/>
                </a:lnTo>
                <a:lnTo>
                  <a:pt x="272021" y="5573746"/>
                </a:lnTo>
                <a:lnTo>
                  <a:pt x="0" y="5573746"/>
                </a:lnTo>
                <a:lnTo>
                  <a:pt x="0" y="4716496"/>
                </a:lnTo>
                <a:lnTo>
                  <a:pt x="234983" y="4716496"/>
                </a:lnTo>
                <a:lnTo>
                  <a:pt x="234983" y="4716493"/>
                </a:lnTo>
                <a:lnTo>
                  <a:pt x="820064" y="4716493"/>
                </a:lnTo>
                <a:lnTo>
                  <a:pt x="820064" y="4494034"/>
                </a:lnTo>
                <a:lnTo>
                  <a:pt x="2022020" y="4494034"/>
                </a:lnTo>
                <a:lnTo>
                  <a:pt x="2022020" y="377361"/>
                </a:lnTo>
                <a:lnTo>
                  <a:pt x="663608" y="377361"/>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Freeform: Shape 2">
            <a:extLst>
              <a:ext uri="{FF2B5EF4-FFF2-40B4-BE49-F238E27FC236}">
                <a16:creationId xmlns:a16="http://schemas.microsoft.com/office/drawing/2014/main" id="{B4A7603C-6F30-FA00-1145-CDF7C7D9C179}"/>
              </a:ext>
            </a:extLst>
          </p:cNvPr>
          <p:cNvSpPr/>
          <p:nvPr/>
        </p:nvSpPr>
        <p:spPr>
          <a:xfrm rot="10800000">
            <a:off x="7319688" y="-1443806"/>
            <a:ext cx="3840206" cy="8051213"/>
          </a:xfrm>
          <a:custGeom>
            <a:avLst/>
            <a:gdLst>
              <a:gd name="connsiteX0" fmla="*/ 3840206 w 3840206"/>
              <a:gd name="connsiteY0" fmla="*/ 8051213 h 8051213"/>
              <a:gd name="connsiteX1" fmla="*/ 0 w 3840206"/>
              <a:gd name="connsiteY1" fmla="*/ 8051213 h 8051213"/>
              <a:gd name="connsiteX2" fmla="*/ 0 w 3840206"/>
              <a:gd name="connsiteY2" fmla="*/ 5937436 h 8051213"/>
              <a:gd name="connsiteX3" fmla="*/ 2 w 3840206"/>
              <a:gd name="connsiteY3" fmla="*/ 5937436 h 8051213"/>
              <a:gd name="connsiteX4" fmla="*/ 2 w 3840206"/>
              <a:gd name="connsiteY4" fmla="*/ 301282 h 8051213"/>
              <a:gd name="connsiteX5" fmla="*/ 4 w 3840206"/>
              <a:gd name="connsiteY5" fmla="*/ 301282 h 8051213"/>
              <a:gd name="connsiteX6" fmla="*/ 4 w 3840206"/>
              <a:gd name="connsiteY6" fmla="*/ 0 h 8051213"/>
              <a:gd name="connsiteX7" fmla="*/ 3683752 w 3840206"/>
              <a:gd name="connsiteY7" fmla="*/ 0 h 8051213"/>
              <a:gd name="connsiteX8" fmla="*/ 3683752 w 3840206"/>
              <a:gd name="connsiteY8" fmla="*/ 977470 h 8051213"/>
              <a:gd name="connsiteX9" fmla="*/ 2113779 w 3840206"/>
              <a:gd name="connsiteY9" fmla="*/ 977470 h 8051213"/>
              <a:gd name="connsiteX10" fmla="*/ 2113779 w 3840206"/>
              <a:gd name="connsiteY10" fmla="*/ 5937436 h 8051213"/>
              <a:gd name="connsiteX11" fmla="*/ 3840206 w 3840206"/>
              <a:gd name="connsiteY11" fmla="*/ 5937436 h 8051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40206" h="8051213">
                <a:moveTo>
                  <a:pt x="3840206" y="8051213"/>
                </a:moveTo>
                <a:lnTo>
                  <a:pt x="0" y="8051213"/>
                </a:lnTo>
                <a:lnTo>
                  <a:pt x="0" y="5937436"/>
                </a:lnTo>
                <a:lnTo>
                  <a:pt x="2" y="5937436"/>
                </a:lnTo>
                <a:lnTo>
                  <a:pt x="2" y="301282"/>
                </a:lnTo>
                <a:lnTo>
                  <a:pt x="4" y="301282"/>
                </a:lnTo>
                <a:lnTo>
                  <a:pt x="4" y="0"/>
                </a:lnTo>
                <a:lnTo>
                  <a:pt x="3683752" y="0"/>
                </a:lnTo>
                <a:lnTo>
                  <a:pt x="3683752" y="977470"/>
                </a:lnTo>
                <a:lnTo>
                  <a:pt x="2113779" y="977470"/>
                </a:lnTo>
                <a:lnTo>
                  <a:pt x="2113779" y="5937436"/>
                </a:lnTo>
                <a:lnTo>
                  <a:pt x="3840206" y="5937436"/>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5" name="Picture 4">
            <a:extLst>
              <a:ext uri="{FF2B5EF4-FFF2-40B4-BE49-F238E27FC236}">
                <a16:creationId xmlns:a16="http://schemas.microsoft.com/office/drawing/2014/main" id="{C83BC28C-D263-1EF7-D185-4A71E53354DC}"/>
              </a:ext>
            </a:extLst>
          </p:cNvPr>
          <p:cNvPicPr>
            <a:picLocks noChangeAspect="1"/>
          </p:cNvPicPr>
          <p:nvPr/>
        </p:nvPicPr>
        <p:blipFill>
          <a:blip r:embed="rId2"/>
          <a:srcRect b="9093"/>
          <a:stretch>
            <a:fillRect/>
          </a:stretch>
        </p:blipFill>
        <p:spPr>
          <a:xfrm>
            <a:off x="2471696" y="117651"/>
            <a:ext cx="6197290" cy="6234453"/>
          </a:xfrm>
          <a:prstGeom prst="rect">
            <a:avLst/>
          </a:prstGeom>
        </p:spPr>
      </p:pic>
      <p:pic>
        <p:nvPicPr>
          <p:cNvPr id="4" name="Picture 2">
            <a:extLst>
              <a:ext uri="{FF2B5EF4-FFF2-40B4-BE49-F238E27FC236}">
                <a16:creationId xmlns:a16="http://schemas.microsoft.com/office/drawing/2014/main" id="{C160860A-66D8-6825-A821-E97D32C29FAF}"/>
              </a:ext>
            </a:extLst>
          </p:cNvPr>
          <p:cNvPicPr>
            <a:picLocks noChangeAspect="1" noChangeArrowheads="1"/>
          </p:cNvPicPr>
          <p:nvPr/>
        </p:nvPicPr>
        <p:blipFill rotWithShape="1">
          <a:blip r:embed="rId3">
            <a:alphaModFix amt="0"/>
            <a:extLst>
              <a:ext uri="{28A0092B-C50C-407E-A947-70E740481C1C}">
                <a14:useLocalDpi xmlns:a14="http://schemas.microsoft.com/office/drawing/2010/main" val="0"/>
              </a:ext>
            </a:extLst>
          </a:blip>
          <a:srcRect r="71380"/>
          <a:stretch>
            <a:fillRect/>
          </a:stretch>
        </p:blipFill>
        <p:spPr bwMode="auto">
          <a:xfrm rot="5400000">
            <a:off x="-3572517" y="-6466466"/>
            <a:ext cx="19337034" cy="2031344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0A151FB-B5D7-9A6D-690A-675820E0B8AC}"/>
              </a:ext>
            </a:extLst>
          </p:cNvPr>
          <p:cNvSpPr txBox="1"/>
          <p:nvPr/>
        </p:nvSpPr>
        <p:spPr>
          <a:xfrm>
            <a:off x="2201904" y="6245684"/>
            <a:ext cx="7518400" cy="430887"/>
          </a:xfrm>
          <a:prstGeom prst="rect">
            <a:avLst/>
          </a:prstGeom>
          <a:noFill/>
        </p:spPr>
        <p:txBody>
          <a:bodyPr wrap="square" rtlCol="0">
            <a:spAutoFit/>
          </a:bodyPr>
          <a:lstStyle/>
          <a:p>
            <a:r>
              <a:rPr lang="en-GB" sz="1100" dirty="0">
                <a:latin typeface="Times New Roman" panose="02020603050405020304" pitchFamily="18" charset="0"/>
                <a:cs typeface="Times New Roman" panose="02020603050405020304" pitchFamily="18" charset="0"/>
              </a:rPr>
              <a:t>Chierici L and Rossi A (2025) Multi-step verification of the Copenhagen atomics molten salt experiment radioactive inventory at the Paul Scherrer Institute using </a:t>
            </a:r>
            <a:r>
              <a:rPr lang="en-GB" sz="1100" dirty="0" err="1">
                <a:latin typeface="Times New Roman" panose="02020603050405020304" pitchFamily="18" charset="0"/>
                <a:cs typeface="Times New Roman" panose="02020603050405020304" pitchFamily="18" charset="0"/>
              </a:rPr>
              <a:t>OpenMC</a:t>
            </a:r>
            <a:r>
              <a:rPr lang="en-GB" sz="1100" dirty="0">
                <a:latin typeface="Times New Roman" panose="02020603050405020304" pitchFamily="18" charset="0"/>
                <a:cs typeface="Times New Roman" panose="02020603050405020304" pitchFamily="18" charset="0"/>
              </a:rPr>
              <a:t>, Serpent, and EQL0D. Front. </a:t>
            </a:r>
            <a:r>
              <a:rPr lang="en-GB" sz="1100" dirty="0" err="1">
                <a:latin typeface="Times New Roman" panose="02020603050405020304" pitchFamily="18" charset="0"/>
                <a:cs typeface="Times New Roman" panose="02020603050405020304" pitchFamily="18" charset="0"/>
              </a:rPr>
              <a:t>Nucl</a:t>
            </a:r>
            <a:r>
              <a:rPr lang="en-GB" sz="1100" dirty="0">
                <a:latin typeface="Times New Roman" panose="02020603050405020304" pitchFamily="18" charset="0"/>
                <a:cs typeface="Times New Roman" panose="02020603050405020304" pitchFamily="18" charset="0"/>
              </a:rPr>
              <a:t>. Eng. 4:1677436. </a:t>
            </a:r>
            <a:r>
              <a:rPr lang="en-GB" sz="1100" dirty="0" err="1">
                <a:latin typeface="Times New Roman" panose="02020603050405020304" pitchFamily="18" charset="0"/>
                <a:cs typeface="Times New Roman" panose="02020603050405020304" pitchFamily="18" charset="0"/>
              </a:rPr>
              <a:t>doi</a:t>
            </a:r>
            <a:r>
              <a:rPr lang="en-GB" sz="1100" dirty="0">
                <a:latin typeface="Times New Roman" panose="02020603050405020304" pitchFamily="18" charset="0"/>
                <a:cs typeface="Times New Roman" panose="02020603050405020304" pitchFamily="18" charset="0"/>
              </a:rPr>
              <a:t>: 10.3389/fnuen.2025.1677436</a:t>
            </a:r>
          </a:p>
        </p:txBody>
      </p:sp>
    </p:spTree>
    <p:extLst>
      <p:ext uri="{BB962C8B-B14F-4D97-AF65-F5344CB8AC3E}">
        <p14:creationId xmlns:p14="http://schemas.microsoft.com/office/powerpoint/2010/main" val="3132570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D0903-206E-20A6-C1DB-CF7A6C10D3CD}"/>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498D995D-77A1-3380-7DC1-D6922B3E7306}"/>
              </a:ext>
            </a:extLst>
          </p:cNvPr>
          <p:cNvSpPr/>
          <p:nvPr/>
        </p:nvSpPr>
        <p:spPr>
          <a:xfrm>
            <a:off x="3627268" y="998424"/>
            <a:ext cx="5014858" cy="445214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9">
            <a:extLst>
              <a:ext uri="{FF2B5EF4-FFF2-40B4-BE49-F238E27FC236}">
                <a16:creationId xmlns:a16="http://schemas.microsoft.com/office/drawing/2014/main" id="{DC70E4CD-AA07-6FAB-054B-A5FA82A442A6}"/>
              </a:ext>
            </a:extLst>
          </p:cNvPr>
          <p:cNvSpPr/>
          <p:nvPr/>
        </p:nvSpPr>
        <p:spPr>
          <a:xfrm rot="5400000">
            <a:off x="5085458" y="2523399"/>
            <a:ext cx="5353352" cy="2212107"/>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7">
            <a:extLst>
              <a:ext uri="{FF2B5EF4-FFF2-40B4-BE49-F238E27FC236}">
                <a16:creationId xmlns:a16="http://schemas.microsoft.com/office/drawing/2014/main" id="{A3A22D0F-81CA-176F-3328-8383F8992AFC}"/>
              </a:ext>
            </a:extLst>
          </p:cNvPr>
          <p:cNvSpPr/>
          <p:nvPr/>
        </p:nvSpPr>
        <p:spPr>
          <a:xfrm>
            <a:off x="3783722" y="1014739"/>
            <a:ext cx="1853603" cy="4444817"/>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DF1E3EDA-EAFF-DDC5-A97C-2B7F7CDA6057}"/>
              </a:ext>
            </a:extLst>
          </p:cNvPr>
          <p:cNvSpPr/>
          <p:nvPr/>
        </p:nvSpPr>
        <p:spPr>
          <a:xfrm flipH="1">
            <a:off x="5128016" y="681999"/>
            <a:ext cx="847379" cy="5118908"/>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B94D8C1D-50F4-0872-2E14-544E58C83FC5}"/>
              </a:ext>
            </a:extLst>
          </p:cNvPr>
          <p:cNvSpPr/>
          <p:nvPr/>
        </p:nvSpPr>
        <p:spPr>
          <a:xfrm flipH="1">
            <a:off x="6510581" y="789842"/>
            <a:ext cx="1619477" cy="4832091"/>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Shape 18">
            <a:extLst>
              <a:ext uri="{FF2B5EF4-FFF2-40B4-BE49-F238E27FC236}">
                <a16:creationId xmlns:a16="http://schemas.microsoft.com/office/drawing/2014/main" id="{09A5A022-7E15-D79C-C574-034FE18F15A8}"/>
              </a:ext>
            </a:extLst>
          </p:cNvPr>
          <p:cNvSpPr/>
          <p:nvPr/>
        </p:nvSpPr>
        <p:spPr>
          <a:xfrm>
            <a:off x="6641566" y="827053"/>
            <a:ext cx="2351670" cy="5573746"/>
          </a:xfrm>
          <a:custGeom>
            <a:avLst/>
            <a:gdLst>
              <a:gd name="connsiteX0" fmla="*/ 663608 w 2351670"/>
              <a:gd name="connsiteY0" fmla="*/ 0 h 5573746"/>
              <a:gd name="connsiteX1" fmla="*/ 2351670 w 2351670"/>
              <a:gd name="connsiteY1" fmla="*/ 0 h 5573746"/>
              <a:gd name="connsiteX2" fmla="*/ 2351670 w 2351670"/>
              <a:gd name="connsiteY2" fmla="*/ 377361 h 5573746"/>
              <a:gd name="connsiteX3" fmla="*/ 2342558 w 2351670"/>
              <a:gd name="connsiteY3" fmla="*/ 377361 h 5573746"/>
              <a:gd name="connsiteX4" fmla="*/ 2342558 w 2351670"/>
              <a:gd name="connsiteY4" fmla="*/ 4494034 h 5573746"/>
              <a:gd name="connsiteX5" fmla="*/ 2351670 w 2351670"/>
              <a:gd name="connsiteY5" fmla="*/ 4494034 h 5573746"/>
              <a:gd name="connsiteX6" fmla="*/ 2351670 w 2351670"/>
              <a:gd name="connsiteY6" fmla="*/ 4814572 h 5573746"/>
              <a:gd name="connsiteX7" fmla="*/ 1092234 w 2351670"/>
              <a:gd name="connsiteY7" fmla="*/ 4814572 h 5573746"/>
              <a:gd name="connsiteX8" fmla="*/ 1092234 w 2351670"/>
              <a:gd name="connsiteY8" fmla="*/ 4814574 h 5573746"/>
              <a:gd name="connsiteX9" fmla="*/ 272021 w 2351670"/>
              <a:gd name="connsiteY9" fmla="*/ 4814574 h 5573746"/>
              <a:gd name="connsiteX10" fmla="*/ 272021 w 2351670"/>
              <a:gd name="connsiteY10" fmla="*/ 5573746 h 5573746"/>
              <a:gd name="connsiteX11" fmla="*/ 0 w 2351670"/>
              <a:gd name="connsiteY11" fmla="*/ 5573746 h 5573746"/>
              <a:gd name="connsiteX12" fmla="*/ 0 w 2351670"/>
              <a:gd name="connsiteY12" fmla="*/ 4716496 h 5573746"/>
              <a:gd name="connsiteX13" fmla="*/ 234983 w 2351670"/>
              <a:gd name="connsiteY13" fmla="*/ 4716496 h 5573746"/>
              <a:gd name="connsiteX14" fmla="*/ 234983 w 2351670"/>
              <a:gd name="connsiteY14" fmla="*/ 4716493 h 5573746"/>
              <a:gd name="connsiteX15" fmla="*/ 820064 w 2351670"/>
              <a:gd name="connsiteY15" fmla="*/ 4716493 h 5573746"/>
              <a:gd name="connsiteX16" fmla="*/ 820064 w 2351670"/>
              <a:gd name="connsiteY16" fmla="*/ 4494034 h 5573746"/>
              <a:gd name="connsiteX17" fmla="*/ 2022020 w 2351670"/>
              <a:gd name="connsiteY17" fmla="*/ 4494034 h 5573746"/>
              <a:gd name="connsiteX18" fmla="*/ 2022020 w 2351670"/>
              <a:gd name="connsiteY18" fmla="*/ 377361 h 5573746"/>
              <a:gd name="connsiteX19" fmla="*/ 663608 w 2351670"/>
              <a:gd name="connsiteY19" fmla="*/ 377361 h 557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1670" h="5573746">
                <a:moveTo>
                  <a:pt x="663608" y="0"/>
                </a:moveTo>
                <a:lnTo>
                  <a:pt x="2351670" y="0"/>
                </a:lnTo>
                <a:lnTo>
                  <a:pt x="2351670" y="377361"/>
                </a:lnTo>
                <a:lnTo>
                  <a:pt x="2342558" y="377361"/>
                </a:lnTo>
                <a:lnTo>
                  <a:pt x="2342558" y="4494034"/>
                </a:lnTo>
                <a:lnTo>
                  <a:pt x="2351670" y="4494034"/>
                </a:lnTo>
                <a:lnTo>
                  <a:pt x="2351670" y="4814572"/>
                </a:lnTo>
                <a:lnTo>
                  <a:pt x="1092234" y="4814572"/>
                </a:lnTo>
                <a:lnTo>
                  <a:pt x="1092234" y="4814574"/>
                </a:lnTo>
                <a:lnTo>
                  <a:pt x="272021" y="4814574"/>
                </a:lnTo>
                <a:lnTo>
                  <a:pt x="272021" y="5573746"/>
                </a:lnTo>
                <a:lnTo>
                  <a:pt x="0" y="5573746"/>
                </a:lnTo>
                <a:lnTo>
                  <a:pt x="0" y="4716496"/>
                </a:lnTo>
                <a:lnTo>
                  <a:pt x="234983" y="4716496"/>
                </a:lnTo>
                <a:lnTo>
                  <a:pt x="234983" y="4716493"/>
                </a:lnTo>
                <a:lnTo>
                  <a:pt x="820064" y="4716493"/>
                </a:lnTo>
                <a:lnTo>
                  <a:pt x="820064" y="4494034"/>
                </a:lnTo>
                <a:lnTo>
                  <a:pt x="2022020" y="4494034"/>
                </a:lnTo>
                <a:lnTo>
                  <a:pt x="2022020" y="377361"/>
                </a:lnTo>
                <a:lnTo>
                  <a:pt x="663608" y="377361"/>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 name="Free-form: Shape 140">
            <a:extLst>
              <a:ext uri="{FF2B5EF4-FFF2-40B4-BE49-F238E27FC236}">
                <a16:creationId xmlns:a16="http://schemas.microsoft.com/office/drawing/2014/main" id="{43B80F45-7FE8-C68A-C12E-9B799933FE74}"/>
              </a:ext>
            </a:extLst>
          </p:cNvPr>
          <p:cNvSpPr/>
          <p:nvPr/>
        </p:nvSpPr>
        <p:spPr>
          <a:xfrm>
            <a:off x="-770902" y="747216"/>
            <a:ext cx="6556514" cy="5558909"/>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Freeform: Shape 11">
            <a:extLst>
              <a:ext uri="{FF2B5EF4-FFF2-40B4-BE49-F238E27FC236}">
                <a16:creationId xmlns:a16="http://schemas.microsoft.com/office/drawing/2014/main" id="{0E5A5EB6-8F43-53CB-E971-3882FE6E93B1}"/>
              </a:ext>
            </a:extLst>
          </p:cNvPr>
          <p:cNvSpPr/>
          <p:nvPr/>
        </p:nvSpPr>
        <p:spPr>
          <a:xfrm>
            <a:off x="-690126" y="324623"/>
            <a:ext cx="7728025" cy="5981501"/>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 name="Freeform: Shape 3">
            <a:extLst>
              <a:ext uri="{FF2B5EF4-FFF2-40B4-BE49-F238E27FC236}">
                <a16:creationId xmlns:a16="http://schemas.microsoft.com/office/drawing/2014/main" id="{4C385881-7A74-2692-B3AB-5427FB930724}"/>
              </a:ext>
            </a:extLst>
          </p:cNvPr>
          <p:cNvSpPr/>
          <p:nvPr/>
        </p:nvSpPr>
        <p:spPr>
          <a:xfrm>
            <a:off x="-2011366" y="68580"/>
            <a:ext cx="8011469" cy="7045071"/>
          </a:xfrm>
          <a:custGeom>
            <a:avLst/>
            <a:gdLst>
              <a:gd name="connsiteX0" fmla="*/ 5011033 w 8011469"/>
              <a:gd name="connsiteY0" fmla="*/ 0 h 7045071"/>
              <a:gd name="connsiteX1" fmla="*/ 7084785 w 8011469"/>
              <a:gd name="connsiteY1" fmla="*/ 0 h 7045071"/>
              <a:gd name="connsiteX2" fmla="*/ 7084785 w 8011469"/>
              <a:gd name="connsiteY2" fmla="*/ 118826 h 7045071"/>
              <a:gd name="connsiteX3" fmla="*/ 8011469 w 8011469"/>
              <a:gd name="connsiteY3" fmla="*/ 118826 h 7045071"/>
              <a:gd name="connsiteX4" fmla="*/ 8011469 w 8011469"/>
              <a:gd name="connsiteY4" fmla="*/ 460058 h 7045071"/>
              <a:gd name="connsiteX5" fmla="*/ 7218102 w 8011469"/>
              <a:gd name="connsiteY5" fmla="*/ 460058 h 7045071"/>
              <a:gd name="connsiteX6" fmla="*/ 7218102 w 8011469"/>
              <a:gd name="connsiteY6" fmla="*/ 1016402 h 7045071"/>
              <a:gd name="connsiteX7" fmla="*/ 5614183 w 8011469"/>
              <a:gd name="connsiteY7" fmla="*/ 1016402 h 7045071"/>
              <a:gd name="connsiteX8" fmla="*/ 5614183 w 8011469"/>
              <a:gd name="connsiteY8" fmla="*/ 5280922 h 7045071"/>
              <a:gd name="connsiteX9" fmla="*/ 6798466 w 8011469"/>
              <a:gd name="connsiteY9" fmla="*/ 5280922 h 7045071"/>
              <a:gd name="connsiteX10" fmla="*/ 6798466 w 8011469"/>
              <a:gd name="connsiteY10" fmla="*/ 6469560 h 7045071"/>
              <a:gd name="connsiteX11" fmla="*/ 6757344 w 8011469"/>
              <a:gd name="connsiteY11" fmla="*/ 6469560 h 7045071"/>
              <a:gd name="connsiteX12" fmla="*/ 6757344 w 8011469"/>
              <a:gd name="connsiteY12" fmla="*/ 7045071 h 7045071"/>
              <a:gd name="connsiteX13" fmla="*/ 967553 w 8011469"/>
              <a:gd name="connsiteY13" fmla="*/ 7045071 h 7045071"/>
              <a:gd name="connsiteX14" fmla="*/ 967553 w 8011469"/>
              <a:gd name="connsiteY14" fmla="*/ 6244907 h 7045071"/>
              <a:gd name="connsiteX15" fmla="*/ 0 w 8011469"/>
              <a:gd name="connsiteY15" fmla="*/ 6244907 h 7045071"/>
              <a:gd name="connsiteX16" fmla="*/ 0 w 8011469"/>
              <a:gd name="connsiteY16" fmla="*/ 242328 h 7045071"/>
              <a:gd name="connsiteX17" fmla="*/ 819266 w 8011469"/>
              <a:gd name="connsiteY17" fmla="*/ 242328 h 7045071"/>
              <a:gd name="connsiteX18" fmla="*/ 5011033 w 8011469"/>
              <a:gd name="connsiteY18" fmla="*/ 242328 h 704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11469" h="7045071">
                <a:moveTo>
                  <a:pt x="5011033" y="0"/>
                </a:moveTo>
                <a:lnTo>
                  <a:pt x="7084785" y="0"/>
                </a:lnTo>
                <a:lnTo>
                  <a:pt x="7084785" y="118826"/>
                </a:lnTo>
                <a:lnTo>
                  <a:pt x="8011469" y="118826"/>
                </a:lnTo>
                <a:lnTo>
                  <a:pt x="8011469" y="460058"/>
                </a:lnTo>
                <a:lnTo>
                  <a:pt x="7218102" y="460058"/>
                </a:lnTo>
                <a:lnTo>
                  <a:pt x="7218102" y="1016402"/>
                </a:lnTo>
                <a:lnTo>
                  <a:pt x="5614183" y="1016402"/>
                </a:lnTo>
                <a:lnTo>
                  <a:pt x="5614183" y="5280922"/>
                </a:lnTo>
                <a:lnTo>
                  <a:pt x="6798466" y="5280922"/>
                </a:lnTo>
                <a:lnTo>
                  <a:pt x="6798466" y="6469560"/>
                </a:lnTo>
                <a:lnTo>
                  <a:pt x="6757344" y="6469560"/>
                </a:lnTo>
                <a:lnTo>
                  <a:pt x="6757344" y="7045071"/>
                </a:lnTo>
                <a:lnTo>
                  <a:pt x="967553" y="7045071"/>
                </a:lnTo>
                <a:lnTo>
                  <a:pt x="967553" y="6244907"/>
                </a:lnTo>
                <a:lnTo>
                  <a:pt x="0" y="6244907"/>
                </a:lnTo>
                <a:lnTo>
                  <a:pt x="0" y="242328"/>
                </a:lnTo>
                <a:lnTo>
                  <a:pt x="819266" y="242328"/>
                </a:lnTo>
                <a:lnTo>
                  <a:pt x="5011033" y="242328"/>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Free-form: Shape 138">
            <a:extLst>
              <a:ext uri="{FF2B5EF4-FFF2-40B4-BE49-F238E27FC236}">
                <a16:creationId xmlns:a16="http://schemas.microsoft.com/office/drawing/2014/main" id="{5D0A1DC4-9E75-6887-B32C-EB9DBEECBE51}"/>
              </a:ext>
            </a:extLst>
          </p:cNvPr>
          <p:cNvSpPr/>
          <p:nvPr/>
        </p:nvSpPr>
        <p:spPr>
          <a:xfrm>
            <a:off x="6341019" y="-1434815"/>
            <a:ext cx="9169997" cy="7759415"/>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Freeform: Shape 19">
            <a:extLst>
              <a:ext uri="{FF2B5EF4-FFF2-40B4-BE49-F238E27FC236}">
                <a16:creationId xmlns:a16="http://schemas.microsoft.com/office/drawing/2014/main" id="{447A1351-D285-0B79-E398-AEECFAFCE8DF}"/>
              </a:ext>
            </a:extLst>
          </p:cNvPr>
          <p:cNvSpPr/>
          <p:nvPr/>
        </p:nvSpPr>
        <p:spPr>
          <a:xfrm rot="10800000">
            <a:off x="7319688" y="-1443806"/>
            <a:ext cx="3840206" cy="8051213"/>
          </a:xfrm>
          <a:custGeom>
            <a:avLst/>
            <a:gdLst>
              <a:gd name="connsiteX0" fmla="*/ 3840206 w 3840206"/>
              <a:gd name="connsiteY0" fmla="*/ 8051213 h 8051213"/>
              <a:gd name="connsiteX1" fmla="*/ 0 w 3840206"/>
              <a:gd name="connsiteY1" fmla="*/ 8051213 h 8051213"/>
              <a:gd name="connsiteX2" fmla="*/ 0 w 3840206"/>
              <a:gd name="connsiteY2" fmla="*/ 5937436 h 8051213"/>
              <a:gd name="connsiteX3" fmla="*/ 2 w 3840206"/>
              <a:gd name="connsiteY3" fmla="*/ 5937436 h 8051213"/>
              <a:gd name="connsiteX4" fmla="*/ 2 w 3840206"/>
              <a:gd name="connsiteY4" fmla="*/ 301282 h 8051213"/>
              <a:gd name="connsiteX5" fmla="*/ 4 w 3840206"/>
              <a:gd name="connsiteY5" fmla="*/ 301282 h 8051213"/>
              <a:gd name="connsiteX6" fmla="*/ 4 w 3840206"/>
              <a:gd name="connsiteY6" fmla="*/ 0 h 8051213"/>
              <a:gd name="connsiteX7" fmla="*/ 3683752 w 3840206"/>
              <a:gd name="connsiteY7" fmla="*/ 0 h 8051213"/>
              <a:gd name="connsiteX8" fmla="*/ 3683752 w 3840206"/>
              <a:gd name="connsiteY8" fmla="*/ 977470 h 8051213"/>
              <a:gd name="connsiteX9" fmla="*/ 2113779 w 3840206"/>
              <a:gd name="connsiteY9" fmla="*/ 977470 h 8051213"/>
              <a:gd name="connsiteX10" fmla="*/ 2113779 w 3840206"/>
              <a:gd name="connsiteY10" fmla="*/ 5937436 h 8051213"/>
              <a:gd name="connsiteX11" fmla="*/ 3840206 w 3840206"/>
              <a:gd name="connsiteY11" fmla="*/ 5937436 h 8051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40206" h="8051213">
                <a:moveTo>
                  <a:pt x="3840206" y="8051213"/>
                </a:moveTo>
                <a:lnTo>
                  <a:pt x="0" y="8051213"/>
                </a:lnTo>
                <a:lnTo>
                  <a:pt x="0" y="5937436"/>
                </a:lnTo>
                <a:lnTo>
                  <a:pt x="2" y="5937436"/>
                </a:lnTo>
                <a:lnTo>
                  <a:pt x="2" y="301282"/>
                </a:lnTo>
                <a:lnTo>
                  <a:pt x="4" y="301282"/>
                </a:lnTo>
                <a:lnTo>
                  <a:pt x="4" y="0"/>
                </a:lnTo>
                <a:lnTo>
                  <a:pt x="3683752" y="0"/>
                </a:lnTo>
                <a:lnTo>
                  <a:pt x="3683752" y="977470"/>
                </a:lnTo>
                <a:lnTo>
                  <a:pt x="2113779" y="977470"/>
                </a:lnTo>
                <a:lnTo>
                  <a:pt x="2113779" y="5937436"/>
                </a:lnTo>
                <a:lnTo>
                  <a:pt x="3840206" y="5937436"/>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6" name="Picture 15">
            <a:extLst>
              <a:ext uri="{FF2B5EF4-FFF2-40B4-BE49-F238E27FC236}">
                <a16:creationId xmlns:a16="http://schemas.microsoft.com/office/drawing/2014/main" id="{73492238-6808-92D5-BD27-6C9CEC040A17}"/>
              </a:ext>
            </a:extLst>
          </p:cNvPr>
          <p:cNvPicPr>
            <a:picLocks noChangeAspect="1"/>
          </p:cNvPicPr>
          <p:nvPr/>
        </p:nvPicPr>
        <p:blipFill>
          <a:blip r:embed="rId2"/>
          <a:srcRect b="9093"/>
          <a:stretch>
            <a:fillRect/>
          </a:stretch>
        </p:blipFill>
        <p:spPr>
          <a:xfrm>
            <a:off x="2471696" y="117651"/>
            <a:ext cx="6197290" cy="6234453"/>
          </a:xfrm>
          <a:prstGeom prst="rect">
            <a:avLst/>
          </a:prstGeom>
        </p:spPr>
      </p:pic>
      <p:sp>
        <p:nvSpPr>
          <p:cNvPr id="18" name="TextBox 17">
            <a:extLst>
              <a:ext uri="{FF2B5EF4-FFF2-40B4-BE49-F238E27FC236}">
                <a16:creationId xmlns:a16="http://schemas.microsoft.com/office/drawing/2014/main" id="{41B5738A-97B4-E9DA-8815-B3981015697B}"/>
              </a:ext>
            </a:extLst>
          </p:cNvPr>
          <p:cNvSpPr txBox="1"/>
          <p:nvPr/>
        </p:nvSpPr>
        <p:spPr>
          <a:xfrm>
            <a:off x="2201904" y="6245684"/>
            <a:ext cx="7518400" cy="430887"/>
          </a:xfrm>
          <a:prstGeom prst="rect">
            <a:avLst/>
          </a:prstGeom>
          <a:noFill/>
        </p:spPr>
        <p:txBody>
          <a:bodyPr wrap="square" rtlCol="0">
            <a:spAutoFit/>
          </a:bodyPr>
          <a:lstStyle/>
          <a:p>
            <a:r>
              <a:rPr lang="en-GB" sz="1100" dirty="0">
                <a:latin typeface="Times New Roman" panose="02020603050405020304" pitchFamily="18" charset="0"/>
                <a:cs typeface="Times New Roman" panose="02020603050405020304" pitchFamily="18" charset="0"/>
              </a:rPr>
              <a:t>Chierici L and Rossi A (2025) Multi-step verification of the Copenhagen atomics molten salt experiment radioactive inventory at the Paul Scherrer Institute using </a:t>
            </a:r>
            <a:r>
              <a:rPr lang="en-GB" sz="1100" dirty="0" err="1">
                <a:latin typeface="Times New Roman" panose="02020603050405020304" pitchFamily="18" charset="0"/>
                <a:cs typeface="Times New Roman" panose="02020603050405020304" pitchFamily="18" charset="0"/>
              </a:rPr>
              <a:t>OpenMC</a:t>
            </a:r>
            <a:r>
              <a:rPr lang="en-GB" sz="1100" dirty="0">
                <a:latin typeface="Times New Roman" panose="02020603050405020304" pitchFamily="18" charset="0"/>
                <a:cs typeface="Times New Roman" panose="02020603050405020304" pitchFamily="18" charset="0"/>
              </a:rPr>
              <a:t>, Serpent, and EQL0D. Front. </a:t>
            </a:r>
            <a:r>
              <a:rPr lang="en-GB" sz="1100" dirty="0" err="1">
                <a:latin typeface="Times New Roman" panose="02020603050405020304" pitchFamily="18" charset="0"/>
                <a:cs typeface="Times New Roman" panose="02020603050405020304" pitchFamily="18" charset="0"/>
              </a:rPr>
              <a:t>Nucl</a:t>
            </a:r>
            <a:r>
              <a:rPr lang="en-GB" sz="1100" dirty="0">
                <a:latin typeface="Times New Roman" panose="02020603050405020304" pitchFamily="18" charset="0"/>
                <a:cs typeface="Times New Roman" panose="02020603050405020304" pitchFamily="18" charset="0"/>
              </a:rPr>
              <a:t>. Eng. 4:1677436. </a:t>
            </a:r>
            <a:r>
              <a:rPr lang="en-GB" sz="1100" dirty="0" err="1">
                <a:latin typeface="Times New Roman" panose="02020603050405020304" pitchFamily="18" charset="0"/>
                <a:cs typeface="Times New Roman" panose="02020603050405020304" pitchFamily="18" charset="0"/>
              </a:rPr>
              <a:t>doi</a:t>
            </a:r>
            <a:r>
              <a:rPr lang="en-GB" sz="1100" dirty="0">
                <a:latin typeface="Times New Roman" panose="02020603050405020304" pitchFamily="18" charset="0"/>
                <a:cs typeface="Times New Roman" panose="02020603050405020304" pitchFamily="18" charset="0"/>
              </a:rPr>
              <a:t>: 10.3389/fnuen.2025.1677436</a:t>
            </a:r>
          </a:p>
        </p:txBody>
      </p:sp>
    </p:spTree>
    <p:extLst>
      <p:ext uri="{BB962C8B-B14F-4D97-AF65-F5344CB8AC3E}">
        <p14:creationId xmlns:p14="http://schemas.microsoft.com/office/powerpoint/2010/main" val="29098674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3336B5-0C70-3601-9875-EB4AA6961A61}"/>
              </a:ext>
            </a:extLst>
          </p:cNvPr>
          <p:cNvSpPr/>
          <p:nvPr/>
        </p:nvSpPr>
        <p:spPr>
          <a:xfrm>
            <a:off x="3627268" y="998424"/>
            <a:ext cx="5014858" cy="445214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9">
            <a:extLst>
              <a:ext uri="{FF2B5EF4-FFF2-40B4-BE49-F238E27FC236}">
                <a16:creationId xmlns:a16="http://schemas.microsoft.com/office/drawing/2014/main" id="{B46D1EE6-E9F1-C683-452D-E5A74D35DD86}"/>
              </a:ext>
            </a:extLst>
          </p:cNvPr>
          <p:cNvSpPr/>
          <p:nvPr/>
        </p:nvSpPr>
        <p:spPr>
          <a:xfrm rot="5400000">
            <a:off x="5085458" y="2523399"/>
            <a:ext cx="5353352" cy="2212107"/>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7">
            <a:extLst>
              <a:ext uri="{FF2B5EF4-FFF2-40B4-BE49-F238E27FC236}">
                <a16:creationId xmlns:a16="http://schemas.microsoft.com/office/drawing/2014/main" id="{5B825CE8-0F1F-A76F-DCE1-7AC46F6C5DE1}"/>
              </a:ext>
            </a:extLst>
          </p:cNvPr>
          <p:cNvSpPr/>
          <p:nvPr/>
        </p:nvSpPr>
        <p:spPr>
          <a:xfrm>
            <a:off x="3783722" y="1014739"/>
            <a:ext cx="1853603" cy="4444817"/>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32365FE9-74F2-E55D-2AEF-C3A3DD1716C2}"/>
              </a:ext>
            </a:extLst>
          </p:cNvPr>
          <p:cNvSpPr/>
          <p:nvPr/>
        </p:nvSpPr>
        <p:spPr>
          <a:xfrm flipH="1">
            <a:off x="5128016" y="681999"/>
            <a:ext cx="847379" cy="5118908"/>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3A4CAA97-AF01-2611-E246-F609CE81F69F}"/>
              </a:ext>
            </a:extLst>
          </p:cNvPr>
          <p:cNvSpPr/>
          <p:nvPr/>
        </p:nvSpPr>
        <p:spPr>
          <a:xfrm flipH="1">
            <a:off x="6510581" y="789842"/>
            <a:ext cx="1619477" cy="4832091"/>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Shape 18">
            <a:extLst>
              <a:ext uri="{FF2B5EF4-FFF2-40B4-BE49-F238E27FC236}">
                <a16:creationId xmlns:a16="http://schemas.microsoft.com/office/drawing/2014/main" id="{1D25FCA7-9586-51D8-80D5-0640E218A32A}"/>
              </a:ext>
            </a:extLst>
          </p:cNvPr>
          <p:cNvSpPr/>
          <p:nvPr/>
        </p:nvSpPr>
        <p:spPr>
          <a:xfrm>
            <a:off x="6641566" y="827053"/>
            <a:ext cx="2351670" cy="5573746"/>
          </a:xfrm>
          <a:custGeom>
            <a:avLst/>
            <a:gdLst>
              <a:gd name="connsiteX0" fmla="*/ 663608 w 2351670"/>
              <a:gd name="connsiteY0" fmla="*/ 0 h 5573746"/>
              <a:gd name="connsiteX1" fmla="*/ 2351670 w 2351670"/>
              <a:gd name="connsiteY1" fmla="*/ 0 h 5573746"/>
              <a:gd name="connsiteX2" fmla="*/ 2351670 w 2351670"/>
              <a:gd name="connsiteY2" fmla="*/ 377361 h 5573746"/>
              <a:gd name="connsiteX3" fmla="*/ 2342558 w 2351670"/>
              <a:gd name="connsiteY3" fmla="*/ 377361 h 5573746"/>
              <a:gd name="connsiteX4" fmla="*/ 2342558 w 2351670"/>
              <a:gd name="connsiteY4" fmla="*/ 4494034 h 5573746"/>
              <a:gd name="connsiteX5" fmla="*/ 2351670 w 2351670"/>
              <a:gd name="connsiteY5" fmla="*/ 4494034 h 5573746"/>
              <a:gd name="connsiteX6" fmla="*/ 2351670 w 2351670"/>
              <a:gd name="connsiteY6" fmla="*/ 4814572 h 5573746"/>
              <a:gd name="connsiteX7" fmla="*/ 1092234 w 2351670"/>
              <a:gd name="connsiteY7" fmla="*/ 4814572 h 5573746"/>
              <a:gd name="connsiteX8" fmla="*/ 1092234 w 2351670"/>
              <a:gd name="connsiteY8" fmla="*/ 4814574 h 5573746"/>
              <a:gd name="connsiteX9" fmla="*/ 272021 w 2351670"/>
              <a:gd name="connsiteY9" fmla="*/ 4814574 h 5573746"/>
              <a:gd name="connsiteX10" fmla="*/ 272021 w 2351670"/>
              <a:gd name="connsiteY10" fmla="*/ 5573746 h 5573746"/>
              <a:gd name="connsiteX11" fmla="*/ 0 w 2351670"/>
              <a:gd name="connsiteY11" fmla="*/ 5573746 h 5573746"/>
              <a:gd name="connsiteX12" fmla="*/ 0 w 2351670"/>
              <a:gd name="connsiteY12" fmla="*/ 4716496 h 5573746"/>
              <a:gd name="connsiteX13" fmla="*/ 234983 w 2351670"/>
              <a:gd name="connsiteY13" fmla="*/ 4716496 h 5573746"/>
              <a:gd name="connsiteX14" fmla="*/ 234983 w 2351670"/>
              <a:gd name="connsiteY14" fmla="*/ 4716493 h 5573746"/>
              <a:gd name="connsiteX15" fmla="*/ 820064 w 2351670"/>
              <a:gd name="connsiteY15" fmla="*/ 4716493 h 5573746"/>
              <a:gd name="connsiteX16" fmla="*/ 820064 w 2351670"/>
              <a:gd name="connsiteY16" fmla="*/ 4494034 h 5573746"/>
              <a:gd name="connsiteX17" fmla="*/ 2022020 w 2351670"/>
              <a:gd name="connsiteY17" fmla="*/ 4494034 h 5573746"/>
              <a:gd name="connsiteX18" fmla="*/ 2022020 w 2351670"/>
              <a:gd name="connsiteY18" fmla="*/ 377361 h 5573746"/>
              <a:gd name="connsiteX19" fmla="*/ 663608 w 2351670"/>
              <a:gd name="connsiteY19" fmla="*/ 377361 h 557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1670" h="5573746">
                <a:moveTo>
                  <a:pt x="663608" y="0"/>
                </a:moveTo>
                <a:lnTo>
                  <a:pt x="2351670" y="0"/>
                </a:lnTo>
                <a:lnTo>
                  <a:pt x="2351670" y="377361"/>
                </a:lnTo>
                <a:lnTo>
                  <a:pt x="2342558" y="377361"/>
                </a:lnTo>
                <a:lnTo>
                  <a:pt x="2342558" y="4494034"/>
                </a:lnTo>
                <a:lnTo>
                  <a:pt x="2351670" y="4494034"/>
                </a:lnTo>
                <a:lnTo>
                  <a:pt x="2351670" y="4814572"/>
                </a:lnTo>
                <a:lnTo>
                  <a:pt x="1092234" y="4814572"/>
                </a:lnTo>
                <a:lnTo>
                  <a:pt x="1092234" y="4814574"/>
                </a:lnTo>
                <a:lnTo>
                  <a:pt x="272021" y="4814574"/>
                </a:lnTo>
                <a:lnTo>
                  <a:pt x="272021" y="5573746"/>
                </a:lnTo>
                <a:lnTo>
                  <a:pt x="0" y="5573746"/>
                </a:lnTo>
                <a:lnTo>
                  <a:pt x="0" y="4716496"/>
                </a:lnTo>
                <a:lnTo>
                  <a:pt x="234983" y="4716496"/>
                </a:lnTo>
                <a:lnTo>
                  <a:pt x="234983" y="4716493"/>
                </a:lnTo>
                <a:lnTo>
                  <a:pt x="820064" y="4716493"/>
                </a:lnTo>
                <a:lnTo>
                  <a:pt x="820064" y="4494034"/>
                </a:lnTo>
                <a:lnTo>
                  <a:pt x="2022020" y="4494034"/>
                </a:lnTo>
                <a:lnTo>
                  <a:pt x="2022020" y="377361"/>
                </a:lnTo>
                <a:lnTo>
                  <a:pt x="663608" y="377361"/>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 name="Free-form: Shape 140">
            <a:extLst>
              <a:ext uri="{FF2B5EF4-FFF2-40B4-BE49-F238E27FC236}">
                <a16:creationId xmlns:a16="http://schemas.microsoft.com/office/drawing/2014/main" id="{5D215B9F-C6FF-9B93-13D2-F2BB08A00C02}"/>
              </a:ext>
            </a:extLst>
          </p:cNvPr>
          <p:cNvSpPr/>
          <p:nvPr/>
        </p:nvSpPr>
        <p:spPr>
          <a:xfrm>
            <a:off x="-770902" y="747216"/>
            <a:ext cx="6556514" cy="5558909"/>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Freeform: Shape 11">
            <a:extLst>
              <a:ext uri="{FF2B5EF4-FFF2-40B4-BE49-F238E27FC236}">
                <a16:creationId xmlns:a16="http://schemas.microsoft.com/office/drawing/2014/main" id="{6C1D89EC-BAE2-83D0-A067-8DD2DB0A30DB}"/>
              </a:ext>
            </a:extLst>
          </p:cNvPr>
          <p:cNvSpPr/>
          <p:nvPr/>
        </p:nvSpPr>
        <p:spPr>
          <a:xfrm>
            <a:off x="-690126" y="324623"/>
            <a:ext cx="7728025" cy="5981501"/>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38">
            <a:extLst>
              <a:ext uri="{FF2B5EF4-FFF2-40B4-BE49-F238E27FC236}">
                <a16:creationId xmlns:a16="http://schemas.microsoft.com/office/drawing/2014/main" id="{C2201950-13E2-65D5-C8F1-9F25C6E4273D}"/>
              </a:ext>
            </a:extLst>
          </p:cNvPr>
          <p:cNvSpPr/>
          <p:nvPr/>
        </p:nvSpPr>
        <p:spPr>
          <a:xfrm>
            <a:off x="6341019" y="-1434815"/>
            <a:ext cx="9169997" cy="7759415"/>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Freeform: Shape 2">
            <a:extLst>
              <a:ext uri="{FF2B5EF4-FFF2-40B4-BE49-F238E27FC236}">
                <a16:creationId xmlns:a16="http://schemas.microsoft.com/office/drawing/2014/main" id="{8D0A6A5A-937A-C441-856F-00CBABE3DDE4}"/>
              </a:ext>
            </a:extLst>
          </p:cNvPr>
          <p:cNvSpPr/>
          <p:nvPr/>
        </p:nvSpPr>
        <p:spPr>
          <a:xfrm>
            <a:off x="-2011366" y="68580"/>
            <a:ext cx="8011469" cy="7045071"/>
          </a:xfrm>
          <a:custGeom>
            <a:avLst/>
            <a:gdLst>
              <a:gd name="connsiteX0" fmla="*/ 5011033 w 8011469"/>
              <a:gd name="connsiteY0" fmla="*/ 0 h 7045071"/>
              <a:gd name="connsiteX1" fmla="*/ 7084785 w 8011469"/>
              <a:gd name="connsiteY1" fmla="*/ 0 h 7045071"/>
              <a:gd name="connsiteX2" fmla="*/ 7084785 w 8011469"/>
              <a:gd name="connsiteY2" fmla="*/ 118826 h 7045071"/>
              <a:gd name="connsiteX3" fmla="*/ 8011469 w 8011469"/>
              <a:gd name="connsiteY3" fmla="*/ 118826 h 7045071"/>
              <a:gd name="connsiteX4" fmla="*/ 8011469 w 8011469"/>
              <a:gd name="connsiteY4" fmla="*/ 460058 h 7045071"/>
              <a:gd name="connsiteX5" fmla="*/ 7218102 w 8011469"/>
              <a:gd name="connsiteY5" fmla="*/ 460058 h 7045071"/>
              <a:gd name="connsiteX6" fmla="*/ 7218102 w 8011469"/>
              <a:gd name="connsiteY6" fmla="*/ 1016402 h 7045071"/>
              <a:gd name="connsiteX7" fmla="*/ 5614183 w 8011469"/>
              <a:gd name="connsiteY7" fmla="*/ 1016402 h 7045071"/>
              <a:gd name="connsiteX8" fmla="*/ 5614183 w 8011469"/>
              <a:gd name="connsiteY8" fmla="*/ 5280922 h 7045071"/>
              <a:gd name="connsiteX9" fmla="*/ 6798466 w 8011469"/>
              <a:gd name="connsiteY9" fmla="*/ 5280922 h 7045071"/>
              <a:gd name="connsiteX10" fmla="*/ 6798466 w 8011469"/>
              <a:gd name="connsiteY10" fmla="*/ 6469560 h 7045071"/>
              <a:gd name="connsiteX11" fmla="*/ 6757344 w 8011469"/>
              <a:gd name="connsiteY11" fmla="*/ 6469560 h 7045071"/>
              <a:gd name="connsiteX12" fmla="*/ 6757344 w 8011469"/>
              <a:gd name="connsiteY12" fmla="*/ 7045071 h 7045071"/>
              <a:gd name="connsiteX13" fmla="*/ 967553 w 8011469"/>
              <a:gd name="connsiteY13" fmla="*/ 7045071 h 7045071"/>
              <a:gd name="connsiteX14" fmla="*/ 967553 w 8011469"/>
              <a:gd name="connsiteY14" fmla="*/ 6244907 h 7045071"/>
              <a:gd name="connsiteX15" fmla="*/ 0 w 8011469"/>
              <a:gd name="connsiteY15" fmla="*/ 6244907 h 7045071"/>
              <a:gd name="connsiteX16" fmla="*/ 0 w 8011469"/>
              <a:gd name="connsiteY16" fmla="*/ 242328 h 7045071"/>
              <a:gd name="connsiteX17" fmla="*/ 819266 w 8011469"/>
              <a:gd name="connsiteY17" fmla="*/ 242328 h 7045071"/>
              <a:gd name="connsiteX18" fmla="*/ 5011033 w 8011469"/>
              <a:gd name="connsiteY18" fmla="*/ 242328 h 704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11469" h="7045071">
                <a:moveTo>
                  <a:pt x="5011033" y="0"/>
                </a:moveTo>
                <a:lnTo>
                  <a:pt x="7084785" y="0"/>
                </a:lnTo>
                <a:lnTo>
                  <a:pt x="7084785" y="118826"/>
                </a:lnTo>
                <a:lnTo>
                  <a:pt x="8011469" y="118826"/>
                </a:lnTo>
                <a:lnTo>
                  <a:pt x="8011469" y="460058"/>
                </a:lnTo>
                <a:lnTo>
                  <a:pt x="7218102" y="460058"/>
                </a:lnTo>
                <a:lnTo>
                  <a:pt x="7218102" y="1016402"/>
                </a:lnTo>
                <a:lnTo>
                  <a:pt x="5614183" y="1016402"/>
                </a:lnTo>
                <a:lnTo>
                  <a:pt x="5614183" y="5280922"/>
                </a:lnTo>
                <a:lnTo>
                  <a:pt x="6798466" y="5280922"/>
                </a:lnTo>
                <a:lnTo>
                  <a:pt x="6798466" y="6469560"/>
                </a:lnTo>
                <a:lnTo>
                  <a:pt x="6757344" y="6469560"/>
                </a:lnTo>
                <a:lnTo>
                  <a:pt x="6757344" y="7045071"/>
                </a:lnTo>
                <a:lnTo>
                  <a:pt x="967553" y="7045071"/>
                </a:lnTo>
                <a:lnTo>
                  <a:pt x="967553" y="6244907"/>
                </a:lnTo>
                <a:lnTo>
                  <a:pt x="0" y="6244907"/>
                </a:lnTo>
                <a:lnTo>
                  <a:pt x="0" y="242328"/>
                </a:lnTo>
                <a:lnTo>
                  <a:pt x="819266" y="242328"/>
                </a:lnTo>
                <a:lnTo>
                  <a:pt x="5011033" y="242328"/>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Freeform: Shape 19">
            <a:extLst>
              <a:ext uri="{FF2B5EF4-FFF2-40B4-BE49-F238E27FC236}">
                <a16:creationId xmlns:a16="http://schemas.microsoft.com/office/drawing/2014/main" id="{B7CED9FC-735B-BB53-2383-DB4425B23658}"/>
              </a:ext>
            </a:extLst>
          </p:cNvPr>
          <p:cNvSpPr/>
          <p:nvPr/>
        </p:nvSpPr>
        <p:spPr>
          <a:xfrm rot="10800000">
            <a:off x="7319688" y="-1443806"/>
            <a:ext cx="3840206" cy="8051213"/>
          </a:xfrm>
          <a:custGeom>
            <a:avLst/>
            <a:gdLst>
              <a:gd name="connsiteX0" fmla="*/ 3840206 w 3840206"/>
              <a:gd name="connsiteY0" fmla="*/ 8051213 h 8051213"/>
              <a:gd name="connsiteX1" fmla="*/ 0 w 3840206"/>
              <a:gd name="connsiteY1" fmla="*/ 8051213 h 8051213"/>
              <a:gd name="connsiteX2" fmla="*/ 0 w 3840206"/>
              <a:gd name="connsiteY2" fmla="*/ 5937436 h 8051213"/>
              <a:gd name="connsiteX3" fmla="*/ 2 w 3840206"/>
              <a:gd name="connsiteY3" fmla="*/ 5937436 h 8051213"/>
              <a:gd name="connsiteX4" fmla="*/ 2 w 3840206"/>
              <a:gd name="connsiteY4" fmla="*/ 301282 h 8051213"/>
              <a:gd name="connsiteX5" fmla="*/ 4 w 3840206"/>
              <a:gd name="connsiteY5" fmla="*/ 301282 h 8051213"/>
              <a:gd name="connsiteX6" fmla="*/ 4 w 3840206"/>
              <a:gd name="connsiteY6" fmla="*/ 0 h 8051213"/>
              <a:gd name="connsiteX7" fmla="*/ 3683752 w 3840206"/>
              <a:gd name="connsiteY7" fmla="*/ 0 h 8051213"/>
              <a:gd name="connsiteX8" fmla="*/ 3683752 w 3840206"/>
              <a:gd name="connsiteY8" fmla="*/ 977470 h 8051213"/>
              <a:gd name="connsiteX9" fmla="*/ 2113779 w 3840206"/>
              <a:gd name="connsiteY9" fmla="*/ 977470 h 8051213"/>
              <a:gd name="connsiteX10" fmla="*/ 2113779 w 3840206"/>
              <a:gd name="connsiteY10" fmla="*/ 5937436 h 8051213"/>
              <a:gd name="connsiteX11" fmla="*/ 3840206 w 3840206"/>
              <a:gd name="connsiteY11" fmla="*/ 5937436 h 8051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40206" h="8051213">
                <a:moveTo>
                  <a:pt x="3840206" y="8051213"/>
                </a:moveTo>
                <a:lnTo>
                  <a:pt x="0" y="8051213"/>
                </a:lnTo>
                <a:lnTo>
                  <a:pt x="0" y="5937436"/>
                </a:lnTo>
                <a:lnTo>
                  <a:pt x="2" y="5937436"/>
                </a:lnTo>
                <a:lnTo>
                  <a:pt x="2" y="301282"/>
                </a:lnTo>
                <a:lnTo>
                  <a:pt x="4" y="301282"/>
                </a:lnTo>
                <a:lnTo>
                  <a:pt x="4" y="0"/>
                </a:lnTo>
                <a:lnTo>
                  <a:pt x="3683752" y="0"/>
                </a:lnTo>
                <a:lnTo>
                  <a:pt x="3683752" y="977470"/>
                </a:lnTo>
                <a:lnTo>
                  <a:pt x="2113779" y="977470"/>
                </a:lnTo>
                <a:lnTo>
                  <a:pt x="2113779" y="5937436"/>
                </a:lnTo>
                <a:lnTo>
                  <a:pt x="3840206" y="5937436"/>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6" name="Picture 15">
            <a:extLst>
              <a:ext uri="{FF2B5EF4-FFF2-40B4-BE49-F238E27FC236}">
                <a16:creationId xmlns:a16="http://schemas.microsoft.com/office/drawing/2014/main" id="{B63769D2-0816-DF44-67EA-B4F087C9EB36}"/>
              </a:ext>
            </a:extLst>
          </p:cNvPr>
          <p:cNvPicPr>
            <a:picLocks noChangeAspect="1"/>
          </p:cNvPicPr>
          <p:nvPr/>
        </p:nvPicPr>
        <p:blipFill>
          <a:blip r:embed="rId2">
            <a:clrChange>
              <a:clrFrom>
                <a:srgbClr val="FFFFFF"/>
              </a:clrFrom>
              <a:clrTo>
                <a:srgbClr val="FFFFFF">
                  <a:alpha val="0"/>
                </a:srgbClr>
              </a:clrTo>
            </a:clrChange>
            <a:alphaModFix amt="35000"/>
          </a:blip>
          <a:srcRect b="9093"/>
          <a:stretch>
            <a:fillRect/>
          </a:stretch>
        </p:blipFill>
        <p:spPr>
          <a:xfrm>
            <a:off x="2471696" y="117651"/>
            <a:ext cx="6197290" cy="6234453"/>
          </a:xfrm>
          <a:prstGeom prst="rect">
            <a:avLst/>
          </a:prstGeom>
        </p:spPr>
      </p:pic>
      <p:sp>
        <p:nvSpPr>
          <p:cNvPr id="18" name="TextBox 17">
            <a:extLst>
              <a:ext uri="{FF2B5EF4-FFF2-40B4-BE49-F238E27FC236}">
                <a16:creationId xmlns:a16="http://schemas.microsoft.com/office/drawing/2014/main" id="{36436C49-AD7D-DE7E-C47D-86367907DD00}"/>
              </a:ext>
            </a:extLst>
          </p:cNvPr>
          <p:cNvSpPr txBox="1"/>
          <p:nvPr/>
        </p:nvSpPr>
        <p:spPr>
          <a:xfrm>
            <a:off x="2201904" y="6245684"/>
            <a:ext cx="7518400" cy="430887"/>
          </a:xfrm>
          <a:prstGeom prst="rect">
            <a:avLst/>
          </a:prstGeom>
          <a:noFill/>
        </p:spPr>
        <p:txBody>
          <a:bodyPr wrap="square" rtlCol="0">
            <a:spAutoFit/>
          </a:bodyPr>
          <a:lstStyle/>
          <a:p>
            <a:r>
              <a:rPr lang="en-GB" sz="1100" dirty="0">
                <a:latin typeface="Times New Roman" panose="02020603050405020304" pitchFamily="18" charset="0"/>
                <a:cs typeface="Times New Roman" panose="02020603050405020304" pitchFamily="18" charset="0"/>
              </a:rPr>
              <a:t>Chierici L and Rossi A (2025) Multi-step verification of the Copenhagen atomics molten salt experiment radioactive inventory at the Paul Scherrer Institute using </a:t>
            </a:r>
            <a:r>
              <a:rPr lang="en-GB" sz="1100" dirty="0" err="1">
                <a:latin typeface="Times New Roman" panose="02020603050405020304" pitchFamily="18" charset="0"/>
                <a:cs typeface="Times New Roman" panose="02020603050405020304" pitchFamily="18" charset="0"/>
              </a:rPr>
              <a:t>OpenMC</a:t>
            </a:r>
            <a:r>
              <a:rPr lang="en-GB" sz="1100" dirty="0">
                <a:latin typeface="Times New Roman" panose="02020603050405020304" pitchFamily="18" charset="0"/>
                <a:cs typeface="Times New Roman" panose="02020603050405020304" pitchFamily="18" charset="0"/>
              </a:rPr>
              <a:t>, Serpent, and EQL0D. Front. </a:t>
            </a:r>
            <a:r>
              <a:rPr lang="en-GB" sz="1100" dirty="0" err="1">
                <a:latin typeface="Times New Roman" panose="02020603050405020304" pitchFamily="18" charset="0"/>
                <a:cs typeface="Times New Roman" panose="02020603050405020304" pitchFamily="18" charset="0"/>
              </a:rPr>
              <a:t>Nucl</a:t>
            </a:r>
            <a:r>
              <a:rPr lang="en-GB" sz="1100" dirty="0">
                <a:latin typeface="Times New Roman" panose="02020603050405020304" pitchFamily="18" charset="0"/>
                <a:cs typeface="Times New Roman" panose="02020603050405020304" pitchFamily="18" charset="0"/>
              </a:rPr>
              <a:t>. Eng. 4:1677436. </a:t>
            </a:r>
            <a:r>
              <a:rPr lang="en-GB" sz="1100" dirty="0" err="1">
                <a:latin typeface="Times New Roman" panose="02020603050405020304" pitchFamily="18" charset="0"/>
                <a:cs typeface="Times New Roman" panose="02020603050405020304" pitchFamily="18" charset="0"/>
              </a:rPr>
              <a:t>doi</a:t>
            </a:r>
            <a:r>
              <a:rPr lang="en-GB" sz="1100" dirty="0">
                <a:latin typeface="Times New Roman" panose="02020603050405020304" pitchFamily="18" charset="0"/>
                <a:cs typeface="Times New Roman" panose="02020603050405020304" pitchFamily="18" charset="0"/>
              </a:rPr>
              <a:t>: 10.3389/fnuen.2025.1677436</a:t>
            </a:r>
          </a:p>
        </p:txBody>
      </p:sp>
    </p:spTree>
    <p:extLst>
      <p:ext uri="{BB962C8B-B14F-4D97-AF65-F5344CB8AC3E}">
        <p14:creationId xmlns:p14="http://schemas.microsoft.com/office/powerpoint/2010/main" val="4179185186"/>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3B75B-6ADA-3DE0-BBE3-D2011EE3FCAE}"/>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735A0D74-C143-87A2-B630-1F66E76B6BF4}"/>
              </a:ext>
            </a:extLst>
          </p:cNvPr>
          <p:cNvSpPr/>
          <p:nvPr/>
        </p:nvSpPr>
        <p:spPr>
          <a:xfrm>
            <a:off x="3627268" y="998424"/>
            <a:ext cx="5014858" cy="445214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9">
            <a:extLst>
              <a:ext uri="{FF2B5EF4-FFF2-40B4-BE49-F238E27FC236}">
                <a16:creationId xmlns:a16="http://schemas.microsoft.com/office/drawing/2014/main" id="{6927292D-1C46-5871-6428-A69862BC622F}"/>
              </a:ext>
            </a:extLst>
          </p:cNvPr>
          <p:cNvSpPr/>
          <p:nvPr/>
        </p:nvSpPr>
        <p:spPr>
          <a:xfrm rot="5400000">
            <a:off x="5085458" y="2523399"/>
            <a:ext cx="5353352" cy="2212107"/>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7">
            <a:extLst>
              <a:ext uri="{FF2B5EF4-FFF2-40B4-BE49-F238E27FC236}">
                <a16:creationId xmlns:a16="http://schemas.microsoft.com/office/drawing/2014/main" id="{83BFFC6B-7350-AFB3-BCFB-75AB4E298E39}"/>
              </a:ext>
            </a:extLst>
          </p:cNvPr>
          <p:cNvSpPr/>
          <p:nvPr/>
        </p:nvSpPr>
        <p:spPr>
          <a:xfrm>
            <a:off x="3783722" y="1014739"/>
            <a:ext cx="1853603" cy="4444817"/>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C8CC5AA2-C6B3-6EF3-7401-228035F32984}"/>
              </a:ext>
            </a:extLst>
          </p:cNvPr>
          <p:cNvSpPr/>
          <p:nvPr/>
        </p:nvSpPr>
        <p:spPr>
          <a:xfrm flipH="1">
            <a:off x="5128016" y="681999"/>
            <a:ext cx="847379" cy="5118908"/>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3AC0942D-E9CD-59C0-943F-8CEDA49B9EEC}"/>
              </a:ext>
            </a:extLst>
          </p:cNvPr>
          <p:cNvSpPr/>
          <p:nvPr/>
        </p:nvSpPr>
        <p:spPr>
          <a:xfrm flipH="1">
            <a:off x="6510581" y="789842"/>
            <a:ext cx="1619477" cy="4832091"/>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40">
            <a:extLst>
              <a:ext uri="{FF2B5EF4-FFF2-40B4-BE49-F238E27FC236}">
                <a16:creationId xmlns:a16="http://schemas.microsoft.com/office/drawing/2014/main" id="{41445945-F8F9-34F1-DC44-E62977418466}"/>
              </a:ext>
            </a:extLst>
          </p:cNvPr>
          <p:cNvSpPr/>
          <p:nvPr/>
        </p:nvSpPr>
        <p:spPr>
          <a:xfrm>
            <a:off x="-770902" y="747216"/>
            <a:ext cx="6556514" cy="5558909"/>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Freeform: Shape 11">
            <a:extLst>
              <a:ext uri="{FF2B5EF4-FFF2-40B4-BE49-F238E27FC236}">
                <a16:creationId xmlns:a16="http://schemas.microsoft.com/office/drawing/2014/main" id="{B0275A0E-BBE2-BB0B-C67B-32145F602C9B}"/>
              </a:ext>
            </a:extLst>
          </p:cNvPr>
          <p:cNvSpPr/>
          <p:nvPr/>
        </p:nvSpPr>
        <p:spPr>
          <a:xfrm>
            <a:off x="-690126" y="324623"/>
            <a:ext cx="7728025" cy="5981501"/>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Freeform: Shape 23">
            <a:extLst>
              <a:ext uri="{FF2B5EF4-FFF2-40B4-BE49-F238E27FC236}">
                <a16:creationId xmlns:a16="http://schemas.microsoft.com/office/drawing/2014/main" id="{BFD2EDD6-406C-B044-3A59-101F5C68DD16}"/>
              </a:ext>
            </a:extLst>
          </p:cNvPr>
          <p:cNvSpPr/>
          <p:nvPr/>
        </p:nvSpPr>
        <p:spPr>
          <a:xfrm>
            <a:off x="-696215" y="333861"/>
            <a:ext cx="7728025" cy="5981501"/>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49000">
                <a:schemeClr val="bg1"/>
              </a:gs>
              <a:gs pos="50000">
                <a:srgbClr val="0070B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08F7AEB4-3965-554D-FE7B-1CA4A107AC1C}"/>
              </a:ext>
            </a:extLst>
          </p:cNvPr>
          <p:cNvSpPr/>
          <p:nvPr/>
        </p:nvSpPr>
        <p:spPr>
          <a:xfrm>
            <a:off x="3304200" y="324618"/>
            <a:ext cx="2679035" cy="3026905"/>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8" name="Freeform: Shape 57">
            <a:extLst>
              <a:ext uri="{FF2B5EF4-FFF2-40B4-BE49-F238E27FC236}">
                <a16:creationId xmlns:a16="http://schemas.microsoft.com/office/drawing/2014/main" id="{F985E814-7121-6307-297A-1909E4160BF2}"/>
              </a:ext>
            </a:extLst>
          </p:cNvPr>
          <p:cNvSpPr/>
          <p:nvPr/>
        </p:nvSpPr>
        <p:spPr>
          <a:xfrm rot="16200000">
            <a:off x="2973364" y="3329147"/>
            <a:ext cx="619948" cy="482886"/>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59" name="Group 58">
            <a:extLst>
              <a:ext uri="{FF2B5EF4-FFF2-40B4-BE49-F238E27FC236}">
                <a16:creationId xmlns:a16="http://schemas.microsoft.com/office/drawing/2014/main" id="{5816F122-FB6A-D0F2-08F1-8F87687E1B64}"/>
              </a:ext>
            </a:extLst>
          </p:cNvPr>
          <p:cNvGrpSpPr/>
          <p:nvPr/>
        </p:nvGrpSpPr>
        <p:grpSpPr>
          <a:xfrm>
            <a:off x="3078620" y="3462602"/>
            <a:ext cx="381237" cy="381237"/>
            <a:chOff x="4332873" y="3345222"/>
            <a:chExt cx="178065" cy="178065"/>
          </a:xfrm>
        </p:grpSpPr>
        <p:sp>
          <p:nvSpPr>
            <p:cNvPr id="60" name="Flowchart: Summing Junction 59">
              <a:extLst>
                <a:ext uri="{FF2B5EF4-FFF2-40B4-BE49-F238E27FC236}">
                  <a16:creationId xmlns:a16="http://schemas.microsoft.com/office/drawing/2014/main" id="{A290A456-FF70-F0D5-3022-B930EE74659E}"/>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1" name="Flowchart: Summing Junction 60">
              <a:extLst>
                <a:ext uri="{FF2B5EF4-FFF2-40B4-BE49-F238E27FC236}">
                  <a16:creationId xmlns:a16="http://schemas.microsoft.com/office/drawing/2014/main" id="{4DC6F002-91B7-18F4-2DFA-7D37741B17DE}"/>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8" name="Freeform: Shape 27">
            <a:extLst>
              <a:ext uri="{FF2B5EF4-FFF2-40B4-BE49-F238E27FC236}">
                <a16:creationId xmlns:a16="http://schemas.microsoft.com/office/drawing/2014/main" id="{9B5412FA-872D-B665-783B-AC5459A1633C}"/>
              </a:ext>
            </a:extLst>
          </p:cNvPr>
          <p:cNvSpPr/>
          <p:nvPr/>
        </p:nvSpPr>
        <p:spPr>
          <a:xfrm>
            <a:off x="-2011366" y="68580"/>
            <a:ext cx="8011469" cy="7045071"/>
          </a:xfrm>
          <a:custGeom>
            <a:avLst/>
            <a:gdLst>
              <a:gd name="connsiteX0" fmla="*/ 5011033 w 8011469"/>
              <a:gd name="connsiteY0" fmla="*/ 0 h 7045071"/>
              <a:gd name="connsiteX1" fmla="*/ 7084785 w 8011469"/>
              <a:gd name="connsiteY1" fmla="*/ 0 h 7045071"/>
              <a:gd name="connsiteX2" fmla="*/ 7084785 w 8011469"/>
              <a:gd name="connsiteY2" fmla="*/ 118826 h 7045071"/>
              <a:gd name="connsiteX3" fmla="*/ 8011469 w 8011469"/>
              <a:gd name="connsiteY3" fmla="*/ 118826 h 7045071"/>
              <a:gd name="connsiteX4" fmla="*/ 8011469 w 8011469"/>
              <a:gd name="connsiteY4" fmla="*/ 460058 h 7045071"/>
              <a:gd name="connsiteX5" fmla="*/ 7218102 w 8011469"/>
              <a:gd name="connsiteY5" fmla="*/ 460058 h 7045071"/>
              <a:gd name="connsiteX6" fmla="*/ 7218102 w 8011469"/>
              <a:gd name="connsiteY6" fmla="*/ 1016402 h 7045071"/>
              <a:gd name="connsiteX7" fmla="*/ 5614183 w 8011469"/>
              <a:gd name="connsiteY7" fmla="*/ 1016402 h 7045071"/>
              <a:gd name="connsiteX8" fmla="*/ 5614183 w 8011469"/>
              <a:gd name="connsiteY8" fmla="*/ 5280922 h 7045071"/>
              <a:gd name="connsiteX9" fmla="*/ 6798466 w 8011469"/>
              <a:gd name="connsiteY9" fmla="*/ 5280922 h 7045071"/>
              <a:gd name="connsiteX10" fmla="*/ 6798466 w 8011469"/>
              <a:gd name="connsiteY10" fmla="*/ 6469560 h 7045071"/>
              <a:gd name="connsiteX11" fmla="*/ 6757344 w 8011469"/>
              <a:gd name="connsiteY11" fmla="*/ 6469560 h 7045071"/>
              <a:gd name="connsiteX12" fmla="*/ 6757344 w 8011469"/>
              <a:gd name="connsiteY12" fmla="*/ 7045071 h 7045071"/>
              <a:gd name="connsiteX13" fmla="*/ 967553 w 8011469"/>
              <a:gd name="connsiteY13" fmla="*/ 7045071 h 7045071"/>
              <a:gd name="connsiteX14" fmla="*/ 967553 w 8011469"/>
              <a:gd name="connsiteY14" fmla="*/ 6244907 h 7045071"/>
              <a:gd name="connsiteX15" fmla="*/ 0 w 8011469"/>
              <a:gd name="connsiteY15" fmla="*/ 6244907 h 7045071"/>
              <a:gd name="connsiteX16" fmla="*/ 0 w 8011469"/>
              <a:gd name="connsiteY16" fmla="*/ 242328 h 7045071"/>
              <a:gd name="connsiteX17" fmla="*/ 819266 w 8011469"/>
              <a:gd name="connsiteY17" fmla="*/ 242328 h 7045071"/>
              <a:gd name="connsiteX18" fmla="*/ 5011033 w 8011469"/>
              <a:gd name="connsiteY18" fmla="*/ 242328 h 704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11469" h="7045071">
                <a:moveTo>
                  <a:pt x="5011033" y="0"/>
                </a:moveTo>
                <a:lnTo>
                  <a:pt x="7084785" y="0"/>
                </a:lnTo>
                <a:lnTo>
                  <a:pt x="7084785" y="118826"/>
                </a:lnTo>
                <a:lnTo>
                  <a:pt x="8011469" y="118826"/>
                </a:lnTo>
                <a:lnTo>
                  <a:pt x="8011469" y="460058"/>
                </a:lnTo>
                <a:lnTo>
                  <a:pt x="7218102" y="460058"/>
                </a:lnTo>
                <a:lnTo>
                  <a:pt x="7218102" y="1016402"/>
                </a:lnTo>
                <a:lnTo>
                  <a:pt x="5614183" y="1016402"/>
                </a:lnTo>
                <a:lnTo>
                  <a:pt x="5614183" y="5280922"/>
                </a:lnTo>
                <a:lnTo>
                  <a:pt x="6798466" y="5280922"/>
                </a:lnTo>
                <a:lnTo>
                  <a:pt x="6798466" y="6469560"/>
                </a:lnTo>
                <a:lnTo>
                  <a:pt x="6757344" y="6469560"/>
                </a:lnTo>
                <a:lnTo>
                  <a:pt x="6757344" y="7045071"/>
                </a:lnTo>
                <a:lnTo>
                  <a:pt x="967553" y="7045071"/>
                </a:lnTo>
                <a:lnTo>
                  <a:pt x="967553" y="6244907"/>
                </a:lnTo>
                <a:lnTo>
                  <a:pt x="0" y="6244907"/>
                </a:lnTo>
                <a:lnTo>
                  <a:pt x="0" y="242328"/>
                </a:lnTo>
                <a:lnTo>
                  <a:pt x="819266" y="242328"/>
                </a:lnTo>
                <a:lnTo>
                  <a:pt x="5011033" y="242328"/>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7" name="Freeform: Shape 26">
            <a:extLst>
              <a:ext uri="{FF2B5EF4-FFF2-40B4-BE49-F238E27FC236}">
                <a16:creationId xmlns:a16="http://schemas.microsoft.com/office/drawing/2014/main" id="{3D17037A-6984-6D20-7023-5511CFF94DB9}"/>
              </a:ext>
            </a:extLst>
          </p:cNvPr>
          <p:cNvSpPr/>
          <p:nvPr/>
        </p:nvSpPr>
        <p:spPr>
          <a:xfrm>
            <a:off x="6641566" y="827053"/>
            <a:ext cx="2351670" cy="5573746"/>
          </a:xfrm>
          <a:custGeom>
            <a:avLst/>
            <a:gdLst>
              <a:gd name="connsiteX0" fmla="*/ 663608 w 2351670"/>
              <a:gd name="connsiteY0" fmla="*/ 0 h 5573746"/>
              <a:gd name="connsiteX1" fmla="*/ 2351670 w 2351670"/>
              <a:gd name="connsiteY1" fmla="*/ 0 h 5573746"/>
              <a:gd name="connsiteX2" fmla="*/ 2351670 w 2351670"/>
              <a:gd name="connsiteY2" fmla="*/ 377361 h 5573746"/>
              <a:gd name="connsiteX3" fmla="*/ 2342558 w 2351670"/>
              <a:gd name="connsiteY3" fmla="*/ 377361 h 5573746"/>
              <a:gd name="connsiteX4" fmla="*/ 2342558 w 2351670"/>
              <a:gd name="connsiteY4" fmla="*/ 4494034 h 5573746"/>
              <a:gd name="connsiteX5" fmla="*/ 2351670 w 2351670"/>
              <a:gd name="connsiteY5" fmla="*/ 4494034 h 5573746"/>
              <a:gd name="connsiteX6" fmla="*/ 2351670 w 2351670"/>
              <a:gd name="connsiteY6" fmla="*/ 4814572 h 5573746"/>
              <a:gd name="connsiteX7" fmla="*/ 1092234 w 2351670"/>
              <a:gd name="connsiteY7" fmla="*/ 4814572 h 5573746"/>
              <a:gd name="connsiteX8" fmla="*/ 1092234 w 2351670"/>
              <a:gd name="connsiteY8" fmla="*/ 4814574 h 5573746"/>
              <a:gd name="connsiteX9" fmla="*/ 272021 w 2351670"/>
              <a:gd name="connsiteY9" fmla="*/ 4814574 h 5573746"/>
              <a:gd name="connsiteX10" fmla="*/ 272021 w 2351670"/>
              <a:gd name="connsiteY10" fmla="*/ 5573746 h 5573746"/>
              <a:gd name="connsiteX11" fmla="*/ 0 w 2351670"/>
              <a:gd name="connsiteY11" fmla="*/ 5573746 h 5573746"/>
              <a:gd name="connsiteX12" fmla="*/ 0 w 2351670"/>
              <a:gd name="connsiteY12" fmla="*/ 4716496 h 5573746"/>
              <a:gd name="connsiteX13" fmla="*/ 234983 w 2351670"/>
              <a:gd name="connsiteY13" fmla="*/ 4716496 h 5573746"/>
              <a:gd name="connsiteX14" fmla="*/ 234983 w 2351670"/>
              <a:gd name="connsiteY14" fmla="*/ 4716493 h 5573746"/>
              <a:gd name="connsiteX15" fmla="*/ 820064 w 2351670"/>
              <a:gd name="connsiteY15" fmla="*/ 4716493 h 5573746"/>
              <a:gd name="connsiteX16" fmla="*/ 820064 w 2351670"/>
              <a:gd name="connsiteY16" fmla="*/ 4494034 h 5573746"/>
              <a:gd name="connsiteX17" fmla="*/ 2022020 w 2351670"/>
              <a:gd name="connsiteY17" fmla="*/ 4494034 h 5573746"/>
              <a:gd name="connsiteX18" fmla="*/ 2022020 w 2351670"/>
              <a:gd name="connsiteY18" fmla="*/ 377361 h 5573746"/>
              <a:gd name="connsiteX19" fmla="*/ 663608 w 2351670"/>
              <a:gd name="connsiteY19" fmla="*/ 377361 h 557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1670" h="5573746">
                <a:moveTo>
                  <a:pt x="663608" y="0"/>
                </a:moveTo>
                <a:lnTo>
                  <a:pt x="2351670" y="0"/>
                </a:lnTo>
                <a:lnTo>
                  <a:pt x="2351670" y="377361"/>
                </a:lnTo>
                <a:lnTo>
                  <a:pt x="2342558" y="377361"/>
                </a:lnTo>
                <a:lnTo>
                  <a:pt x="2342558" y="4494034"/>
                </a:lnTo>
                <a:lnTo>
                  <a:pt x="2351670" y="4494034"/>
                </a:lnTo>
                <a:lnTo>
                  <a:pt x="2351670" y="4814572"/>
                </a:lnTo>
                <a:lnTo>
                  <a:pt x="1092234" y="4814572"/>
                </a:lnTo>
                <a:lnTo>
                  <a:pt x="1092234" y="4814574"/>
                </a:lnTo>
                <a:lnTo>
                  <a:pt x="272021" y="4814574"/>
                </a:lnTo>
                <a:lnTo>
                  <a:pt x="272021" y="5573746"/>
                </a:lnTo>
                <a:lnTo>
                  <a:pt x="0" y="5573746"/>
                </a:lnTo>
                <a:lnTo>
                  <a:pt x="0" y="4716496"/>
                </a:lnTo>
                <a:lnTo>
                  <a:pt x="234983" y="4716496"/>
                </a:lnTo>
                <a:lnTo>
                  <a:pt x="234983" y="4716493"/>
                </a:lnTo>
                <a:lnTo>
                  <a:pt x="820064" y="4716493"/>
                </a:lnTo>
                <a:lnTo>
                  <a:pt x="820064" y="4494034"/>
                </a:lnTo>
                <a:lnTo>
                  <a:pt x="2022020" y="4494034"/>
                </a:lnTo>
                <a:lnTo>
                  <a:pt x="2022020" y="377361"/>
                </a:lnTo>
                <a:lnTo>
                  <a:pt x="663608" y="377361"/>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Free-form: Shape 138">
            <a:extLst>
              <a:ext uri="{FF2B5EF4-FFF2-40B4-BE49-F238E27FC236}">
                <a16:creationId xmlns:a16="http://schemas.microsoft.com/office/drawing/2014/main" id="{AE815CE3-E9FF-1DC4-EA71-D18D1E03547F}"/>
              </a:ext>
            </a:extLst>
          </p:cNvPr>
          <p:cNvSpPr/>
          <p:nvPr/>
        </p:nvSpPr>
        <p:spPr>
          <a:xfrm>
            <a:off x="6341019" y="-1434815"/>
            <a:ext cx="9169997" cy="7759415"/>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1" name="Freeform: Shape 20">
            <a:extLst>
              <a:ext uri="{FF2B5EF4-FFF2-40B4-BE49-F238E27FC236}">
                <a16:creationId xmlns:a16="http://schemas.microsoft.com/office/drawing/2014/main" id="{8D666BB0-C47B-124E-D967-6AEF58C1FFDD}"/>
              </a:ext>
            </a:extLst>
          </p:cNvPr>
          <p:cNvSpPr/>
          <p:nvPr/>
        </p:nvSpPr>
        <p:spPr>
          <a:xfrm rot="10800000">
            <a:off x="7319688" y="-1443806"/>
            <a:ext cx="3840206" cy="8051213"/>
          </a:xfrm>
          <a:custGeom>
            <a:avLst/>
            <a:gdLst>
              <a:gd name="connsiteX0" fmla="*/ 3840206 w 3840206"/>
              <a:gd name="connsiteY0" fmla="*/ 8051213 h 8051213"/>
              <a:gd name="connsiteX1" fmla="*/ 0 w 3840206"/>
              <a:gd name="connsiteY1" fmla="*/ 8051213 h 8051213"/>
              <a:gd name="connsiteX2" fmla="*/ 0 w 3840206"/>
              <a:gd name="connsiteY2" fmla="*/ 5937436 h 8051213"/>
              <a:gd name="connsiteX3" fmla="*/ 2 w 3840206"/>
              <a:gd name="connsiteY3" fmla="*/ 5937436 h 8051213"/>
              <a:gd name="connsiteX4" fmla="*/ 2 w 3840206"/>
              <a:gd name="connsiteY4" fmla="*/ 301282 h 8051213"/>
              <a:gd name="connsiteX5" fmla="*/ 4 w 3840206"/>
              <a:gd name="connsiteY5" fmla="*/ 301282 h 8051213"/>
              <a:gd name="connsiteX6" fmla="*/ 4 w 3840206"/>
              <a:gd name="connsiteY6" fmla="*/ 0 h 8051213"/>
              <a:gd name="connsiteX7" fmla="*/ 3683752 w 3840206"/>
              <a:gd name="connsiteY7" fmla="*/ 0 h 8051213"/>
              <a:gd name="connsiteX8" fmla="*/ 3683752 w 3840206"/>
              <a:gd name="connsiteY8" fmla="*/ 977470 h 8051213"/>
              <a:gd name="connsiteX9" fmla="*/ 2113779 w 3840206"/>
              <a:gd name="connsiteY9" fmla="*/ 977470 h 8051213"/>
              <a:gd name="connsiteX10" fmla="*/ 2113779 w 3840206"/>
              <a:gd name="connsiteY10" fmla="*/ 5937436 h 8051213"/>
              <a:gd name="connsiteX11" fmla="*/ 3840206 w 3840206"/>
              <a:gd name="connsiteY11" fmla="*/ 5937436 h 8051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40206" h="8051213">
                <a:moveTo>
                  <a:pt x="3840206" y="8051213"/>
                </a:moveTo>
                <a:lnTo>
                  <a:pt x="0" y="8051213"/>
                </a:lnTo>
                <a:lnTo>
                  <a:pt x="0" y="5937436"/>
                </a:lnTo>
                <a:lnTo>
                  <a:pt x="2" y="5937436"/>
                </a:lnTo>
                <a:lnTo>
                  <a:pt x="2" y="301282"/>
                </a:lnTo>
                <a:lnTo>
                  <a:pt x="4" y="301282"/>
                </a:lnTo>
                <a:lnTo>
                  <a:pt x="4" y="0"/>
                </a:lnTo>
                <a:lnTo>
                  <a:pt x="3683752" y="0"/>
                </a:lnTo>
                <a:lnTo>
                  <a:pt x="3683752" y="977470"/>
                </a:lnTo>
                <a:lnTo>
                  <a:pt x="2113779" y="977470"/>
                </a:lnTo>
                <a:lnTo>
                  <a:pt x="2113779" y="5937436"/>
                </a:lnTo>
                <a:lnTo>
                  <a:pt x="3840206" y="5937436"/>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2" name="Arrow: Right 31">
            <a:extLst>
              <a:ext uri="{FF2B5EF4-FFF2-40B4-BE49-F238E27FC236}">
                <a16:creationId xmlns:a16="http://schemas.microsoft.com/office/drawing/2014/main" id="{C52CD064-7738-3CEF-E59F-9ABF3ECDB65F}"/>
              </a:ext>
            </a:extLst>
          </p:cNvPr>
          <p:cNvSpPr/>
          <p:nvPr/>
        </p:nvSpPr>
        <p:spPr>
          <a:xfrm flipH="1">
            <a:off x="7627522" y="5862201"/>
            <a:ext cx="518160" cy="134938"/>
          </a:xfrm>
          <a:prstGeom prst="rightArrow">
            <a:avLst>
              <a:gd name="adj1" fmla="val 28125"/>
              <a:gd name="adj2" fmla="val 133081"/>
            </a:avLst>
          </a:prstGeom>
          <a:solidFill>
            <a:srgbClr val="FFF9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Arrow: Right 32">
            <a:extLst>
              <a:ext uri="{FF2B5EF4-FFF2-40B4-BE49-F238E27FC236}">
                <a16:creationId xmlns:a16="http://schemas.microsoft.com/office/drawing/2014/main" id="{19D1FEF4-FFF3-2A6B-0C2D-8541FDE9D73D}"/>
              </a:ext>
            </a:extLst>
          </p:cNvPr>
          <p:cNvSpPr/>
          <p:nvPr/>
        </p:nvSpPr>
        <p:spPr>
          <a:xfrm>
            <a:off x="7498408" y="320056"/>
            <a:ext cx="518160" cy="134938"/>
          </a:xfrm>
          <a:prstGeom prst="rightArrow">
            <a:avLst>
              <a:gd name="adj1" fmla="val 28125"/>
              <a:gd name="adj2" fmla="val 133081"/>
            </a:avLst>
          </a:prstGeom>
          <a:solidFill>
            <a:srgbClr val="FF08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E2AFB8F-65C4-1ED7-8F51-EC5EC0F9FC58}"/>
                  </a:ext>
                </a:extLst>
              </p:cNvPr>
              <p:cNvSpPr txBox="1"/>
              <p:nvPr/>
            </p:nvSpPr>
            <p:spPr>
              <a:xfrm>
                <a:off x="8144572" y="5756158"/>
                <a:ext cx="1498281" cy="523220"/>
              </a:xfrm>
              <a:prstGeom prst="rect">
                <a:avLst/>
              </a:prstGeom>
              <a:noFill/>
            </p:spPr>
            <p:txBody>
              <a:bodyPr wrap="square" rtlCol="0">
                <a:spAutoFit/>
              </a:bodyPr>
              <a:lstStyle/>
              <a:p>
                <a:r>
                  <a:rPr lang="en-GB" sz="1600" dirty="0">
                    <a:latin typeface="Aptos SemiBold" panose="020B0004020202020204" pitchFamily="34" charset="0"/>
                    <a:cs typeface="Times New Roman" panose="02020603050405020304" pitchFamily="18" charset="0"/>
                  </a:rPr>
                  <a:t>Fuel salt</a:t>
                </a:r>
              </a:p>
              <a:p>
                <a14:m>
                  <m:oMath xmlns:m="http://schemas.openxmlformats.org/officeDocument/2006/math">
                    <m:r>
                      <a:rPr lang="en-GB" sz="1200" i="1" smtClean="0">
                        <a:latin typeface="Cambria Math" panose="02040503050406030204" pitchFamily="18" charset="0"/>
                      </a:rPr>
                      <m:t>6</m:t>
                    </m:r>
                    <m:r>
                      <a:rPr lang="en-GB" sz="1200" i="1">
                        <a:latin typeface="Cambria Math" panose="02040503050406030204" pitchFamily="18" charset="0"/>
                      </a:rPr>
                      <m:t>00 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r>
                  <a:rPr lang="en-GB" sz="1200" dirty="0">
                    <a:latin typeface="Aptos Light" panose="020B0004020202020204" pitchFamily="34" charset="0"/>
                    <a:cs typeface="Times New Roman" panose="02020603050405020304" pitchFamily="18" charset="0"/>
                  </a:rPr>
                  <a:t> </a:t>
                </a:r>
              </a:p>
            </p:txBody>
          </p:sp>
        </mc:Choice>
        <mc:Fallback xmlns="">
          <p:sp>
            <p:nvSpPr>
              <p:cNvPr id="34" name="TextBox 33">
                <a:extLst>
                  <a:ext uri="{FF2B5EF4-FFF2-40B4-BE49-F238E27FC236}">
                    <a16:creationId xmlns:a16="http://schemas.microsoft.com/office/drawing/2014/main" id="{CE2AFB8F-65C4-1ED7-8F51-EC5EC0F9FC58}"/>
                  </a:ext>
                </a:extLst>
              </p:cNvPr>
              <p:cNvSpPr txBox="1">
                <a:spLocks noRot="1" noChangeAspect="1" noMove="1" noResize="1" noEditPoints="1" noAdjustHandles="1" noChangeArrowheads="1" noChangeShapeType="1" noTextEdit="1"/>
              </p:cNvSpPr>
              <p:nvPr/>
            </p:nvSpPr>
            <p:spPr>
              <a:xfrm>
                <a:off x="8144572" y="5756158"/>
                <a:ext cx="1498281" cy="523220"/>
              </a:xfrm>
              <a:prstGeom prst="rect">
                <a:avLst/>
              </a:prstGeom>
              <a:blipFill>
                <a:blip r:embed="rId2"/>
                <a:stretch>
                  <a:fillRect l="-2033" t="-348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8B6C234-F5C0-66DC-457A-545FC339DC82}"/>
                  </a:ext>
                </a:extLst>
              </p:cNvPr>
              <p:cNvSpPr txBox="1"/>
              <p:nvPr/>
            </p:nvSpPr>
            <p:spPr>
              <a:xfrm>
                <a:off x="8016568" y="197426"/>
                <a:ext cx="2395851" cy="523220"/>
              </a:xfrm>
              <a:prstGeom prst="rect">
                <a:avLst/>
              </a:prstGeom>
              <a:noFill/>
            </p:spPr>
            <p:txBody>
              <a:bodyPr wrap="square" rtlCol="0">
                <a:spAutoFit/>
              </a:bodyPr>
              <a:lstStyle/>
              <a:p>
                <a:r>
                  <a:rPr lang="en-GB" sz="1600" dirty="0">
                    <a:latin typeface="Aptos SemiBold" panose="020B0004020202020204" pitchFamily="34" charset="0"/>
                  </a:rPr>
                  <a:t>Fuel salt </a:t>
                </a:r>
                <a:endParaRPr lang="en-GB" sz="1600" b="0" i="1" dirty="0">
                  <a:latin typeface="Aptos SemiBold" panose="020B0004020202020204" pitchFamily="34" charset="0"/>
                </a:endParaRPr>
              </a:p>
              <a:p>
                <a14:m>
                  <m:oMath xmlns:m="http://schemas.openxmlformats.org/officeDocument/2006/math">
                    <m:r>
                      <a:rPr lang="en-GB" sz="1200" b="0" i="1" smtClean="0">
                        <a:latin typeface="Cambria Math" panose="02040503050406030204" pitchFamily="18" charset="0"/>
                      </a:rPr>
                      <m:t>700 </m:t>
                    </m:r>
                    <m:r>
                      <a:rPr lang="en-GB" sz="1200" b="0" i="1" smtClean="0">
                        <a:latin typeface="Cambria Math" panose="02040503050406030204" pitchFamily="18" charset="0"/>
                        <a:ea typeface="Cambria Math" panose="02040503050406030204" pitchFamily="18" charset="0"/>
                      </a:rPr>
                      <m:t>°</m:t>
                    </m:r>
                    <m:r>
                      <m:rPr>
                        <m:sty m:val="p"/>
                      </m:rPr>
                      <a:rPr lang="en-GB" sz="1200" b="0" i="1" smtClean="0">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p>
            </p:txBody>
          </p:sp>
        </mc:Choice>
        <mc:Fallback xmlns="">
          <p:sp>
            <p:nvSpPr>
              <p:cNvPr id="35" name="TextBox 34">
                <a:extLst>
                  <a:ext uri="{FF2B5EF4-FFF2-40B4-BE49-F238E27FC236}">
                    <a16:creationId xmlns:a16="http://schemas.microsoft.com/office/drawing/2014/main" id="{48B6C234-F5C0-66DC-457A-545FC339DC82}"/>
                  </a:ext>
                </a:extLst>
              </p:cNvPr>
              <p:cNvSpPr txBox="1">
                <a:spLocks noRot="1" noChangeAspect="1" noMove="1" noResize="1" noEditPoints="1" noAdjustHandles="1" noChangeArrowheads="1" noChangeShapeType="1" noTextEdit="1"/>
              </p:cNvSpPr>
              <p:nvPr/>
            </p:nvSpPr>
            <p:spPr>
              <a:xfrm>
                <a:off x="8016568" y="197426"/>
                <a:ext cx="2395851" cy="523220"/>
              </a:xfrm>
              <a:prstGeom prst="rect">
                <a:avLst/>
              </a:prstGeom>
              <a:blipFill>
                <a:blip r:embed="rId3"/>
                <a:stretch>
                  <a:fillRect l="-1272" t="-3488"/>
                </a:stretch>
              </a:blipFill>
            </p:spPr>
            <p:txBody>
              <a:bodyPr/>
              <a:lstStyle/>
              <a:p>
                <a:r>
                  <a:rPr lang="en-GB">
                    <a:noFill/>
                  </a:rPr>
                  <a:t> </a:t>
                </a:r>
              </a:p>
            </p:txBody>
          </p:sp>
        </mc:Fallback>
      </mc:AlternateContent>
      <p:cxnSp>
        <p:nvCxnSpPr>
          <p:cNvPr id="37" name="Straight Connector 36">
            <a:extLst>
              <a:ext uri="{FF2B5EF4-FFF2-40B4-BE49-F238E27FC236}">
                <a16:creationId xmlns:a16="http://schemas.microsoft.com/office/drawing/2014/main" id="{EDB16BB5-D7CD-FC02-2C14-2D5ABE3A6FBE}"/>
              </a:ext>
            </a:extLst>
          </p:cNvPr>
          <p:cNvCxnSpPr>
            <a:cxnSpLocks/>
            <a:endCxn id="42" idx="1"/>
          </p:cNvCxnSpPr>
          <p:nvPr/>
        </p:nvCxnSpPr>
        <p:spPr>
          <a:xfrm>
            <a:off x="6417244" y="1420279"/>
            <a:ext cx="3026417" cy="806156"/>
          </a:xfrm>
          <a:prstGeom prst="bentConnector3">
            <a:avLst>
              <a:gd name="adj1" fmla="val 6816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108466F2-C1ED-7EEB-D6D0-F6A273D3CAFC}"/>
              </a:ext>
            </a:extLst>
          </p:cNvPr>
          <p:cNvSpPr txBox="1"/>
          <p:nvPr/>
        </p:nvSpPr>
        <p:spPr>
          <a:xfrm>
            <a:off x="9443661" y="2041769"/>
            <a:ext cx="2395851" cy="369332"/>
          </a:xfrm>
          <a:prstGeom prst="rect">
            <a:avLst/>
          </a:prstGeom>
          <a:noFill/>
        </p:spPr>
        <p:txBody>
          <a:bodyPr wrap="square" rtlCol="0">
            <a:spAutoFit/>
          </a:bodyPr>
          <a:lstStyle/>
          <a:p>
            <a:r>
              <a:rPr lang="en-GB" dirty="0">
                <a:latin typeface="Aptos SemiBold" panose="020B0004020202020204" pitchFamily="34" charset="0"/>
              </a:rPr>
              <a:t>Fuel salt</a:t>
            </a:r>
            <a:endParaRPr lang="en-GB" sz="1400" dirty="0">
              <a:latin typeface="Aptos SemiBold" panose="020B0004020202020204" pitchFamily="34" charset="0"/>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EE1ADB8-6593-515D-D051-112936AD091B}"/>
                  </a:ext>
                </a:extLst>
              </p:cNvPr>
              <p:cNvSpPr txBox="1"/>
              <p:nvPr/>
            </p:nvSpPr>
            <p:spPr>
              <a:xfrm>
                <a:off x="9443661" y="2322435"/>
                <a:ext cx="2395851" cy="53149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GB" sz="1400" b="0" i="1" smtClean="0">
                              <a:latin typeface="Cambria Math" panose="02040503050406030204" pitchFamily="18" charset="0"/>
                            </a:rPr>
                          </m:ctrlPr>
                        </m:sPrePr>
                        <m:sub>
                          <m:r>
                            <a:rPr lang="en-GB" sz="1400" b="0" i="1" smtClean="0">
                              <a:latin typeface="Cambria Math" panose="02040503050406030204" pitchFamily="18" charset="0"/>
                            </a:rPr>
                            <m:t>3</m:t>
                          </m:r>
                        </m:sub>
                        <m:sup>
                          <m:r>
                            <a:rPr lang="en-GB" sz="1400" b="0" i="1" smtClean="0">
                              <a:latin typeface="Cambria Math" panose="02040503050406030204" pitchFamily="18" charset="0"/>
                            </a:rPr>
                            <m:t>7</m:t>
                          </m:r>
                        </m:sup>
                        <m:e>
                          <m:r>
                            <m:rPr>
                              <m:nor/>
                            </m:rPr>
                            <a:rPr lang="en-GB" sz="1400" b="0" i="0" smtClean="0">
                              <a:latin typeface="Cambria Math" panose="02040503050406030204" pitchFamily="18" charset="0"/>
                            </a:rPr>
                            <m:t>Li</m:t>
                          </m:r>
                        </m:e>
                      </m:sPre>
                      <m:r>
                        <m:rPr>
                          <m:sty m:val="p"/>
                        </m:rPr>
                        <a:rPr lang="en-GB" sz="1400" b="0" i="1" smtClean="0">
                          <a:latin typeface="Cambria Math" panose="02040503050406030204" pitchFamily="18" charset="0"/>
                        </a:rPr>
                        <m:t>F</m:t>
                      </m:r>
                      <m:r>
                        <a:rPr lang="en-GB" sz="1400" b="0" i="1" smtClean="0">
                          <a:latin typeface="Cambria Math" panose="02040503050406030204" pitchFamily="18" charset="0"/>
                          <a:ea typeface="Cambria Math" panose="02040503050406030204" pitchFamily="18" charset="0"/>
                        </a:rPr>
                        <m:t>−</m:t>
                      </m:r>
                      <m:sPre>
                        <m:sPrePr>
                          <m:ctrlPr>
                            <a:rPr lang="en-GB" sz="1400" b="0" i="1" smtClean="0">
                              <a:latin typeface="Cambria Math" panose="02040503050406030204" pitchFamily="18" charset="0"/>
                              <a:ea typeface="Cambria Math" panose="02040503050406030204" pitchFamily="18" charset="0"/>
                            </a:rPr>
                          </m:ctrlPr>
                        </m:sPrePr>
                        <m:sub>
                          <m:r>
                            <a:rPr lang="en-GB" sz="1400" b="0" i="1" smtClean="0">
                              <a:latin typeface="Cambria Math" panose="02040503050406030204" pitchFamily="18" charset="0"/>
                              <a:ea typeface="Cambria Math" panose="02040503050406030204" pitchFamily="18" charset="0"/>
                            </a:rPr>
                            <m:t>90</m:t>
                          </m:r>
                        </m:sub>
                        <m:sup>
                          <m:r>
                            <a:rPr lang="en-GB" sz="1400" b="0" i="1" smtClean="0">
                              <a:latin typeface="Cambria Math" panose="02040503050406030204" pitchFamily="18" charset="0"/>
                            </a:rPr>
                            <m:t>232</m:t>
                          </m:r>
                        </m:sup>
                        <m:e>
                          <m:r>
                            <m:rPr>
                              <m:sty m:val="p"/>
                            </m:rPr>
                            <a:rPr lang="en-GB" sz="1400" b="0" i="1" smtClean="0">
                              <a:latin typeface="Cambria Math" panose="02040503050406030204" pitchFamily="18" charset="0"/>
                            </a:rPr>
                            <m:t>Th</m:t>
                          </m:r>
                        </m:e>
                      </m:sPre>
                      <m:sSub>
                        <m:sSubPr>
                          <m:ctrlPr>
                            <a:rPr lang="en-GB" sz="1400" b="0" i="1" smtClean="0">
                              <a:latin typeface="Cambria Math" panose="02040503050406030204" pitchFamily="18" charset="0"/>
                              <a:ea typeface="Cambria Math" panose="02040503050406030204" pitchFamily="18" charset="0"/>
                            </a:rPr>
                          </m:ctrlPr>
                        </m:sSubPr>
                        <m:e>
                          <m:r>
                            <m:rPr>
                              <m:sty m:val="p"/>
                            </m:rPr>
                            <a:rPr lang="en-GB" sz="1400" b="0" i="1" smtClean="0">
                              <a:latin typeface="Cambria Math" panose="02040503050406030204" pitchFamily="18" charset="0"/>
                              <a:ea typeface="Cambria Math" panose="02040503050406030204" pitchFamily="18" charset="0"/>
                            </a:rPr>
                            <m:t>F</m:t>
                          </m:r>
                        </m:e>
                        <m:sub>
                          <m:r>
                            <a:rPr lang="en-GB" sz="1400" b="0" i="1" smtClean="0">
                              <a:latin typeface="Cambria Math" panose="02040503050406030204" pitchFamily="18" charset="0"/>
                              <a:ea typeface="Cambria Math" panose="02040503050406030204" pitchFamily="18" charset="0"/>
                            </a:rPr>
                            <m:t>4</m:t>
                          </m:r>
                        </m:sub>
                      </m:sSub>
                      <m:r>
                        <a:rPr lang="en-GB" sz="1400" b="0" i="1" smtClean="0">
                          <a:latin typeface="Cambria Math" panose="02040503050406030204" pitchFamily="18" charset="0"/>
                          <a:ea typeface="Cambria Math" panose="02040503050406030204" pitchFamily="18" charset="0"/>
                        </a:rPr>
                        <m:t>−</m:t>
                      </m:r>
                      <m:sPre>
                        <m:sPrePr>
                          <m:ctrlPr>
                            <a:rPr lang="en-GB" sz="1400" i="1">
                              <a:latin typeface="Cambria Math" panose="02040503050406030204" pitchFamily="18" charset="0"/>
                              <a:ea typeface="Cambria Math" panose="02040503050406030204" pitchFamily="18" charset="0"/>
                            </a:rPr>
                          </m:ctrlPr>
                        </m:sPrePr>
                        <m:sub>
                          <m:r>
                            <a:rPr lang="en-GB" sz="1400" i="1">
                              <a:latin typeface="Cambria Math" panose="02040503050406030204" pitchFamily="18" charset="0"/>
                              <a:ea typeface="Cambria Math" panose="02040503050406030204" pitchFamily="18" charset="0"/>
                            </a:rPr>
                            <m:t>9</m:t>
                          </m:r>
                          <m:r>
                            <a:rPr lang="en-GB" sz="1400" b="0" i="1" smtClean="0">
                              <a:latin typeface="Cambria Math" panose="02040503050406030204" pitchFamily="18" charset="0"/>
                              <a:ea typeface="Cambria Math" panose="02040503050406030204" pitchFamily="18" charset="0"/>
                            </a:rPr>
                            <m:t>2</m:t>
                          </m:r>
                        </m:sub>
                        <m:sup>
                          <m:r>
                            <a:rPr lang="en-GB" sz="1400" i="1">
                              <a:latin typeface="Cambria Math" panose="02040503050406030204" pitchFamily="18" charset="0"/>
                            </a:rPr>
                            <m:t>23</m:t>
                          </m:r>
                          <m:r>
                            <a:rPr lang="en-GB" sz="1400" b="0" i="1" smtClean="0">
                              <a:latin typeface="Cambria Math" panose="02040503050406030204" pitchFamily="18" charset="0"/>
                            </a:rPr>
                            <m:t>3</m:t>
                          </m:r>
                        </m:sup>
                        <m:e>
                          <m:r>
                            <m:rPr>
                              <m:sty m:val="p"/>
                            </m:rPr>
                            <a:rPr lang="en-GB" sz="1400" b="0" i="1" smtClean="0">
                              <a:latin typeface="Cambria Math" panose="02040503050406030204" pitchFamily="18" charset="0"/>
                            </a:rPr>
                            <m:t>U</m:t>
                          </m:r>
                        </m:e>
                      </m:sPre>
                      <m:sSub>
                        <m:sSubPr>
                          <m:ctrlPr>
                            <a:rPr lang="en-GB" sz="1400" i="1">
                              <a:latin typeface="Cambria Math" panose="02040503050406030204" pitchFamily="18" charset="0"/>
                              <a:ea typeface="Cambria Math" panose="02040503050406030204" pitchFamily="18" charset="0"/>
                            </a:rPr>
                          </m:ctrlPr>
                        </m:sSubPr>
                        <m:e>
                          <m:r>
                            <m:rPr>
                              <m:sty m:val="p"/>
                            </m:rPr>
                            <a:rPr lang="en-GB" sz="1400" i="1">
                              <a:latin typeface="Cambria Math" panose="02040503050406030204" pitchFamily="18" charset="0"/>
                              <a:ea typeface="Cambria Math" panose="02040503050406030204" pitchFamily="18" charset="0"/>
                            </a:rPr>
                            <m:t>F</m:t>
                          </m:r>
                        </m:e>
                        <m:sub>
                          <m:r>
                            <a:rPr lang="en-GB" sz="1400" i="1">
                              <a:latin typeface="Cambria Math" panose="02040503050406030204" pitchFamily="18" charset="0"/>
                              <a:ea typeface="Cambria Math" panose="02040503050406030204" pitchFamily="18" charset="0"/>
                            </a:rPr>
                            <m:t>4</m:t>
                          </m:r>
                        </m:sub>
                      </m:sSub>
                    </m:oMath>
                  </m:oMathPara>
                </a14:m>
                <a:endParaRPr lang="en-GB" sz="1400" dirty="0"/>
              </a:p>
              <a:p>
                <a14:m>
                  <m:oMath xmlns:m="http://schemas.openxmlformats.org/officeDocument/2006/math">
                    <m:r>
                      <m:rPr>
                        <m:nor/>
                      </m:rPr>
                      <a:rPr lang="en-GB" sz="1400">
                        <a:latin typeface="Cambria Math" panose="02040503050406030204" pitchFamily="18" charset="0"/>
                      </a:rPr>
                      <m:t>Li</m:t>
                    </m:r>
                  </m:oMath>
                </a14:m>
                <a:r>
                  <a:rPr lang="en-GB" sz="1400" dirty="0"/>
                  <a:t> enriched to </a:t>
                </a:r>
                <a14:m>
                  <m:oMath xmlns:m="http://schemas.openxmlformats.org/officeDocument/2006/math">
                    <m:r>
                      <a:rPr lang="en-GB" sz="1400" b="0" i="0" smtClean="0">
                        <a:latin typeface="Cambria Math" panose="02040503050406030204" pitchFamily="18" charset="0"/>
                      </a:rPr>
                      <m:t>99.99% </m:t>
                    </m:r>
                    <m:sPre>
                      <m:sPrePr>
                        <m:ctrlPr>
                          <a:rPr lang="en-GB" sz="1400" i="1">
                            <a:latin typeface="Cambria Math" panose="02040503050406030204" pitchFamily="18" charset="0"/>
                          </a:rPr>
                        </m:ctrlPr>
                      </m:sPrePr>
                      <m:sub>
                        <m:r>
                          <a:rPr lang="en-GB" sz="1400" i="1">
                            <a:latin typeface="Cambria Math" panose="02040503050406030204" pitchFamily="18" charset="0"/>
                          </a:rPr>
                          <m:t>3</m:t>
                        </m:r>
                      </m:sub>
                      <m:sup>
                        <m:r>
                          <a:rPr lang="en-GB" sz="1400" i="1">
                            <a:latin typeface="Cambria Math" panose="02040503050406030204" pitchFamily="18" charset="0"/>
                          </a:rPr>
                          <m:t>7</m:t>
                        </m:r>
                      </m:sup>
                      <m:e>
                        <m:r>
                          <m:rPr>
                            <m:nor/>
                          </m:rPr>
                          <a:rPr lang="en-GB" sz="1400">
                            <a:latin typeface="Cambria Math" panose="02040503050406030204" pitchFamily="18" charset="0"/>
                          </a:rPr>
                          <m:t>Li</m:t>
                        </m:r>
                      </m:e>
                    </m:sPre>
                  </m:oMath>
                </a14:m>
                <a:endParaRPr lang="en-GB" sz="1400" dirty="0"/>
              </a:p>
            </p:txBody>
          </p:sp>
        </mc:Choice>
        <mc:Fallback xmlns="">
          <p:sp>
            <p:nvSpPr>
              <p:cNvPr id="49" name="TextBox 48">
                <a:extLst>
                  <a:ext uri="{FF2B5EF4-FFF2-40B4-BE49-F238E27FC236}">
                    <a16:creationId xmlns:a16="http://schemas.microsoft.com/office/drawing/2014/main" id="{BEE1ADB8-6593-515D-D051-112936AD091B}"/>
                  </a:ext>
                </a:extLst>
              </p:cNvPr>
              <p:cNvSpPr txBox="1">
                <a:spLocks noRot="1" noChangeAspect="1" noMove="1" noResize="1" noEditPoints="1" noAdjustHandles="1" noChangeArrowheads="1" noChangeShapeType="1" noTextEdit="1"/>
              </p:cNvSpPr>
              <p:nvPr/>
            </p:nvSpPr>
            <p:spPr>
              <a:xfrm>
                <a:off x="9443661" y="2322435"/>
                <a:ext cx="2395851" cy="531492"/>
              </a:xfrm>
              <a:prstGeom prst="rect">
                <a:avLst/>
              </a:prstGeom>
              <a:blipFill>
                <a:blip r:embed="rId4"/>
                <a:stretch>
                  <a:fillRect b="-11494"/>
                </a:stretch>
              </a:blipFill>
            </p:spPr>
            <p:txBody>
              <a:bodyPr/>
              <a:lstStyle/>
              <a:p>
                <a:r>
                  <a:rPr lang="en-GB">
                    <a:noFill/>
                  </a:rPr>
                  <a:t> </a:t>
                </a:r>
              </a:p>
            </p:txBody>
          </p:sp>
        </mc:Fallback>
      </mc:AlternateContent>
      <p:sp>
        <p:nvSpPr>
          <p:cNvPr id="51" name="Arrow: Right 50">
            <a:extLst>
              <a:ext uri="{FF2B5EF4-FFF2-40B4-BE49-F238E27FC236}">
                <a16:creationId xmlns:a16="http://schemas.microsoft.com/office/drawing/2014/main" id="{16417ED6-C819-873E-4FC1-BEEF258B5984}"/>
              </a:ext>
            </a:extLst>
          </p:cNvPr>
          <p:cNvSpPr/>
          <p:nvPr/>
        </p:nvSpPr>
        <p:spPr>
          <a:xfrm>
            <a:off x="4147404" y="5586577"/>
            <a:ext cx="518160" cy="134938"/>
          </a:xfrm>
          <a:prstGeom prst="rightArrow">
            <a:avLst>
              <a:gd name="adj1" fmla="val 28125"/>
              <a:gd name="adj2" fmla="val 133081"/>
            </a:avLst>
          </a:prstGeom>
          <a:solidFill>
            <a:srgbClr val="00236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Arrow: Right 51">
            <a:extLst>
              <a:ext uri="{FF2B5EF4-FFF2-40B4-BE49-F238E27FC236}">
                <a16:creationId xmlns:a16="http://schemas.microsoft.com/office/drawing/2014/main" id="{3782EFF0-4D38-11A4-F56E-C82ABC78C235}"/>
              </a:ext>
            </a:extLst>
          </p:cNvPr>
          <p:cNvSpPr/>
          <p:nvPr/>
        </p:nvSpPr>
        <p:spPr>
          <a:xfrm flipH="1">
            <a:off x="4606365" y="801896"/>
            <a:ext cx="518160" cy="134938"/>
          </a:xfrm>
          <a:prstGeom prst="rightArrow">
            <a:avLst>
              <a:gd name="adj1" fmla="val 28125"/>
              <a:gd name="adj2" fmla="val 133081"/>
            </a:avLst>
          </a:prstGeom>
          <a:solidFill>
            <a:srgbClr val="00ADE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58E4F14-5693-30F6-FB52-E32CB874E3FA}"/>
                  </a:ext>
                </a:extLst>
              </p:cNvPr>
              <p:cNvSpPr txBox="1"/>
              <p:nvPr/>
            </p:nvSpPr>
            <p:spPr>
              <a:xfrm>
                <a:off x="2078833" y="5459556"/>
                <a:ext cx="2073752" cy="523220"/>
              </a:xfrm>
              <a:prstGeom prst="rect">
                <a:avLst/>
              </a:prstGeom>
              <a:noFill/>
            </p:spPr>
            <p:txBody>
              <a:bodyPr wrap="square" rtlCol="0">
                <a:spAutoFit/>
              </a:bodyPr>
              <a:lstStyle/>
              <a:p>
                <a:pPr algn="r"/>
                <a:r>
                  <a:rPr lang="en-GB" sz="1600" dirty="0">
                    <a:latin typeface="Aptos SemiBold" panose="020B0004020202020204" pitchFamily="34" charset="0"/>
                  </a:rPr>
                  <a:t>Outer heavy water</a:t>
                </a:r>
              </a:p>
              <a:p>
                <a:pPr algn="r"/>
                <a14:m>
                  <m:oMathPara xmlns:m="http://schemas.openxmlformats.org/officeDocument/2006/math">
                    <m:oMathParaPr>
                      <m:jc m:val="right"/>
                    </m:oMathParaPr>
                    <m:oMath xmlns:m="http://schemas.openxmlformats.org/officeDocument/2006/math">
                      <m:sSup>
                        <m:sSupPr>
                          <m:ctrlPr>
                            <a:rPr lang="en-GB" sz="1200" i="1">
                              <a:latin typeface="Cambria Math" panose="02040503050406030204" pitchFamily="18" charset="0"/>
                            </a:rPr>
                          </m:ctrlPr>
                        </m:sSupPr>
                        <m:e>
                          <m:r>
                            <a:rPr lang="en-GB" sz="1200" i="1">
                              <a:latin typeface="Cambria Math" panose="02040503050406030204" pitchFamily="18" charset="0"/>
                            </a:rPr>
                            <m:t>80</m:t>
                          </m:r>
                        </m:e>
                        <m:sup>
                          <m:r>
                            <a:rPr lang="en-GB" sz="1200" b="0" i="1" smtClean="0">
                              <a:latin typeface="Cambria Math" panose="02040503050406030204" pitchFamily="18" charset="0"/>
                            </a:rPr>
                            <m:t>−</m:t>
                          </m:r>
                        </m:sup>
                      </m:sSup>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m:oMathPara>
                </a14:m>
                <a:endParaRPr lang="en-GB" sz="1200" dirty="0">
                  <a:latin typeface="Aptos Light" panose="020B0004020202020204" pitchFamily="34" charset="0"/>
                </a:endParaRPr>
              </a:p>
            </p:txBody>
          </p:sp>
        </mc:Choice>
        <mc:Fallback xmlns="">
          <p:sp>
            <p:nvSpPr>
              <p:cNvPr id="53" name="TextBox 52">
                <a:extLst>
                  <a:ext uri="{FF2B5EF4-FFF2-40B4-BE49-F238E27FC236}">
                    <a16:creationId xmlns:a16="http://schemas.microsoft.com/office/drawing/2014/main" id="{858E4F14-5693-30F6-FB52-E32CB874E3FA}"/>
                  </a:ext>
                </a:extLst>
              </p:cNvPr>
              <p:cNvSpPr txBox="1">
                <a:spLocks noRot="1" noChangeAspect="1" noMove="1" noResize="1" noEditPoints="1" noAdjustHandles="1" noChangeArrowheads="1" noChangeShapeType="1" noTextEdit="1"/>
              </p:cNvSpPr>
              <p:nvPr/>
            </p:nvSpPr>
            <p:spPr>
              <a:xfrm>
                <a:off x="2078833" y="5459556"/>
                <a:ext cx="2073752" cy="523220"/>
              </a:xfrm>
              <a:prstGeom prst="rect">
                <a:avLst/>
              </a:prstGeom>
              <a:blipFill>
                <a:blip r:embed="rId5"/>
                <a:stretch>
                  <a:fillRect t="-3529" r="-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B8E39F8-4C1F-8014-57F0-63D1B0A47C10}"/>
                  </a:ext>
                </a:extLst>
              </p:cNvPr>
              <p:cNvSpPr txBox="1"/>
              <p:nvPr/>
            </p:nvSpPr>
            <p:spPr>
              <a:xfrm>
                <a:off x="2563988" y="687761"/>
                <a:ext cx="2073752" cy="523220"/>
              </a:xfrm>
              <a:prstGeom prst="rect">
                <a:avLst/>
              </a:prstGeom>
              <a:noFill/>
            </p:spPr>
            <p:txBody>
              <a:bodyPr wrap="square" rtlCol="0">
                <a:spAutoFit/>
              </a:bodyPr>
              <a:lstStyle/>
              <a:p>
                <a:pPr algn="r"/>
                <a:r>
                  <a:rPr lang="en-GB" sz="1600" dirty="0">
                    <a:latin typeface="Aptos Slab SemiBold" panose="020F0502020204030204" pitchFamily="34" charset="0"/>
                  </a:rPr>
                  <a:t>Outer heavy water</a:t>
                </a:r>
              </a:p>
              <a:p>
                <a:pPr algn="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80</m:t>
                        </m:r>
                      </m:e>
                      <m:sup>
                        <m:r>
                          <a:rPr lang="en-GB" sz="1200" b="0" i="1" smtClean="0">
                            <a:latin typeface="Cambria Math" panose="02040503050406030204" pitchFamily="18" charset="0"/>
                          </a:rPr>
                          <m:t>+</m:t>
                        </m:r>
                      </m:sup>
                    </m:sSup>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p>
            </p:txBody>
          </p:sp>
        </mc:Choice>
        <mc:Fallback xmlns="">
          <p:sp>
            <p:nvSpPr>
              <p:cNvPr id="54" name="TextBox 53">
                <a:extLst>
                  <a:ext uri="{FF2B5EF4-FFF2-40B4-BE49-F238E27FC236}">
                    <a16:creationId xmlns:a16="http://schemas.microsoft.com/office/drawing/2014/main" id="{2B8E39F8-4C1F-8014-57F0-63D1B0A47C10}"/>
                  </a:ext>
                </a:extLst>
              </p:cNvPr>
              <p:cNvSpPr txBox="1">
                <a:spLocks noRot="1" noChangeAspect="1" noMove="1" noResize="1" noEditPoints="1" noAdjustHandles="1" noChangeArrowheads="1" noChangeShapeType="1" noTextEdit="1"/>
              </p:cNvSpPr>
              <p:nvPr/>
            </p:nvSpPr>
            <p:spPr>
              <a:xfrm>
                <a:off x="2563988" y="687761"/>
                <a:ext cx="2073752" cy="523220"/>
              </a:xfrm>
              <a:prstGeom prst="rect">
                <a:avLst/>
              </a:prstGeom>
              <a:blipFill>
                <a:blip r:embed="rId6"/>
                <a:stretch>
                  <a:fillRect t="-3488" r="-1471"/>
                </a:stretch>
              </a:blipFill>
            </p:spPr>
            <p:txBody>
              <a:bodyPr/>
              <a:lstStyle/>
              <a:p>
                <a:r>
                  <a:rPr lang="en-GB">
                    <a:noFill/>
                  </a:rPr>
                  <a:t> </a:t>
                </a:r>
              </a:p>
            </p:txBody>
          </p:sp>
        </mc:Fallback>
      </mc:AlternateContent>
      <p:cxnSp>
        <p:nvCxnSpPr>
          <p:cNvPr id="55" name="Straight Connector 36">
            <a:extLst>
              <a:ext uri="{FF2B5EF4-FFF2-40B4-BE49-F238E27FC236}">
                <a16:creationId xmlns:a16="http://schemas.microsoft.com/office/drawing/2014/main" id="{800ECE7A-D9D3-44AD-B95B-E597D57CA4FF}"/>
              </a:ext>
            </a:extLst>
          </p:cNvPr>
          <p:cNvCxnSpPr>
            <a:cxnSpLocks/>
            <a:endCxn id="56" idx="3"/>
          </p:cNvCxnSpPr>
          <p:nvPr/>
        </p:nvCxnSpPr>
        <p:spPr>
          <a:xfrm rot="10800000">
            <a:off x="2710365" y="1535215"/>
            <a:ext cx="2275176" cy="681172"/>
          </a:xfrm>
          <a:prstGeom prst="bentConnector3">
            <a:avLst>
              <a:gd name="adj1" fmla="val 50000"/>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CFE95B14-3009-3755-B6AD-C97BC5A171D5}"/>
              </a:ext>
            </a:extLst>
          </p:cNvPr>
          <p:cNvSpPr txBox="1"/>
          <p:nvPr/>
        </p:nvSpPr>
        <p:spPr>
          <a:xfrm>
            <a:off x="314514" y="1350549"/>
            <a:ext cx="2395851" cy="369332"/>
          </a:xfrm>
          <a:prstGeom prst="rect">
            <a:avLst/>
          </a:prstGeom>
          <a:noFill/>
        </p:spPr>
        <p:txBody>
          <a:bodyPr wrap="square" rtlCol="0">
            <a:spAutoFit/>
          </a:bodyPr>
          <a:lstStyle/>
          <a:p>
            <a:pPr algn="r"/>
            <a:r>
              <a:rPr lang="en-GB" dirty="0">
                <a:latin typeface="Aptos SemiBold" panose="020F0502020204030204" pitchFamily="34" charset="0"/>
              </a:rPr>
              <a:t>Outer heavy water</a:t>
            </a:r>
            <a:endParaRPr lang="en-GB" sz="1400" dirty="0">
              <a:latin typeface="Aptos SemiBold" panose="020F0502020204030204" pitchFamily="34" charset="0"/>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68DC8A4-EF2C-7186-296B-C843E022AC00}"/>
                  </a:ext>
                </a:extLst>
              </p:cNvPr>
              <p:cNvSpPr txBox="1"/>
              <p:nvPr/>
            </p:nvSpPr>
            <p:spPr>
              <a:xfrm>
                <a:off x="314514" y="1631215"/>
                <a:ext cx="2395851" cy="529247"/>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sSub>
                        <m:sSubPr>
                          <m:ctrlPr>
                            <a:rPr lang="en-GB" sz="1400" b="0" i="1" smtClean="0">
                              <a:latin typeface="Cambria Math" panose="02040503050406030204" pitchFamily="18" charset="0"/>
                            </a:rPr>
                          </m:ctrlPr>
                        </m:sSubPr>
                        <m:e>
                          <m:r>
                            <m:rPr>
                              <m:sty m:val="p"/>
                            </m:rPr>
                            <a:rPr lang="en-GB" sz="1400" b="0" i="1" smtClean="0">
                              <a:latin typeface="Cambria Math" panose="02040503050406030204" pitchFamily="18" charset="0"/>
                            </a:rPr>
                            <m:t>D</m:t>
                          </m:r>
                        </m:e>
                        <m:sub>
                          <m:r>
                            <a:rPr lang="en-GB" sz="1400" b="0" i="1" smtClean="0">
                              <a:latin typeface="Cambria Math" panose="02040503050406030204" pitchFamily="18" charset="0"/>
                            </a:rPr>
                            <m:t>2</m:t>
                          </m:r>
                        </m:sub>
                      </m:sSub>
                      <m:r>
                        <m:rPr>
                          <m:sty m:val="p"/>
                        </m:rPr>
                        <a:rPr lang="en-GB" sz="1400" b="0" i="1" smtClean="0">
                          <a:latin typeface="Cambria Math" panose="02040503050406030204" pitchFamily="18" charset="0"/>
                        </a:rPr>
                        <m:t>O</m:t>
                      </m:r>
                    </m:oMath>
                  </m:oMathPara>
                </a14:m>
                <a:endParaRPr lang="en-GB" sz="1400" dirty="0"/>
              </a:p>
              <a:p>
                <a:pPr algn="r"/>
                <a:r>
                  <a:rPr lang="en-GB" sz="1400" dirty="0"/>
                  <a:t>Moderator &amp; reflector</a:t>
                </a:r>
              </a:p>
            </p:txBody>
          </p:sp>
        </mc:Choice>
        <mc:Fallback xmlns="">
          <p:sp>
            <p:nvSpPr>
              <p:cNvPr id="57" name="TextBox 56">
                <a:extLst>
                  <a:ext uri="{FF2B5EF4-FFF2-40B4-BE49-F238E27FC236}">
                    <a16:creationId xmlns:a16="http://schemas.microsoft.com/office/drawing/2014/main" id="{268DC8A4-EF2C-7186-296B-C843E022AC00}"/>
                  </a:ext>
                </a:extLst>
              </p:cNvPr>
              <p:cNvSpPr txBox="1">
                <a:spLocks noRot="1" noChangeAspect="1" noMove="1" noResize="1" noEditPoints="1" noAdjustHandles="1" noChangeArrowheads="1" noChangeShapeType="1" noTextEdit="1"/>
              </p:cNvSpPr>
              <p:nvPr/>
            </p:nvSpPr>
            <p:spPr>
              <a:xfrm>
                <a:off x="314514" y="1631215"/>
                <a:ext cx="2395851" cy="529247"/>
              </a:xfrm>
              <a:prstGeom prst="rect">
                <a:avLst/>
              </a:prstGeom>
              <a:blipFill>
                <a:blip r:embed="rId7"/>
                <a:stretch>
                  <a:fillRect r="-763" b="-10465"/>
                </a:stretch>
              </a:blipFill>
            </p:spPr>
            <p:txBody>
              <a:bodyPr/>
              <a:lstStyle/>
              <a:p>
                <a:r>
                  <a:rPr lang="en-GB">
                    <a:noFill/>
                  </a:rPr>
                  <a:t> </a:t>
                </a:r>
              </a:p>
            </p:txBody>
          </p:sp>
        </mc:Fallback>
      </mc:AlternateContent>
      <p:sp>
        <p:nvSpPr>
          <p:cNvPr id="2" name="Arrow: Right 1">
            <a:extLst>
              <a:ext uri="{FF2B5EF4-FFF2-40B4-BE49-F238E27FC236}">
                <a16:creationId xmlns:a16="http://schemas.microsoft.com/office/drawing/2014/main" id="{7FD3327E-6519-3497-B6E2-9FAFE1628307}"/>
              </a:ext>
            </a:extLst>
          </p:cNvPr>
          <p:cNvSpPr/>
          <p:nvPr/>
        </p:nvSpPr>
        <p:spPr>
          <a:xfrm flipH="1">
            <a:off x="7609969" y="5380710"/>
            <a:ext cx="518160" cy="134938"/>
          </a:xfrm>
          <a:prstGeom prst="rightArrow">
            <a:avLst>
              <a:gd name="adj1" fmla="val 28125"/>
              <a:gd name="adj2" fmla="val 133081"/>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Right 2">
            <a:extLst>
              <a:ext uri="{FF2B5EF4-FFF2-40B4-BE49-F238E27FC236}">
                <a16:creationId xmlns:a16="http://schemas.microsoft.com/office/drawing/2014/main" id="{5FBE197C-58FC-8551-2763-A5C7238A89EC}"/>
              </a:ext>
            </a:extLst>
          </p:cNvPr>
          <p:cNvSpPr/>
          <p:nvPr/>
        </p:nvSpPr>
        <p:spPr>
          <a:xfrm>
            <a:off x="7498408" y="971732"/>
            <a:ext cx="518160" cy="134938"/>
          </a:xfrm>
          <a:prstGeom prst="rightArrow">
            <a:avLst>
              <a:gd name="adj1" fmla="val 28125"/>
              <a:gd name="adj2" fmla="val 133081"/>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258B930-D2A0-85D2-1B45-4BC5F5947D9E}"/>
                  </a:ext>
                </a:extLst>
              </p:cNvPr>
              <p:cNvSpPr txBox="1"/>
              <p:nvPr/>
            </p:nvSpPr>
            <p:spPr>
              <a:xfrm>
                <a:off x="8139322" y="5266204"/>
                <a:ext cx="1736855" cy="523220"/>
              </a:xfrm>
              <a:prstGeom prst="rect">
                <a:avLst/>
              </a:prstGeom>
              <a:noFill/>
            </p:spPr>
            <p:txBody>
              <a:bodyPr wrap="square" rtlCol="0">
                <a:spAutoFit/>
              </a:bodyPr>
              <a:lstStyle/>
              <a:p>
                <a:r>
                  <a:rPr lang="en-GB" sz="1600" dirty="0">
                    <a:latin typeface="Aptos SemiBold" panose="020B0004020202020204" pitchFamily="34" charset="0"/>
                    <a:cs typeface="Times New Roman" panose="02020603050405020304" pitchFamily="18" charset="0"/>
                  </a:rPr>
                  <a:t>Blanket salt</a:t>
                </a:r>
              </a:p>
              <a:p>
                <a14:m>
                  <m:oMath xmlns:m="http://schemas.openxmlformats.org/officeDocument/2006/math">
                    <m:r>
                      <a:rPr lang="en-GB" sz="1200" i="1">
                        <a:latin typeface="Cambria Math" panose="02040503050406030204" pitchFamily="18" charset="0"/>
                      </a:rPr>
                      <m:t>600 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r>
                  <a:rPr lang="en-GB" sz="1200" dirty="0">
                    <a:latin typeface="Aptos Light" panose="020B0004020202020204" pitchFamily="34" charset="0"/>
                    <a:cs typeface="Times New Roman" panose="02020603050405020304" pitchFamily="18" charset="0"/>
                  </a:rPr>
                  <a:t> </a:t>
                </a:r>
              </a:p>
            </p:txBody>
          </p:sp>
        </mc:Choice>
        <mc:Fallback xmlns="">
          <p:sp>
            <p:nvSpPr>
              <p:cNvPr id="4" name="TextBox 3">
                <a:extLst>
                  <a:ext uri="{FF2B5EF4-FFF2-40B4-BE49-F238E27FC236}">
                    <a16:creationId xmlns:a16="http://schemas.microsoft.com/office/drawing/2014/main" id="{E258B930-D2A0-85D2-1B45-4BC5F5947D9E}"/>
                  </a:ext>
                </a:extLst>
              </p:cNvPr>
              <p:cNvSpPr txBox="1">
                <a:spLocks noRot="1" noChangeAspect="1" noMove="1" noResize="1" noEditPoints="1" noAdjustHandles="1" noChangeArrowheads="1" noChangeShapeType="1" noTextEdit="1"/>
              </p:cNvSpPr>
              <p:nvPr/>
            </p:nvSpPr>
            <p:spPr>
              <a:xfrm>
                <a:off x="8139322" y="5266204"/>
                <a:ext cx="1736855" cy="523220"/>
              </a:xfrm>
              <a:prstGeom prst="rect">
                <a:avLst/>
              </a:prstGeom>
              <a:blipFill>
                <a:blip r:embed="rId8"/>
                <a:stretch>
                  <a:fillRect l="-1754" t="-348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52C75A-0D38-A425-1301-9D5B459ED68C}"/>
                  </a:ext>
                </a:extLst>
              </p:cNvPr>
              <p:cNvSpPr txBox="1"/>
              <p:nvPr/>
            </p:nvSpPr>
            <p:spPr>
              <a:xfrm>
                <a:off x="7996169" y="853132"/>
                <a:ext cx="1498281" cy="523220"/>
              </a:xfrm>
              <a:prstGeom prst="rect">
                <a:avLst/>
              </a:prstGeom>
              <a:noFill/>
            </p:spPr>
            <p:txBody>
              <a:bodyPr wrap="square" rtlCol="0">
                <a:spAutoFit/>
              </a:bodyPr>
              <a:lstStyle/>
              <a:p>
                <a:r>
                  <a:rPr lang="en-GB" sz="1600" dirty="0">
                    <a:latin typeface="Aptos SemiBold" panose="020B0004020202020204" pitchFamily="34" charset="0"/>
                  </a:rPr>
                  <a:t>Blanket salt </a:t>
                </a:r>
                <a:endParaRPr lang="en-GB" sz="1600" i="1" dirty="0">
                  <a:latin typeface="Aptos SemiBold" panose="020B0004020202020204" pitchFamily="34" charset="0"/>
                </a:endParaRPr>
              </a:p>
              <a:p>
                <a14:m>
                  <m:oMath xmlns:m="http://schemas.openxmlformats.org/officeDocument/2006/math">
                    <m:r>
                      <a:rPr lang="en-GB" sz="1200" i="1" smtClean="0">
                        <a:latin typeface="Cambria Math" panose="02040503050406030204" pitchFamily="18" charset="0"/>
                      </a:rPr>
                      <m:t>6</m:t>
                    </m:r>
                    <m:r>
                      <a:rPr lang="en-GB" sz="1200" i="1">
                        <a:latin typeface="Cambria Math" panose="02040503050406030204" pitchFamily="18" charset="0"/>
                      </a:rPr>
                      <m:t>00 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p>
            </p:txBody>
          </p:sp>
        </mc:Choice>
        <mc:Fallback xmlns="">
          <p:sp>
            <p:nvSpPr>
              <p:cNvPr id="5" name="TextBox 4">
                <a:extLst>
                  <a:ext uri="{FF2B5EF4-FFF2-40B4-BE49-F238E27FC236}">
                    <a16:creationId xmlns:a16="http://schemas.microsoft.com/office/drawing/2014/main" id="{F152C75A-0D38-A425-1301-9D5B459ED68C}"/>
                  </a:ext>
                </a:extLst>
              </p:cNvPr>
              <p:cNvSpPr txBox="1">
                <a:spLocks noRot="1" noChangeAspect="1" noMove="1" noResize="1" noEditPoints="1" noAdjustHandles="1" noChangeArrowheads="1" noChangeShapeType="1" noTextEdit="1"/>
              </p:cNvSpPr>
              <p:nvPr/>
            </p:nvSpPr>
            <p:spPr>
              <a:xfrm>
                <a:off x="7996169" y="853132"/>
                <a:ext cx="1498281" cy="523220"/>
              </a:xfrm>
              <a:prstGeom prst="rect">
                <a:avLst/>
              </a:prstGeom>
              <a:blipFill>
                <a:blip r:embed="rId9"/>
                <a:stretch>
                  <a:fillRect l="-2449" t="-3488"/>
                </a:stretch>
              </a:blipFill>
            </p:spPr>
            <p:txBody>
              <a:bodyPr/>
              <a:lstStyle/>
              <a:p>
                <a:r>
                  <a:rPr lang="en-GB">
                    <a:noFill/>
                  </a:rPr>
                  <a:t> </a:t>
                </a:r>
              </a:p>
            </p:txBody>
          </p:sp>
        </mc:Fallback>
      </mc:AlternateContent>
      <p:cxnSp>
        <p:nvCxnSpPr>
          <p:cNvPr id="6" name="Straight Connector 36">
            <a:extLst>
              <a:ext uri="{FF2B5EF4-FFF2-40B4-BE49-F238E27FC236}">
                <a16:creationId xmlns:a16="http://schemas.microsoft.com/office/drawing/2014/main" id="{F900E5D2-4925-2E77-8340-55E2316C2B88}"/>
              </a:ext>
            </a:extLst>
          </p:cNvPr>
          <p:cNvCxnSpPr>
            <a:cxnSpLocks/>
            <a:endCxn id="15" idx="1"/>
          </p:cNvCxnSpPr>
          <p:nvPr/>
        </p:nvCxnSpPr>
        <p:spPr>
          <a:xfrm flipV="1">
            <a:off x="7403523" y="3872439"/>
            <a:ext cx="1839501" cy="1000902"/>
          </a:xfrm>
          <a:prstGeom prst="bentConnector3">
            <a:avLst>
              <a:gd name="adj1" fmla="val 6436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C01AF5F4-7C6B-39BC-0F3F-E16DA08AB062}"/>
              </a:ext>
            </a:extLst>
          </p:cNvPr>
          <p:cNvSpPr txBox="1"/>
          <p:nvPr/>
        </p:nvSpPr>
        <p:spPr>
          <a:xfrm>
            <a:off x="9243024" y="3687773"/>
            <a:ext cx="2395851" cy="369332"/>
          </a:xfrm>
          <a:prstGeom prst="rect">
            <a:avLst/>
          </a:prstGeom>
          <a:noFill/>
        </p:spPr>
        <p:txBody>
          <a:bodyPr wrap="square" rtlCol="0">
            <a:spAutoFit/>
          </a:bodyPr>
          <a:lstStyle/>
          <a:p>
            <a:r>
              <a:rPr lang="en-GB" dirty="0">
                <a:latin typeface="Aptos SemiBold" panose="020B0004020202020204" pitchFamily="34" charset="0"/>
              </a:rPr>
              <a:t>Blanket salt</a:t>
            </a:r>
            <a:endParaRPr lang="en-GB" sz="1400" dirty="0">
              <a:latin typeface="Aptos SemiBold" panose="020B00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1EC0CF-E38A-B1D7-B55D-D4A5171D0813}"/>
                  </a:ext>
                </a:extLst>
              </p:cNvPr>
              <p:cNvSpPr txBox="1"/>
              <p:nvPr/>
            </p:nvSpPr>
            <p:spPr>
              <a:xfrm>
                <a:off x="9243024" y="3968439"/>
                <a:ext cx="2395851" cy="74898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GB" sz="1400" i="1">
                              <a:latin typeface="Cambria Math" panose="02040503050406030204" pitchFamily="18" charset="0"/>
                            </a:rPr>
                          </m:ctrlPr>
                        </m:sPrePr>
                        <m:sub>
                          <m:r>
                            <a:rPr lang="en-GB" sz="1400" i="1">
                              <a:latin typeface="Cambria Math" panose="02040503050406030204" pitchFamily="18" charset="0"/>
                            </a:rPr>
                            <m:t>3</m:t>
                          </m:r>
                        </m:sub>
                        <m:sup>
                          <m:r>
                            <a:rPr lang="en-GB" sz="1400" i="1">
                              <a:latin typeface="Cambria Math" panose="02040503050406030204" pitchFamily="18" charset="0"/>
                            </a:rPr>
                            <m:t>7</m:t>
                          </m:r>
                        </m:sup>
                        <m:e>
                          <m:r>
                            <m:rPr>
                              <m:nor/>
                            </m:rPr>
                            <a:rPr lang="en-GB" sz="1400">
                              <a:latin typeface="Cambria Math" panose="02040503050406030204" pitchFamily="18" charset="0"/>
                            </a:rPr>
                            <m:t>Li</m:t>
                          </m:r>
                        </m:e>
                      </m:sPre>
                      <m:r>
                        <m:rPr>
                          <m:sty m:val="p"/>
                        </m:rPr>
                        <a:rPr lang="en-GB" sz="1400" i="1">
                          <a:latin typeface="Cambria Math" panose="02040503050406030204" pitchFamily="18" charset="0"/>
                        </a:rPr>
                        <m:t>F</m:t>
                      </m:r>
                      <m:r>
                        <a:rPr lang="en-GB" sz="1400" i="1">
                          <a:latin typeface="Cambria Math" panose="02040503050406030204" pitchFamily="18" charset="0"/>
                          <a:ea typeface="Cambria Math" panose="02040503050406030204" pitchFamily="18" charset="0"/>
                        </a:rPr>
                        <m:t>−</m:t>
                      </m:r>
                      <m:sPre>
                        <m:sPrePr>
                          <m:ctrlPr>
                            <a:rPr lang="en-GB" sz="1400" i="1">
                              <a:latin typeface="Cambria Math" panose="02040503050406030204" pitchFamily="18" charset="0"/>
                              <a:ea typeface="Cambria Math" panose="02040503050406030204" pitchFamily="18" charset="0"/>
                            </a:rPr>
                          </m:ctrlPr>
                        </m:sPrePr>
                        <m:sub>
                          <m:r>
                            <a:rPr lang="en-GB" sz="1400" i="1">
                              <a:latin typeface="Cambria Math" panose="02040503050406030204" pitchFamily="18" charset="0"/>
                              <a:ea typeface="Cambria Math" panose="02040503050406030204" pitchFamily="18" charset="0"/>
                            </a:rPr>
                            <m:t>90</m:t>
                          </m:r>
                        </m:sub>
                        <m:sup>
                          <m:r>
                            <a:rPr lang="en-GB" sz="1400" i="1">
                              <a:latin typeface="Cambria Math" panose="02040503050406030204" pitchFamily="18" charset="0"/>
                            </a:rPr>
                            <m:t>232</m:t>
                          </m:r>
                        </m:sup>
                        <m:e>
                          <m:r>
                            <m:rPr>
                              <m:sty m:val="p"/>
                            </m:rPr>
                            <a:rPr lang="en-GB" sz="1400" i="1">
                              <a:latin typeface="Cambria Math" panose="02040503050406030204" pitchFamily="18" charset="0"/>
                            </a:rPr>
                            <m:t>Th</m:t>
                          </m:r>
                        </m:e>
                      </m:sPre>
                      <m:sSub>
                        <m:sSubPr>
                          <m:ctrlPr>
                            <a:rPr lang="en-GB" sz="1400" i="1">
                              <a:latin typeface="Cambria Math" panose="02040503050406030204" pitchFamily="18" charset="0"/>
                              <a:ea typeface="Cambria Math" panose="02040503050406030204" pitchFamily="18" charset="0"/>
                            </a:rPr>
                          </m:ctrlPr>
                        </m:sSubPr>
                        <m:e>
                          <m:r>
                            <m:rPr>
                              <m:sty m:val="p"/>
                            </m:rPr>
                            <a:rPr lang="en-GB" sz="1400" i="1">
                              <a:latin typeface="Cambria Math" panose="02040503050406030204" pitchFamily="18" charset="0"/>
                              <a:ea typeface="Cambria Math" panose="02040503050406030204" pitchFamily="18" charset="0"/>
                            </a:rPr>
                            <m:t>F</m:t>
                          </m:r>
                        </m:e>
                        <m:sub>
                          <m:r>
                            <a:rPr lang="en-GB" sz="1400" i="1">
                              <a:latin typeface="Cambria Math" panose="02040503050406030204" pitchFamily="18" charset="0"/>
                              <a:ea typeface="Cambria Math" panose="02040503050406030204" pitchFamily="18" charset="0"/>
                            </a:rPr>
                            <m:t>4</m:t>
                          </m:r>
                        </m:sub>
                      </m:sSub>
                    </m:oMath>
                  </m:oMathPara>
                </a14:m>
                <a:endParaRPr lang="en-GB" sz="1400" dirty="0"/>
              </a:p>
              <a:p>
                <a:r>
                  <a:rPr lang="en-GB" sz="1400" dirty="0"/>
                  <a:t>Breeds </a:t>
                </a:r>
                <a14:m>
                  <m:oMath xmlns:m="http://schemas.openxmlformats.org/officeDocument/2006/math">
                    <m:sPre>
                      <m:sPrePr>
                        <m:ctrlPr>
                          <a:rPr lang="en-GB" sz="1400" i="1">
                            <a:latin typeface="Cambria Math" panose="02040503050406030204" pitchFamily="18" charset="0"/>
                            <a:ea typeface="Cambria Math" panose="02040503050406030204" pitchFamily="18" charset="0"/>
                          </a:rPr>
                        </m:ctrlPr>
                      </m:sPrePr>
                      <m:sub>
                        <m:r>
                          <a:rPr lang="en-GB" sz="1400" i="1">
                            <a:latin typeface="Cambria Math" panose="02040503050406030204" pitchFamily="18" charset="0"/>
                            <a:ea typeface="Cambria Math" panose="02040503050406030204" pitchFamily="18" charset="0"/>
                          </a:rPr>
                          <m:t>92</m:t>
                        </m:r>
                      </m:sub>
                      <m:sup>
                        <m:r>
                          <a:rPr lang="en-GB" sz="1400" i="1">
                            <a:latin typeface="Cambria Math" panose="02040503050406030204" pitchFamily="18" charset="0"/>
                          </a:rPr>
                          <m:t>233</m:t>
                        </m:r>
                      </m:sup>
                      <m:e>
                        <m:r>
                          <m:rPr>
                            <m:sty m:val="p"/>
                          </m:rPr>
                          <a:rPr lang="en-GB" sz="1400" i="1">
                            <a:latin typeface="Cambria Math" panose="02040503050406030204" pitchFamily="18" charset="0"/>
                          </a:rPr>
                          <m:t>U</m:t>
                        </m:r>
                      </m:e>
                    </m:sPre>
                    <m:sSub>
                      <m:sSubPr>
                        <m:ctrlPr>
                          <a:rPr lang="en-GB" sz="1400" i="1">
                            <a:latin typeface="Cambria Math" panose="02040503050406030204" pitchFamily="18" charset="0"/>
                            <a:ea typeface="Cambria Math" panose="02040503050406030204" pitchFamily="18" charset="0"/>
                          </a:rPr>
                        </m:ctrlPr>
                      </m:sSubPr>
                      <m:e>
                        <m:r>
                          <m:rPr>
                            <m:sty m:val="p"/>
                          </m:rPr>
                          <a:rPr lang="en-GB" sz="1400" i="1">
                            <a:latin typeface="Cambria Math" panose="02040503050406030204" pitchFamily="18" charset="0"/>
                            <a:ea typeface="Cambria Math" panose="02040503050406030204" pitchFamily="18" charset="0"/>
                          </a:rPr>
                          <m:t>F</m:t>
                        </m:r>
                      </m:e>
                      <m:sub>
                        <m:r>
                          <a:rPr lang="en-GB" sz="1400" i="1">
                            <a:latin typeface="Cambria Math" panose="02040503050406030204" pitchFamily="18" charset="0"/>
                            <a:ea typeface="Cambria Math" panose="02040503050406030204" pitchFamily="18" charset="0"/>
                          </a:rPr>
                          <m:t>4</m:t>
                        </m:r>
                      </m:sub>
                    </m:sSub>
                  </m:oMath>
                </a14:m>
                <a:endParaRPr lang="en-GB" sz="1400" dirty="0">
                  <a:ea typeface="Cambria Math" panose="02040503050406030204" pitchFamily="18" charset="0"/>
                </a:endParaRPr>
              </a:p>
              <a:p>
                <a:r>
                  <a:rPr lang="en-GB" sz="1400" dirty="0"/>
                  <a:t>Prevents leakage </a:t>
                </a:r>
                <a14:m>
                  <m:oMath xmlns:m="http://schemas.openxmlformats.org/officeDocument/2006/math">
                    <m:r>
                      <a:rPr lang="en-GB" sz="1400" b="0" i="1" smtClean="0">
                        <a:latin typeface="Cambria Math" panose="02040503050406030204" pitchFamily="18" charset="0"/>
                      </a:rPr>
                      <m:t>&lt;2%</m:t>
                    </m:r>
                  </m:oMath>
                </a14:m>
                <a:endParaRPr lang="en-GB" sz="1400" dirty="0"/>
              </a:p>
            </p:txBody>
          </p:sp>
        </mc:Choice>
        <mc:Fallback xmlns="">
          <p:sp>
            <p:nvSpPr>
              <p:cNvPr id="16" name="TextBox 15">
                <a:extLst>
                  <a:ext uri="{FF2B5EF4-FFF2-40B4-BE49-F238E27FC236}">
                    <a16:creationId xmlns:a16="http://schemas.microsoft.com/office/drawing/2014/main" id="{B21EC0CF-E38A-B1D7-B55D-D4A5171D0813}"/>
                  </a:ext>
                </a:extLst>
              </p:cNvPr>
              <p:cNvSpPr txBox="1">
                <a:spLocks noRot="1" noChangeAspect="1" noMove="1" noResize="1" noEditPoints="1" noAdjustHandles="1" noChangeArrowheads="1" noChangeShapeType="1" noTextEdit="1"/>
              </p:cNvSpPr>
              <p:nvPr/>
            </p:nvSpPr>
            <p:spPr>
              <a:xfrm>
                <a:off x="9243024" y="3968439"/>
                <a:ext cx="2395851" cy="748988"/>
              </a:xfrm>
              <a:prstGeom prst="rect">
                <a:avLst/>
              </a:prstGeom>
              <a:blipFill>
                <a:blip r:embed="rId10"/>
                <a:stretch>
                  <a:fillRect l="-763" b="-7317"/>
                </a:stretch>
              </a:blipFill>
            </p:spPr>
            <p:txBody>
              <a:bodyPr/>
              <a:lstStyle/>
              <a:p>
                <a:r>
                  <a:rPr lang="en-GB">
                    <a:noFill/>
                  </a:rPr>
                  <a:t> </a:t>
                </a:r>
              </a:p>
            </p:txBody>
          </p:sp>
        </mc:Fallback>
      </mc:AlternateContent>
      <p:cxnSp>
        <p:nvCxnSpPr>
          <p:cNvPr id="19" name="Straight Connector 36">
            <a:extLst>
              <a:ext uri="{FF2B5EF4-FFF2-40B4-BE49-F238E27FC236}">
                <a16:creationId xmlns:a16="http://schemas.microsoft.com/office/drawing/2014/main" id="{AEFD87A7-5B0D-FC8E-1FC9-F08ACC7801D5}"/>
              </a:ext>
            </a:extLst>
          </p:cNvPr>
          <p:cNvCxnSpPr>
            <a:cxnSpLocks/>
            <a:endCxn id="20" idx="3"/>
          </p:cNvCxnSpPr>
          <p:nvPr/>
        </p:nvCxnSpPr>
        <p:spPr>
          <a:xfrm rot="10800000">
            <a:off x="2495070" y="2736863"/>
            <a:ext cx="2614161" cy="571564"/>
          </a:xfrm>
          <a:prstGeom prst="bentConnector3">
            <a:avLst>
              <a:gd name="adj1" fmla="val 66323"/>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AFA8EF6-F716-4493-C3E3-F19CCA460E89}"/>
              </a:ext>
            </a:extLst>
          </p:cNvPr>
          <p:cNvSpPr txBox="1"/>
          <p:nvPr/>
        </p:nvSpPr>
        <p:spPr>
          <a:xfrm>
            <a:off x="99218" y="2552197"/>
            <a:ext cx="2395851" cy="369332"/>
          </a:xfrm>
          <a:prstGeom prst="rect">
            <a:avLst/>
          </a:prstGeom>
          <a:noFill/>
        </p:spPr>
        <p:txBody>
          <a:bodyPr wrap="square" rtlCol="0">
            <a:spAutoFit/>
          </a:bodyPr>
          <a:lstStyle/>
          <a:p>
            <a:pPr algn="r"/>
            <a:r>
              <a:rPr lang="en-GB" b="1" dirty="0">
                <a:latin typeface="Aptos SemiBold" panose="020F0502020204030204" pitchFamily="34" charset="0"/>
              </a:rPr>
              <a:t>Insulation layer</a:t>
            </a:r>
            <a:endParaRPr lang="en-GB" sz="1400" b="1" dirty="0">
              <a:latin typeface="Aptos SemiBold" panose="020F0502020204030204" pitchFamily="34"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840BA95-CC07-7AD0-03FD-B211533E03E9}"/>
                  </a:ext>
                </a:extLst>
              </p:cNvPr>
              <p:cNvSpPr txBox="1"/>
              <p:nvPr/>
            </p:nvSpPr>
            <p:spPr>
              <a:xfrm>
                <a:off x="-119092" y="2832863"/>
                <a:ext cx="2614161" cy="523220"/>
              </a:xfrm>
              <a:prstGeom prst="rect">
                <a:avLst/>
              </a:prstGeom>
              <a:noFill/>
            </p:spPr>
            <p:txBody>
              <a:bodyPr wrap="square" rtlCol="0">
                <a:spAutoFit/>
              </a:bodyPr>
              <a:lstStyle/>
              <a:p>
                <a:pPr algn="r"/>
                <a14:m>
                  <m:oMath xmlns:m="http://schemas.openxmlformats.org/officeDocument/2006/math">
                    <m:r>
                      <m:rPr>
                        <m:sty m:val="p"/>
                      </m:rPr>
                      <a:rPr lang="en-GB" sz="1400" b="0" i="1" smtClean="0">
                        <a:latin typeface="Cambria Math" panose="02040503050406030204" pitchFamily="18" charset="0"/>
                      </a:rPr>
                      <m:t>SiC</m:t>
                    </m:r>
                    <m:r>
                      <a:rPr lang="en-GB" sz="1400" b="0" i="1" smtClean="0">
                        <a:latin typeface="Cambria Math" panose="02040503050406030204" pitchFamily="18" charset="0"/>
                      </a:rPr>
                      <m:t>/</m:t>
                    </m:r>
                    <m:r>
                      <m:rPr>
                        <m:sty m:val="p"/>
                      </m:rPr>
                      <a:rPr lang="en-GB" sz="1400" b="0" i="1" smtClean="0">
                        <a:latin typeface="Cambria Math" panose="02040503050406030204" pitchFamily="18" charset="0"/>
                      </a:rPr>
                      <m:t>SiC</m:t>
                    </m:r>
                  </m:oMath>
                </a14:m>
                <a:r>
                  <a:rPr lang="en-GB" sz="1400" dirty="0"/>
                  <a:t> ceramic + aerogel</a:t>
                </a:r>
              </a:p>
              <a:p>
                <a:pPr algn="r"/>
                <a:r>
                  <a:rPr lang="en-GB" sz="1400" dirty="0"/>
                  <a:t>Thermal &amp; corrosion resistant</a:t>
                </a:r>
              </a:p>
            </p:txBody>
          </p:sp>
        </mc:Choice>
        <mc:Fallback xmlns="">
          <p:sp>
            <p:nvSpPr>
              <p:cNvPr id="22" name="TextBox 21">
                <a:extLst>
                  <a:ext uri="{FF2B5EF4-FFF2-40B4-BE49-F238E27FC236}">
                    <a16:creationId xmlns:a16="http://schemas.microsoft.com/office/drawing/2014/main" id="{A840BA95-CC07-7AD0-03FD-B211533E03E9}"/>
                  </a:ext>
                </a:extLst>
              </p:cNvPr>
              <p:cNvSpPr txBox="1">
                <a:spLocks noRot="1" noChangeAspect="1" noMove="1" noResize="1" noEditPoints="1" noAdjustHandles="1" noChangeArrowheads="1" noChangeShapeType="1" noTextEdit="1"/>
              </p:cNvSpPr>
              <p:nvPr/>
            </p:nvSpPr>
            <p:spPr>
              <a:xfrm>
                <a:off x="-119092" y="2832863"/>
                <a:ext cx="2614161" cy="523220"/>
              </a:xfrm>
              <a:prstGeom prst="rect">
                <a:avLst/>
              </a:prstGeom>
              <a:blipFill>
                <a:blip r:embed="rId11"/>
                <a:stretch>
                  <a:fillRect t="-2326" r="-699" b="-10465"/>
                </a:stretch>
              </a:blipFill>
            </p:spPr>
            <p:txBody>
              <a:bodyPr/>
              <a:lstStyle/>
              <a:p>
                <a:r>
                  <a:rPr lang="en-GB">
                    <a:noFill/>
                  </a:rPr>
                  <a:t> </a:t>
                </a:r>
              </a:p>
            </p:txBody>
          </p:sp>
        </mc:Fallback>
      </mc:AlternateContent>
      <p:sp>
        <p:nvSpPr>
          <p:cNvPr id="29" name="Arrow: Right 28">
            <a:extLst>
              <a:ext uri="{FF2B5EF4-FFF2-40B4-BE49-F238E27FC236}">
                <a16:creationId xmlns:a16="http://schemas.microsoft.com/office/drawing/2014/main" id="{4AF7D4A1-BD70-068D-EEFB-BC30263D3F0B}"/>
              </a:ext>
            </a:extLst>
          </p:cNvPr>
          <p:cNvSpPr/>
          <p:nvPr/>
        </p:nvSpPr>
        <p:spPr>
          <a:xfrm flipH="1">
            <a:off x="4164940" y="6017315"/>
            <a:ext cx="518160" cy="134938"/>
          </a:xfrm>
          <a:prstGeom prst="rightArrow">
            <a:avLst>
              <a:gd name="adj1" fmla="val 28125"/>
              <a:gd name="adj2" fmla="val 133081"/>
            </a:avLst>
          </a:prstGeom>
          <a:solidFill>
            <a:srgbClr val="00236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rrow: Right 29">
            <a:extLst>
              <a:ext uri="{FF2B5EF4-FFF2-40B4-BE49-F238E27FC236}">
                <a16:creationId xmlns:a16="http://schemas.microsoft.com/office/drawing/2014/main" id="{06672452-3337-4E3B-BD99-3AFE8FB09FA5}"/>
              </a:ext>
            </a:extLst>
          </p:cNvPr>
          <p:cNvSpPr/>
          <p:nvPr/>
        </p:nvSpPr>
        <p:spPr>
          <a:xfrm>
            <a:off x="5362358" y="332861"/>
            <a:ext cx="518160" cy="134938"/>
          </a:xfrm>
          <a:prstGeom prst="rightArrow">
            <a:avLst>
              <a:gd name="adj1" fmla="val 28125"/>
              <a:gd name="adj2" fmla="val 133081"/>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725262-894F-55BF-651C-734F258D3CB6}"/>
                  </a:ext>
                </a:extLst>
              </p:cNvPr>
              <p:cNvSpPr txBox="1"/>
              <p:nvPr/>
            </p:nvSpPr>
            <p:spPr>
              <a:xfrm>
                <a:off x="2104285" y="5885328"/>
                <a:ext cx="2073752" cy="523220"/>
              </a:xfrm>
              <a:prstGeom prst="rect">
                <a:avLst/>
              </a:prstGeom>
              <a:noFill/>
            </p:spPr>
            <p:txBody>
              <a:bodyPr wrap="square" rtlCol="0">
                <a:spAutoFit/>
              </a:bodyPr>
              <a:lstStyle/>
              <a:p>
                <a:pPr algn="r"/>
                <a:r>
                  <a:rPr lang="en-GB" sz="1600" dirty="0">
                    <a:latin typeface="Aptos SemiBold" panose="020B0004020202020204" pitchFamily="34" charset="0"/>
                  </a:rPr>
                  <a:t>Inner heavy water</a:t>
                </a:r>
              </a:p>
              <a:p>
                <a:pPr algn="r"/>
                <a14:m>
                  <m:oMathPara xmlns:m="http://schemas.openxmlformats.org/officeDocument/2006/math">
                    <m:oMathParaPr>
                      <m:jc m:val="right"/>
                    </m:oMathParaPr>
                    <m:oMath xmlns:m="http://schemas.openxmlformats.org/officeDocument/2006/math">
                      <m:sSup>
                        <m:sSupPr>
                          <m:ctrlPr>
                            <a:rPr lang="en-GB" sz="1200" i="1">
                              <a:latin typeface="Cambria Math" panose="02040503050406030204" pitchFamily="18" charset="0"/>
                            </a:rPr>
                          </m:ctrlPr>
                        </m:sSupPr>
                        <m:e>
                          <m:r>
                            <a:rPr lang="en-GB" sz="1200" i="1">
                              <a:latin typeface="Cambria Math" panose="02040503050406030204" pitchFamily="18" charset="0"/>
                            </a:rPr>
                            <m:t>80</m:t>
                          </m:r>
                        </m:e>
                        <m:sup>
                          <m:r>
                            <a:rPr lang="en-GB" sz="1200" b="0" i="1" smtClean="0">
                              <a:latin typeface="Cambria Math" panose="02040503050406030204" pitchFamily="18" charset="0"/>
                            </a:rPr>
                            <m:t>+</m:t>
                          </m:r>
                        </m:sup>
                      </m:sSup>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m:oMathPara>
                </a14:m>
                <a:endParaRPr lang="en-GB" sz="1200" dirty="0">
                  <a:latin typeface="Aptos Light" panose="020B0004020202020204" pitchFamily="34" charset="0"/>
                </a:endParaRPr>
              </a:p>
            </p:txBody>
          </p:sp>
        </mc:Choice>
        <mc:Fallback xmlns="">
          <p:sp>
            <p:nvSpPr>
              <p:cNvPr id="36" name="TextBox 35">
                <a:extLst>
                  <a:ext uri="{FF2B5EF4-FFF2-40B4-BE49-F238E27FC236}">
                    <a16:creationId xmlns:a16="http://schemas.microsoft.com/office/drawing/2014/main" id="{AA725262-894F-55BF-651C-734F258D3CB6}"/>
                  </a:ext>
                </a:extLst>
              </p:cNvPr>
              <p:cNvSpPr txBox="1">
                <a:spLocks noRot="1" noChangeAspect="1" noMove="1" noResize="1" noEditPoints="1" noAdjustHandles="1" noChangeArrowheads="1" noChangeShapeType="1" noTextEdit="1"/>
              </p:cNvSpPr>
              <p:nvPr/>
            </p:nvSpPr>
            <p:spPr>
              <a:xfrm>
                <a:off x="2104285" y="5885328"/>
                <a:ext cx="2073752" cy="523220"/>
              </a:xfrm>
              <a:prstGeom prst="rect">
                <a:avLst/>
              </a:prstGeom>
              <a:blipFill>
                <a:blip r:embed="rId12"/>
                <a:stretch>
                  <a:fillRect t="-3488" r="-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898ADE8-6A04-78C0-0971-4B2427B00132}"/>
                  </a:ext>
                </a:extLst>
              </p:cNvPr>
              <p:cNvSpPr txBox="1"/>
              <p:nvPr/>
            </p:nvSpPr>
            <p:spPr>
              <a:xfrm>
                <a:off x="3326625" y="187406"/>
                <a:ext cx="2073752" cy="523220"/>
              </a:xfrm>
              <a:prstGeom prst="rect">
                <a:avLst/>
              </a:prstGeom>
              <a:noFill/>
            </p:spPr>
            <p:txBody>
              <a:bodyPr wrap="square" rtlCol="0">
                <a:spAutoFit/>
              </a:bodyPr>
              <a:lstStyle/>
              <a:p>
                <a:pPr algn="r"/>
                <a:r>
                  <a:rPr lang="en-GB" sz="1600" dirty="0">
                    <a:latin typeface="Aptos SemiBold" panose="020B0004020202020204" pitchFamily="34" charset="0"/>
                  </a:rPr>
                  <a:t>Inner heavy water</a:t>
                </a:r>
              </a:p>
              <a:p>
                <a:pPr algn="r"/>
                <a14:m>
                  <m:oMath xmlns:m="http://schemas.openxmlformats.org/officeDocument/2006/math">
                    <m:sSup>
                      <m:sSupPr>
                        <m:ctrlPr>
                          <a:rPr lang="en-GB" sz="1200" i="1">
                            <a:latin typeface="Cambria Math" panose="02040503050406030204" pitchFamily="18" charset="0"/>
                          </a:rPr>
                        </m:ctrlPr>
                      </m:sSupPr>
                      <m:e>
                        <m:r>
                          <a:rPr lang="en-GB" sz="1200" i="1">
                            <a:latin typeface="Cambria Math" panose="02040503050406030204" pitchFamily="18" charset="0"/>
                          </a:rPr>
                          <m:t>80</m:t>
                        </m:r>
                      </m:e>
                      <m:sup>
                        <m:r>
                          <a:rPr lang="en-GB" sz="1200" b="0" i="1" smtClean="0">
                            <a:latin typeface="Cambria Math" panose="02040503050406030204" pitchFamily="18" charset="0"/>
                          </a:rPr>
                          <m:t>−</m:t>
                        </m:r>
                      </m:sup>
                    </m:sSup>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p>
            </p:txBody>
          </p:sp>
        </mc:Choice>
        <mc:Fallback xmlns="">
          <p:sp>
            <p:nvSpPr>
              <p:cNvPr id="38" name="TextBox 37">
                <a:extLst>
                  <a:ext uri="{FF2B5EF4-FFF2-40B4-BE49-F238E27FC236}">
                    <a16:creationId xmlns:a16="http://schemas.microsoft.com/office/drawing/2014/main" id="{9898ADE8-6A04-78C0-0971-4B2427B00132}"/>
                  </a:ext>
                </a:extLst>
              </p:cNvPr>
              <p:cNvSpPr txBox="1">
                <a:spLocks noRot="1" noChangeAspect="1" noMove="1" noResize="1" noEditPoints="1" noAdjustHandles="1" noChangeArrowheads="1" noChangeShapeType="1" noTextEdit="1"/>
              </p:cNvSpPr>
              <p:nvPr/>
            </p:nvSpPr>
            <p:spPr>
              <a:xfrm>
                <a:off x="3326625" y="187406"/>
                <a:ext cx="2073752" cy="523220"/>
              </a:xfrm>
              <a:prstGeom prst="rect">
                <a:avLst/>
              </a:prstGeom>
              <a:blipFill>
                <a:blip r:embed="rId13"/>
                <a:stretch>
                  <a:fillRect t="-3488" r="-1471"/>
                </a:stretch>
              </a:blipFill>
            </p:spPr>
            <p:txBody>
              <a:bodyPr/>
              <a:lstStyle/>
              <a:p>
                <a:r>
                  <a:rPr lang="en-GB">
                    <a:noFill/>
                  </a:rPr>
                  <a:t> </a:t>
                </a:r>
              </a:p>
            </p:txBody>
          </p:sp>
        </mc:Fallback>
      </mc:AlternateContent>
      <p:cxnSp>
        <p:nvCxnSpPr>
          <p:cNvPr id="39" name="Straight Connector 36">
            <a:extLst>
              <a:ext uri="{FF2B5EF4-FFF2-40B4-BE49-F238E27FC236}">
                <a16:creationId xmlns:a16="http://schemas.microsoft.com/office/drawing/2014/main" id="{6B9D8E6F-899F-3841-6772-E5D749341115}"/>
              </a:ext>
            </a:extLst>
          </p:cNvPr>
          <p:cNvCxnSpPr>
            <a:cxnSpLocks/>
            <a:endCxn id="40" idx="3"/>
          </p:cNvCxnSpPr>
          <p:nvPr/>
        </p:nvCxnSpPr>
        <p:spPr>
          <a:xfrm rot="10800000" flipV="1">
            <a:off x="3347921" y="3811139"/>
            <a:ext cx="2299483" cy="602936"/>
          </a:xfrm>
          <a:prstGeom prst="bentConnector3">
            <a:avLst>
              <a:gd name="adj1" fmla="val 31774"/>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06DB8E96-FE10-6D59-C1FD-13B430831CD7}"/>
              </a:ext>
            </a:extLst>
          </p:cNvPr>
          <p:cNvSpPr txBox="1"/>
          <p:nvPr/>
        </p:nvSpPr>
        <p:spPr>
          <a:xfrm>
            <a:off x="952069" y="4229409"/>
            <a:ext cx="2395851" cy="369332"/>
          </a:xfrm>
          <a:prstGeom prst="rect">
            <a:avLst/>
          </a:prstGeom>
          <a:noFill/>
        </p:spPr>
        <p:txBody>
          <a:bodyPr wrap="square" rtlCol="0">
            <a:spAutoFit/>
          </a:bodyPr>
          <a:lstStyle/>
          <a:p>
            <a:pPr algn="r"/>
            <a:r>
              <a:rPr lang="en-GB" b="1" dirty="0">
                <a:latin typeface="Aptos SemiBold" panose="020B0004020202020204" pitchFamily="34" charset="0"/>
              </a:rPr>
              <a:t>Inner heavy water</a:t>
            </a:r>
            <a:endParaRPr lang="en-GB" sz="1400" b="1" dirty="0">
              <a:latin typeface="Aptos SemiBold" panose="020B0004020202020204" pitchFamily="34" charset="0"/>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36E691A-B6E2-AE98-D3AA-1A38F9B7080F}"/>
                  </a:ext>
                </a:extLst>
              </p:cNvPr>
              <p:cNvSpPr txBox="1"/>
              <p:nvPr/>
            </p:nvSpPr>
            <p:spPr>
              <a:xfrm>
                <a:off x="952069" y="4510075"/>
                <a:ext cx="2395851" cy="738664"/>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sSub>
                        <m:sSubPr>
                          <m:ctrlPr>
                            <a:rPr lang="en-GB" sz="1400" b="0" i="1" smtClean="0">
                              <a:latin typeface="Cambria Math" panose="02040503050406030204" pitchFamily="18" charset="0"/>
                            </a:rPr>
                          </m:ctrlPr>
                        </m:sSubPr>
                        <m:e>
                          <m:r>
                            <m:rPr>
                              <m:sty m:val="p"/>
                            </m:rPr>
                            <a:rPr lang="en-GB" sz="1400" b="0" i="1" smtClean="0">
                              <a:latin typeface="Cambria Math" panose="02040503050406030204" pitchFamily="18" charset="0"/>
                            </a:rPr>
                            <m:t>D</m:t>
                          </m:r>
                        </m:e>
                        <m:sub>
                          <m:r>
                            <a:rPr lang="en-GB" sz="1400" b="0" i="1" smtClean="0">
                              <a:latin typeface="Cambria Math" panose="02040503050406030204" pitchFamily="18" charset="0"/>
                            </a:rPr>
                            <m:t>2</m:t>
                          </m:r>
                        </m:sub>
                      </m:sSub>
                      <m:r>
                        <m:rPr>
                          <m:sty m:val="p"/>
                        </m:rPr>
                        <a:rPr lang="en-GB" sz="1400" b="0" i="1" smtClean="0">
                          <a:latin typeface="Cambria Math" panose="02040503050406030204" pitchFamily="18" charset="0"/>
                        </a:rPr>
                        <m:t>O</m:t>
                      </m:r>
                    </m:oMath>
                  </m:oMathPara>
                </a14:m>
                <a:endParaRPr lang="en-GB" sz="1400" dirty="0"/>
              </a:p>
              <a:p>
                <a:pPr algn="r"/>
                <a:r>
                  <a:rPr lang="en-GB" sz="1400" dirty="0"/>
                  <a:t>Moderator &amp; reflector</a:t>
                </a:r>
              </a:p>
              <a:p>
                <a:pPr algn="r"/>
                <a:r>
                  <a:rPr lang="en-GB" sz="1400" dirty="0"/>
                  <a:t>Reactivity control</a:t>
                </a:r>
              </a:p>
            </p:txBody>
          </p:sp>
        </mc:Choice>
        <mc:Fallback xmlns="">
          <p:sp>
            <p:nvSpPr>
              <p:cNvPr id="41" name="TextBox 40">
                <a:extLst>
                  <a:ext uri="{FF2B5EF4-FFF2-40B4-BE49-F238E27FC236}">
                    <a16:creationId xmlns:a16="http://schemas.microsoft.com/office/drawing/2014/main" id="{D36E691A-B6E2-AE98-D3AA-1A38F9B7080F}"/>
                  </a:ext>
                </a:extLst>
              </p:cNvPr>
              <p:cNvSpPr txBox="1">
                <a:spLocks noRot="1" noChangeAspect="1" noMove="1" noResize="1" noEditPoints="1" noAdjustHandles="1" noChangeArrowheads="1" noChangeShapeType="1" noTextEdit="1"/>
              </p:cNvSpPr>
              <p:nvPr/>
            </p:nvSpPr>
            <p:spPr>
              <a:xfrm>
                <a:off x="952069" y="4510075"/>
                <a:ext cx="2395851" cy="738664"/>
              </a:xfrm>
              <a:prstGeom prst="rect">
                <a:avLst/>
              </a:prstGeom>
              <a:blipFill>
                <a:blip r:embed="rId14"/>
                <a:stretch>
                  <a:fillRect r="-763" b="-7438"/>
                </a:stretch>
              </a:blipFill>
            </p:spPr>
            <p:txBody>
              <a:bodyPr/>
              <a:lstStyle/>
              <a:p>
                <a:r>
                  <a:rPr lang="en-GB">
                    <a:noFill/>
                  </a:rPr>
                  <a:t> </a:t>
                </a:r>
              </a:p>
            </p:txBody>
          </p:sp>
        </mc:Fallback>
      </mc:AlternateContent>
    </p:spTree>
    <p:extLst>
      <p:ext uri="{BB962C8B-B14F-4D97-AF65-F5344CB8AC3E}">
        <p14:creationId xmlns:p14="http://schemas.microsoft.com/office/powerpoint/2010/main" val="1631725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par>
                          <p:cTn id="26" fill="hold">
                            <p:stCondLst>
                              <p:cond delay="500"/>
                            </p:stCondLst>
                            <p:childTnLst>
                              <p:par>
                                <p:cTn id="27" presetID="7" presetClass="emph" presetSubtype="2" repeatCount="indefinite" autoRev="1" fill="hold" grpId="0" nodeType="afterEffect">
                                  <p:stCondLst>
                                    <p:cond delay="0"/>
                                  </p:stCondLst>
                                  <p:childTnLst>
                                    <p:animClr clrSpc="rgb" dir="cw">
                                      <p:cBhvr>
                                        <p:cTn id="28" dur="750" fill="hold"/>
                                        <p:tgtEl>
                                          <p:spTgt spid="13"/>
                                        </p:tgtEl>
                                        <p:attrNameLst>
                                          <p:attrName>stroke.color</p:attrName>
                                        </p:attrNameLst>
                                      </p:cBhvr>
                                      <p:to>
                                        <a:srgbClr val="B2B2B2"/>
                                      </p:to>
                                    </p:animClr>
                                    <p:set>
                                      <p:cBhvr>
                                        <p:cTn id="29" dur="750" fill="hold"/>
                                        <p:tgtEl>
                                          <p:spTgt spid="13"/>
                                        </p:tgtEl>
                                        <p:attrNameLst>
                                          <p:attrName>stroke.on</p:attrName>
                                        </p:attrNameLst>
                                      </p:cBhvr>
                                      <p:to>
                                        <p:strVal val="true"/>
                                      </p:to>
                                    </p:set>
                                  </p:childTnLst>
                                </p:cTn>
                              </p:par>
                              <p:par>
                                <p:cTn id="30" presetID="7" presetClass="emph" presetSubtype="2" repeatCount="indefinite" autoRev="1" fill="hold" grpId="0" nodeType="withEffect">
                                  <p:stCondLst>
                                    <p:cond delay="0"/>
                                  </p:stCondLst>
                                  <p:childTnLst>
                                    <p:animClr clrSpc="rgb" dir="cw">
                                      <p:cBhvr>
                                        <p:cTn id="31" dur="750" fill="hold"/>
                                        <p:tgtEl>
                                          <p:spTgt spid="9"/>
                                        </p:tgtEl>
                                        <p:attrNameLst>
                                          <p:attrName>stroke.color</p:attrName>
                                        </p:attrNameLst>
                                      </p:cBhvr>
                                      <p:to>
                                        <a:srgbClr val="B2B2B2"/>
                                      </p:to>
                                    </p:animClr>
                                    <p:set>
                                      <p:cBhvr>
                                        <p:cTn id="32" dur="750" fill="hold"/>
                                        <p:tgtEl>
                                          <p:spTgt spid="9"/>
                                        </p:tgtEl>
                                        <p:attrNameLst>
                                          <p:attrName>stroke.on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fade">
                                      <p:cBhvr>
                                        <p:cTn id="46" dur="500"/>
                                        <p:tgtEl>
                                          <p:spTgt spid="5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500"/>
                                        <p:tgtEl>
                                          <p:spTgt spid="5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par>
                                <p:cTn id="56" presetID="7" presetClass="emph" presetSubtype="2" fill="hold" nodeType="withEffect">
                                  <p:stCondLst>
                                    <p:cond delay="0"/>
                                  </p:stCondLst>
                                  <p:childTnLst>
                                    <p:animClr clrSpc="rgb" dir="cw">
                                      <p:cBhvr>
                                        <p:cTn id="57" dur="250" fill="hold"/>
                                        <p:tgtEl>
                                          <p:spTgt spid="13"/>
                                        </p:tgtEl>
                                        <p:attrNameLst>
                                          <p:attrName>stroke.color</p:attrName>
                                        </p:attrNameLst>
                                      </p:cBhvr>
                                      <p:to>
                                        <a:schemeClr val="tx1"/>
                                      </p:to>
                                    </p:animClr>
                                    <p:set>
                                      <p:cBhvr>
                                        <p:cTn id="58" dur="250" fill="hold"/>
                                        <p:tgtEl>
                                          <p:spTgt spid="13"/>
                                        </p:tgtEl>
                                        <p:attrNameLst>
                                          <p:attrName>stroke.on</p:attrName>
                                        </p:attrNameLst>
                                      </p:cBhvr>
                                      <p:to>
                                        <p:strVal val="true"/>
                                      </p:to>
                                    </p:set>
                                  </p:childTnLst>
                                </p:cTn>
                              </p:par>
                              <p:par>
                                <p:cTn id="59" presetID="7" presetClass="emph" presetSubtype="2" fill="hold" nodeType="withEffect">
                                  <p:stCondLst>
                                    <p:cond delay="0"/>
                                  </p:stCondLst>
                                  <p:childTnLst>
                                    <p:animClr clrSpc="rgb" dir="cw">
                                      <p:cBhvr>
                                        <p:cTn id="60" dur="250" fill="hold"/>
                                        <p:tgtEl>
                                          <p:spTgt spid="9"/>
                                        </p:tgtEl>
                                        <p:attrNameLst>
                                          <p:attrName>stroke.color</p:attrName>
                                        </p:attrNameLst>
                                      </p:cBhvr>
                                      <p:to>
                                        <a:schemeClr val="tx1"/>
                                      </p:to>
                                    </p:animClr>
                                    <p:set>
                                      <p:cBhvr>
                                        <p:cTn id="61" dur="250" fill="hold"/>
                                        <p:tgtEl>
                                          <p:spTgt spid="9"/>
                                        </p:tgtEl>
                                        <p:attrNameLst>
                                          <p:attrName>stroke.on</p:attrName>
                                        </p:attrNameLst>
                                      </p:cBhvr>
                                      <p:to>
                                        <p:strVal val="true"/>
                                      </p:to>
                                    </p:set>
                                  </p:childTnLst>
                                </p:cTn>
                              </p:par>
                              <p:par>
                                <p:cTn id="62" presetID="7" presetClass="emph" presetSubtype="2" repeatCount="indefinite" autoRev="1" fill="hold" nodeType="withEffect">
                                  <p:stCondLst>
                                    <p:cond delay="0"/>
                                  </p:stCondLst>
                                  <p:childTnLst>
                                    <p:animClr clrSpc="rgb" dir="cw">
                                      <p:cBhvr>
                                        <p:cTn id="63" dur="750" fill="hold"/>
                                        <p:tgtEl>
                                          <p:spTgt spid="11"/>
                                        </p:tgtEl>
                                        <p:attrNameLst>
                                          <p:attrName>stroke.color</p:attrName>
                                        </p:attrNameLst>
                                      </p:cBhvr>
                                      <p:to>
                                        <a:srgbClr val="B2B2B2"/>
                                      </p:to>
                                    </p:animClr>
                                    <p:set>
                                      <p:cBhvr>
                                        <p:cTn id="64" dur="750" fill="hold"/>
                                        <p:tgtEl>
                                          <p:spTgt spid="11"/>
                                        </p:tgtEl>
                                        <p:attrNameLst>
                                          <p:attrName>stroke.on</p:attrName>
                                        </p:attrNameLst>
                                      </p:cBhvr>
                                      <p:to>
                                        <p:strVal val="true"/>
                                      </p:to>
                                    </p:set>
                                  </p:childTnLst>
                                </p:cTn>
                              </p:par>
                              <p:par>
                                <p:cTn id="65" presetID="7" presetClass="emph" presetSubtype="2" repeatCount="indefinite" autoRev="1" fill="hold" nodeType="withEffect">
                                  <p:stCondLst>
                                    <p:cond delay="0"/>
                                  </p:stCondLst>
                                  <p:childTnLst>
                                    <p:animClr clrSpc="rgb" dir="cw">
                                      <p:cBhvr>
                                        <p:cTn id="66" dur="750" fill="hold"/>
                                        <p:tgtEl>
                                          <p:spTgt spid="10"/>
                                        </p:tgtEl>
                                        <p:attrNameLst>
                                          <p:attrName>stroke.color</p:attrName>
                                        </p:attrNameLst>
                                      </p:cBhvr>
                                      <p:to>
                                        <a:srgbClr val="B2B2B2"/>
                                      </p:to>
                                    </p:animClr>
                                    <p:set>
                                      <p:cBhvr>
                                        <p:cTn id="67" dur="750" fill="hold"/>
                                        <p:tgtEl>
                                          <p:spTgt spid="10"/>
                                        </p:tgtEl>
                                        <p:attrNameLst>
                                          <p:attrName>stroke.on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childTnLst>
                                </p:cTn>
                              </p:par>
                              <p:par>
                                <p:cTn id="76" presetID="10" presetClass="entr" presetSubtype="0" fill="hold"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par>
                                <p:cTn id="79" presetID="7" presetClass="emph" presetSubtype="2" fill="hold" nodeType="withEffect">
                                  <p:stCondLst>
                                    <p:cond delay="0"/>
                                  </p:stCondLst>
                                  <p:childTnLst>
                                    <p:animClr clrSpc="rgb" dir="cw">
                                      <p:cBhvr>
                                        <p:cTn id="80" dur="250" fill="hold"/>
                                        <p:tgtEl>
                                          <p:spTgt spid="11"/>
                                        </p:tgtEl>
                                        <p:attrNameLst>
                                          <p:attrName>stroke.color</p:attrName>
                                        </p:attrNameLst>
                                      </p:cBhvr>
                                      <p:to>
                                        <a:schemeClr val="tx1"/>
                                      </p:to>
                                    </p:animClr>
                                    <p:set>
                                      <p:cBhvr>
                                        <p:cTn id="81" dur="250" fill="hold"/>
                                        <p:tgtEl>
                                          <p:spTgt spid="11"/>
                                        </p:tgtEl>
                                        <p:attrNameLst>
                                          <p:attrName>stroke.on</p:attrName>
                                        </p:attrNameLst>
                                      </p:cBhvr>
                                      <p:to>
                                        <p:strVal val="true"/>
                                      </p:to>
                                    </p:set>
                                  </p:childTnLst>
                                </p:cTn>
                              </p:par>
                              <p:par>
                                <p:cTn id="82" presetID="7" presetClass="emph" presetSubtype="2" fill="hold" nodeType="withEffect">
                                  <p:stCondLst>
                                    <p:cond delay="0"/>
                                  </p:stCondLst>
                                  <p:childTnLst>
                                    <p:animClr clrSpc="rgb" dir="cw">
                                      <p:cBhvr>
                                        <p:cTn id="83" dur="250" fill="hold"/>
                                        <p:tgtEl>
                                          <p:spTgt spid="10"/>
                                        </p:tgtEl>
                                        <p:attrNameLst>
                                          <p:attrName>stroke.color</p:attrName>
                                        </p:attrNameLst>
                                      </p:cBhvr>
                                      <p:to>
                                        <a:schemeClr val="tx1"/>
                                      </p:to>
                                    </p:animClr>
                                    <p:set>
                                      <p:cBhvr>
                                        <p:cTn id="84" dur="250" fill="hold"/>
                                        <p:tgtEl>
                                          <p:spTgt spid="10"/>
                                        </p:tgtEl>
                                        <p:attrNameLst>
                                          <p:attrName>stroke.on</p:attrName>
                                        </p:attrNameLst>
                                      </p:cBhvr>
                                      <p:to>
                                        <p:strVal val="true"/>
                                      </p:to>
                                    </p:set>
                                  </p:childTnLst>
                                </p:cTn>
                              </p:par>
                            </p:childTnLst>
                          </p:cTn>
                        </p:par>
                        <p:par>
                          <p:cTn id="85" fill="hold">
                            <p:stCondLst>
                              <p:cond delay="500"/>
                            </p:stCondLst>
                            <p:childTnLst>
                              <p:par>
                                <p:cTn id="86" presetID="27" presetClass="emph" presetSubtype="0" repeatCount="indefinite" fill="remove" grpId="0" nodeType="afterEffect">
                                  <p:stCondLst>
                                    <p:cond delay="0"/>
                                  </p:stCondLst>
                                  <p:endCondLst>
                                    <p:cond evt="onNext" delay="0">
                                      <p:tgtEl>
                                        <p:sldTgt/>
                                      </p:tgtEl>
                                    </p:cond>
                                  </p:endCondLst>
                                  <p:childTnLst>
                                    <p:animClr clrSpc="rgb" dir="cw">
                                      <p:cBhvr override="childStyle">
                                        <p:cTn id="87" dur="500" autoRev="1" fill="remove"/>
                                        <p:tgtEl>
                                          <p:spTgt spid="7"/>
                                        </p:tgtEl>
                                        <p:attrNameLst>
                                          <p:attrName>style.color</p:attrName>
                                        </p:attrNameLst>
                                      </p:cBhvr>
                                      <p:to>
                                        <a:srgbClr val="B2B2B2"/>
                                      </p:to>
                                    </p:animClr>
                                    <p:animClr clrSpc="rgb" dir="cw">
                                      <p:cBhvr>
                                        <p:cTn id="88" dur="500" autoRev="1" fill="remove"/>
                                        <p:tgtEl>
                                          <p:spTgt spid="7"/>
                                        </p:tgtEl>
                                        <p:attrNameLst>
                                          <p:attrName>fillcolor</p:attrName>
                                        </p:attrNameLst>
                                      </p:cBhvr>
                                      <p:to>
                                        <a:srgbClr val="B2B2B2"/>
                                      </p:to>
                                    </p:animClr>
                                    <p:set>
                                      <p:cBhvr>
                                        <p:cTn id="89" dur="500" autoRev="1" fill="remove"/>
                                        <p:tgtEl>
                                          <p:spTgt spid="7"/>
                                        </p:tgtEl>
                                        <p:attrNameLst>
                                          <p:attrName>fill.type</p:attrName>
                                        </p:attrNameLst>
                                      </p:cBhvr>
                                      <p:to>
                                        <p:strVal val="solid"/>
                                      </p:to>
                                    </p:set>
                                    <p:set>
                                      <p:cBhvr>
                                        <p:cTn id="90" dur="500" autoRev="1" fill="remove"/>
                                        <p:tgtEl>
                                          <p:spTgt spid="7"/>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500"/>
                                        <p:tgtEl>
                                          <p:spTgt spid="1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500"/>
                                        <p:tgtEl>
                                          <p:spTgt spid="16"/>
                                        </p:tgtEl>
                                      </p:cBhvr>
                                    </p:animEffect>
                                  </p:childTnLst>
                                </p:cTn>
                              </p:par>
                              <p:par>
                                <p:cTn id="99" presetID="10" presetClass="entr" presetSubtype="0" fill="hold" nodeType="withEffect">
                                  <p:stCondLst>
                                    <p:cond delay="0"/>
                                  </p:stCondLst>
                                  <p:childTnLst>
                                    <p:set>
                                      <p:cBhvr>
                                        <p:cTn id="100" dur="1" fill="hold">
                                          <p:stCondLst>
                                            <p:cond delay="0"/>
                                          </p:stCondLst>
                                        </p:cTn>
                                        <p:tgtEl>
                                          <p:spTgt spid="6"/>
                                        </p:tgtEl>
                                        <p:attrNameLst>
                                          <p:attrName>style.visibility</p:attrName>
                                        </p:attrNameLst>
                                      </p:cBhvr>
                                      <p:to>
                                        <p:strVal val="visible"/>
                                      </p:to>
                                    </p:set>
                                    <p:animEffect transition="in" filter="fade">
                                      <p:cBhvr>
                                        <p:cTn id="101" dur="500"/>
                                        <p:tgtEl>
                                          <p:spTgt spid="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
                                        </p:tgtEl>
                                        <p:attrNameLst>
                                          <p:attrName>style.visibility</p:attrName>
                                        </p:attrNameLst>
                                      </p:cBhvr>
                                      <p:to>
                                        <p:strVal val="visible"/>
                                      </p:to>
                                    </p:set>
                                    <p:animEffect transition="in" filter="fade">
                                      <p:cBhvr>
                                        <p:cTn id="104" dur="500"/>
                                        <p:tgtEl>
                                          <p:spTgt spid="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
                                        </p:tgtEl>
                                        <p:attrNameLst>
                                          <p:attrName>style.visibility</p:attrName>
                                        </p:attrNameLst>
                                      </p:cBhvr>
                                      <p:to>
                                        <p:strVal val="visible"/>
                                      </p:to>
                                    </p:set>
                                    <p:animEffect transition="in" filter="fade">
                                      <p:cBhvr>
                                        <p:cTn id="107" dur="500"/>
                                        <p:tgtEl>
                                          <p:spTgt spid="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
                                        </p:tgtEl>
                                        <p:attrNameLst>
                                          <p:attrName>style.visibility</p:attrName>
                                        </p:attrNameLst>
                                      </p:cBhvr>
                                      <p:to>
                                        <p:strVal val="visible"/>
                                      </p:to>
                                    </p:set>
                                    <p:animEffect transition="in" filter="fade">
                                      <p:cBhvr>
                                        <p:cTn id="110" dur="500"/>
                                        <p:tgtEl>
                                          <p:spTgt spid="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
                                        </p:tgtEl>
                                        <p:attrNameLst>
                                          <p:attrName>style.visibility</p:attrName>
                                        </p:attrNameLst>
                                      </p:cBhvr>
                                      <p:to>
                                        <p:strVal val="visible"/>
                                      </p:to>
                                    </p:set>
                                    <p:animEffect transition="in" filter="fade">
                                      <p:cBhvr>
                                        <p:cTn id="113" dur="500"/>
                                        <p:tgtEl>
                                          <p:spTgt spid="5"/>
                                        </p:tgtEl>
                                      </p:cBhvr>
                                    </p:animEffect>
                                  </p:childTnLst>
                                </p:cTn>
                              </p:par>
                              <p:par>
                                <p:cTn id="114" presetID="27" presetClass="emph" presetSubtype="0" fill="remove" grpId="1" nodeType="withEffect">
                                  <p:stCondLst>
                                    <p:cond delay="0"/>
                                  </p:stCondLst>
                                  <p:childTnLst>
                                    <p:animClr clrSpc="rgb" dir="cw">
                                      <p:cBhvr override="childStyle">
                                        <p:cTn id="115" dur="250" autoRev="1" fill="remove"/>
                                        <p:tgtEl>
                                          <p:spTgt spid="7"/>
                                        </p:tgtEl>
                                        <p:attrNameLst>
                                          <p:attrName>style.color</p:attrName>
                                        </p:attrNameLst>
                                      </p:cBhvr>
                                      <p:to>
                                        <a:srgbClr val="7F7F7F"/>
                                      </p:to>
                                    </p:animClr>
                                    <p:animClr clrSpc="rgb" dir="cw">
                                      <p:cBhvr>
                                        <p:cTn id="116" dur="250" autoRev="1" fill="remove"/>
                                        <p:tgtEl>
                                          <p:spTgt spid="7"/>
                                        </p:tgtEl>
                                        <p:attrNameLst>
                                          <p:attrName>fillcolor</p:attrName>
                                        </p:attrNameLst>
                                      </p:cBhvr>
                                      <p:to>
                                        <a:srgbClr val="7F7F7F"/>
                                      </p:to>
                                    </p:animClr>
                                    <p:set>
                                      <p:cBhvr>
                                        <p:cTn id="117" dur="250" autoRev="1" fill="remove"/>
                                        <p:tgtEl>
                                          <p:spTgt spid="7"/>
                                        </p:tgtEl>
                                        <p:attrNameLst>
                                          <p:attrName>fill.type</p:attrName>
                                        </p:attrNameLst>
                                      </p:cBhvr>
                                      <p:to>
                                        <p:strVal val="solid"/>
                                      </p:to>
                                    </p:set>
                                    <p:set>
                                      <p:cBhvr>
                                        <p:cTn id="118" dur="250" autoRev="1" fill="remove"/>
                                        <p:tgtEl>
                                          <p:spTgt spid="7"/>
                                        </p:tgtEl>
                                        <p:attrNameLst>
                                          <p:attrName>fill.on</p:attrName>
                                        </p:attrNameLst>
                                      </p:cBhvr>
                                      <p:to>
                                        <p:strVal val="true"/>
                                      </p:to>
                                    </p:set>
                                  </p:childTnLst>
                                </p:cTn>
                              </p:par>
                              <p:par>
                                <p:cTn id="119" presetID="7" presetClass="emph" presetSubtype="2" repeatCount="indefinite" autoRev="1" fill="hold" nodeType="withEffect">
                                  <p:stCondLst>
                                    <p:cond delay="0"/>
                                  </p:stCondLst>
                                  <p:childTnLst>
                                    <p:animClr clrSpc="rgb" dir="cw">
                                      <p:cBhvr>
                                        <p:cTn id="120" dur="750" fill="hold"/>
                                        <p:tgtEl>
                                          <p:spTgt spid="14"/>
                                        </p:tgtEl>
                                        <p:attrNameLst>
                                          <p:attrName>stroke.color</p:attrName>
                                        </p:attrNameLst>
                                      </p:cBhvr>
                                      <p:to>
                                        <a:srgbClr val="B2B2B2"/>
                                      </p:to>
                                    </p:animClr>
                                    <p:set>
                                      <p:cBhvr>
                                        <p:cTn id="121" dur="750" fill="hold"/>
                                        <p:tgtEl>
                                          <p:spTgt spid="14"/>
                                        </p:tgtEl>
                                        <p:attrNameLst>
                                          <p:attrName>stroke.on</p:attrName>
                                        </p:attrNameLst>
                                      </p:cBhvr>
                                      <p:to>
                                        <p:strVal val="true"/>
                                      </p:to>
                                    </p:set>
                                  </p:childTnLst>
                                </p:cTn>
                              </p:par>
                              <p:par>
                                <p:cTn id="122" presetID="7" presetClass="emph" presetSubtype="2" repeatCount="indefinite" autoRev="1" fill="hold" nodeType="withEffect">
                                  <p:stCondLst>
                                    <p:cond delay="0"/>
                                  </p:stCondLst>
                                  <p:childTnLst>
                                    <p:animClr clrSpc="rgb" dir="cw">
                                      <p:cBhvr>
                                        <p:cTn id="123" dur="750" fill="hold"/>
                                        <p:tgtEl>
                                          <p:spTgt spid="8"/>
                                        </p:tgtEl>
                                        <p:attrNameLst>
                                          <p:attrName>stroke.color</p:attrName>
                                        </p:attrNameLst>
                                      </p:cBhvr>
                                      <p:to>
                                        <a:srgbClr val="B2B2B2"/>
                                      </p:to>
                                    </p:animClr>
                                    <p:set>
                                      <p:cBhvr>
                                        <p:cTn id="124" dur="750" fill="hold"/>
                                        <p:tgtEl>
                                          <p:spTgt spid="8"/>
                                        </p:tgtEl>
                                        <p:attrNameLst>
                                          <p:attrName>stroke.on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500"/>
                                        <p:tgtEl>
                                          <p:spTgt spid="30"/>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38"/>
                                        </p:tgtEl>
                                        <p:attrNameLst>
                                          <p:attrName>style.visibility</p:attrName>
                                        </p:attrNameLst>
                                      </p:cBhvr>
                                      <p:to>
                                        <p:strVal val="visible"/>
                                      </p:to>
                                    </p:set>
                                    <p:animEffect transition="in" filter="fade">
                                      <p:cBhvr>
                                        <p:cTn id="132" dur="500"/>
                                        <p:tgtEl>
                                          <p:spTgt spid="38"/>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500"/>
                                        <p:tgtEl>
                                          <p:spTgt spid="40"/>
                                        </p:tgtEl>
                                      </p:cBhvr>
                                    </p:animEffect>
                                  </p:childTnLst>
                                </p:cTn>
                              </p:par>
                              <p:par>
                                <p:cTn id="136" presetID="10" presetClass="entr" presetSubtype="0" fill="hold" nodeType="with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fade">
                                      <p:cBhvr>
                                        <p:cTn id="138" dur="500"/>
                                        <p:tgtEl>
                                          <p:spTgt spid="3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1"/>
                                        </p:tgtEl>
                                        <p:attrNameLst>
                                          <p:attrName>style.visibility</p:attrName>
                                        </p:attrNameLst>
                                      </p:cBhvr>
                                      <p:to>
                                        <p:strVal val="visible"/>
                                      </p:to>
                                    </p:set>
                                    <p:animEffect transition="in" filter="fade">
                                      <p:cBhvr>
                                        <p:cTn id="141" dur="500"/>
                                        <p:tgtEl>
                                          <p:spTgt spid="41"/>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6"/>
                                        </p:tgtEl>
                                        <p:attrNameLst>
                                          <p:attrName>style.visibility</p:attrName>
                                        </p:attrNameLst>
                                      </p:cBhvr>
                                      <p:to>
                                        <p:strVal val="visible"/>
                                      </p:to>
                                    </p:set>
                                    <p:animEffect transition="in" filter="fade">
                                      <p:cBhvr>
                                        <p:cTn id="144" dur="500"/>
                                        <p:tgtEl>
                                          <p:spTgt spid="36"/>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29"/>
                                        </p:tgtEl>
                                        <p:attrNameLst>
                                          <p:attrName>style.visibility</p:attrName>
                                        </p:attrNameLst>
                                      </p:cBhvr>
                                      <p:to>
                                        <p:strVal val="visible"/>
                                      </p:to>
                                    </p:set>
                                    <p:animEffect transition="in" filter="fade">
                                      <p:cBhvr>
                                        <p:cTn id="147" dur="500"/>
                                        <p:tgtEl>
                                          <p:spTgt spid="29"/>
                                        </p:tgtEl>
                                      </p:cBhvr>
                                    </p:animEffect>
                                  </p:childTnLst>
                                </p:cTn>
                              </p:par>
                              <p:par>
                                <p:cTn id="148" presetID="7" presetClass="emph" presetSubtype="2" fill="hold" nodeType="withEffect">
                                  <p:stCondLst>
                                    <p:cond delay="0"/>
                                  </p:stCondLst>
                                  <p:childTnLst>
                                    <p:animClr clrSpc="rgb" dir="cw">
                                      <p:cBhvr>
                                        <p:cTn id="149" dur="250" fill="hold"/>
                                        <p:tgtEl>
                                          <p:spTgt spid="14"/>
                                        </p:tgtEl>
                                        <p:attrNameLst>
                                          <p:attrName>stroke.color</p:attrName>
                                        </p:attrNameLst>
                                      </p:cBhvr>
                                      <p:to>
                                        <a:schemeClr val="tx1"/>
                                      </p:to>
                                    </p:animClr>
                                    <p:set>
                                      <p:cBhvr>
                                        <p:cTn id="150" dur="250" fill="hold"/>
                                        <p:tgtEl>
                                          <p:spTgt spid="14"/>
                                        </p:tgtEl>
                                        <p:attrNameLst>
                                          <p:attrName>stroke.on</p:attrName>
                                        </p:attrNameLst>
                                      </p:cBhvr>
                                      <p:to>
                                        <p:strVal val="true"/>
                                      </p:to>
                                    </p:set>
                                  </p:childTnLst>
                                </p:cTn>
                              </p:par>
                              <p:par>
                                <p:cTn id="151" presetID="7" presetClass="emph" presetSubtype="2" fill="hold" nodeType="withEffect">
                                  <p:stCondLst>
                                    <p:cond delay="0"/>
                                  </p:stCondLst>
                                  <p:childTnLst>
                                    <p:animClr clrSpc="rgb" dir="cw">
                                      <p:cBhvr>
                                        <p:cTn id="152" dur="250" fill="hold"/>
                                        <p:tgtEl>
                                          <p:spTgt spid="8"/>
                                        </p:tgtEl>
                                        <p:attrNameLst>
                                          <p:attrName>stroke.color</p:attrName>
                                        </p:attrNameLst>
                                      </p:cBhvr>
                                      <p:to>
                                        <a:schemeClr val="tx1"/>
                                      </p:to>
                                    </p:animClr>
                                    <p:set>
                                      <p:cBhvr>
                                        <p:cTn id="153" dur="250" fill="hold"/>
                                        <p:tgtEl>
                                          <p:spTgt spid="8"/>
                                        </p:tgtEl>
                                        <p:attrNameLst>
                                          <p:attrName>stroke.on</p:attrName>
                                        </p:attrNameLst>
                                      </p:cBhvr>
                                      <p:to>
                                        <p:strVal val="true"/>
                                      </p:to>
                                    </p:set>
                                  </p:childTnLst>
                                </p:cTn>
                              </p:par>
                              <p:par>
                                <p:cTn id="154" presetID="7" presetClass="emph" presetSubtype="2" repeatCount="indefinite" autoRev="1" fill="hold" nodeType="withEffect">
                                  <p:stCondLst>
                                    <p:cond delay="0"/>
                                  </p:stCondLst>
                                  <p:childTnLst>
                                    <p:animClr clrSpc="rgb" dir="cw">
                                      <p:cBhvr>
                                        <p:cTn id="155" dur="750" fill="hold"/>
                                        <p:tgtEl>
                                          <p:spTgt spid="12"/>
                                        </p:tgtEl>
                                        <p:attrNameLst>
                                          <p:attrName>stroke.color</p:attrName>
                                        </p:attrNameLst>
                                      </p:cBhvr>
                                      <p:to>
                                        <a:srgbClr val="B2B2B2"/>
                                      </p:to>
                                    </p:animClr>
                                    <p:set>
                                      <p:cBhvr>
                                        <p:cTn id="156" dur="750" fill="hold"/>
                                        <p:tgtEl>
                                          <p:spTgt spid="12"/>
                                        </p:tgtEl>
                                        <p:attrNameLst>
                                          <p:attrName>stroke.on</p:attrName>
                                        </p:attrNameLst>
                                      </p:cBhvr>
                                      <p:to>
                                        <p:strVal val="true"/>
                                      </p:to>
                                    </p:set>
                                  </p:childTnLst>
                                </p:cTn>
                              </p:par>
                            </p:childTnLst>
                          </p:cTn>
                        </p:par>
                      </p:childTnLst>
                    </p:cTn>
                  </p:par>
                  <p:par>
                    <p:cTn id="157" fill="hold">
                      <p:stCondLst>
                        <p:cond delay="indefinite"/>
                      </p:stCondLst>
                      <p:childTnLst>
                        <p:par>
                          <p:cTn id="158" fill="hold">
                            <p:stCondLst>
                              <p:cond delay="0"/>
                            </p:stCondLst>
                            <p:childTnLst>
                              <p:par>
                                <p:cTn id="159" presetID="22" presetClass="entr" presetSubtype="1" fill="hold" grpId="0" nodeType="clickEffect">
                                  <p:stCondLst>
                                    <p:cond delay="0"/>
                                  </p:stCondLst>
                                  <p:childTnLst>
                                    <p:set>
                                      <p:cBhvr>
                                        <p:cTn id="160" dur="1" fill="hold">
                                          <p:stCondLst>
                                            <p:cond delay="0"/>
                                          </p:stCondLst>
                                        </p:cTn>
                                        <p:tgtEl>
                                          <p:spTgt spid="24"/>
                                        </p:tgtEl>
                                        <p:attrNameLst>
                                          <p:attrName>style.visibility</p:attrName>
                                        </p:attrNameLst>
                                      </p:cBhvr>
                                      <p:to>
                                        <p:strVal val="visible"/>
                                      </p:to>
                                    </p:set>
                                    <p:animEffect transition="in" filter="wipe(up)">
                                      <p:cBhvr>
                                        <p:cTn id="161" dur="500"/>
                                        <p:tgtEl>
                                          <p:spTgt spid="24"/>
                                        </p:tgtEl>
                                      </p:cBhvr>
                                    </p:animEffect>
                                  </p:childTnLst>
                                </p:cTn>
                              </p:par>
                              <p:par>
                                <p:cTn id="162" presetID="7" presetClass="emph" presetSubtype="2" fill="hold" nodeType="withEffect">
                                  <p:stCondLst>
                                    <p:cond delay="0"/>
                                  </p:stCondLst>
                                  <p:childTnLst>
                                    <p:animClr clrSpc="rgb" dir="cw">
                                      <p:cBhvr>
                                        <p:cTn id="163" dur="250" fill="hold"/>
                                        <p:tgtEl>
                                          <p:spTgt spid="12"/>
                                        </p:tgtEl>
                                        <p:attrNameLst>
                                          <p:attrName>stroke.color</p:attrName>
                                        </p:attrNameLst>
                                      </p:cBhvr>
                                      <p:to>
                                        <a:schemeClr val="tx1"/>
                                      </p:to>
                                    </p:animClr>
                                    <p:set>
                                      <p:cBhvr>
                                        <p:cTn id="164" dur="250" fill="hold"/>
                                        <p:tgtEl>
                                          <p:spTgt spid="12"/>
                                        </p:tgtEl>
                                        <p:attrNameLst>
                                          <p:attrName>stroke.on</p:attrName>
                                        </p:attrNameLst>
                                      </p:cBhvr>
                                      <p:to>
                                        <p:strVal val="true"/>
                                      </p:to>
                                    </p:set>
                                  </p:childTnLst>
                                </p:cTn>
                              </p:par>
                            </p:childTnLst>
                          </p:cTn>
                        </p:par>
                      </p:childTnLst>
                    </p:cTn>
                  </p:par>
                  <p:par>
                    <p:cTn id="165" fill="hold">
                      <p:stCondLst>
                        <p:cond delay="indefinite"/>
                      </p:stCondLst>
                      <p:childTnLst>
                        <p:par>
                          <p:cTn id="166" fill="hold">
                            <p:stCondLst>
                              <p:cond delay="0"/>
                            </p:stCondLst>
                            <p:childTnLst>
                              <p:par>
                                <p:cTn id="167" presetID="22" presetClass="exit" presetSubtype="4" fill="hold" grpId="1" nodeType="clickEffect">
                                  <p:stCondLst>
                                    <p:cond delay="0"/>
                                  </p:stCondLst>
                                  <p:childTnLst>
                                    <p:animEffect transition="out" filter="wipe(down)">
                                      <p:cBhvr>
                                        <p:cTn id="168" dur="500"/>
                                        <p:tgtEl>
                                          <p:spTgt spid="24"/>
                                        </p:tgtEl>
                                      </p:cBhvr>
                                    </p:animEffect>
                                    <p:set>
                                      <p:cBhvr>
                                        <p:cTn id="169"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24" grpId="0" animBg="1"/>
      <p:bldP spid="24" grpId="1" animBg="1"/>
      <p:bldP spid="13" grpId="0" animBg="1"/>
      <p:bldP spid="32" grpId="0" animBg="1"/>
      <p:bldP spid="33" grpId="0" animBg="1"/>
      <p:bldP spid="34" grpId="0"/>
      <p:bldP spid="35" grpId="0"/>
      <p:bldP spid="42" grpId="0"/>
      <p:bldP spid="49" grpId="0"/>
      <p:bldP spid="51" grpId="0" animBg="1"/>
      <p:bldP spid="52" grpId="0" animBg="1"/>
      <p:bldP spid="53" grpId="0"/>
      <p:bldP spid="54" grpId="0"/>
      <p:bldP spid="56" grpId="0"/>
      <p:bldP spid="57" grpId="0"/>
      <p:bldP spid="2" grpId="0" animBg="1"/>
      <p:bldP spid="3" grpId="0" animBg="1"/>
      <p:bldP spid="4" grpId="0"/>
      <p:bldP spid="5" grpId="0"/>
      <p:bldP spid="15" grpId="0"/>
      <p:bldP spid="16" grpId="0"/>
      <p:bldP spid="20" grpId="0"/>
      <p:bldP spid="22" grpId="0"/>
      <p:bldP spid="29" grpId="0" animBg="1"/>
      <p:bldP spid="30" grpId="0" animBg="1"/>
      <p:bldP spid="36" grpId="0"/>
      <p:bldP spid="38" grpId="0"/>
      <p:bldP spid="40"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88A76-2CE1-4535-3FCC-04AB0B951045}"/>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52350763-6F0A-0597-9527-3571DD11AE3A}"/>
              </a:ext>
            </a:extLst>
          </p:cNvPr>
          <p:cNvSpPr/>
          <p:nvPr/>
        </p:nvSpPr>
        <p:spPr>
          <a:xfrm>
            <a:off x="3627268" y="998424"/>
            <a:ext cx="5014858" cy="445214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9">
            <a:extLst>
              <a:ext uri="{FF2B5EF4-FFF2-40B4-BE49-F238E27FC236}">
                <a16:creationId xmlns:a16="http://schemas.microsoft.com/office/drawing/2014/main" id="{ABA81CC0-FCAC-8802-9234-29FCC952821D}"/>
              </a:ext>
            </a:extLst>
          </p:cNvPr>
          <p:cNvSpPr/>
          <p:nvPr/>
        </p:nvSpPr>
        <p:spPr>
          <a:xfrm rot="5400000">
            <a:off x="5085458" y="2523399"/>
            <a:ext cx="5353352" cy="2212107"/>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7">
            <a:extLst>
              <a:ext uri="{FF2B5EF4-FFF2-40B4-BE49-F238E27FC236}">
                <a16:creationId xmlns:a16="http://schemas.microsoft.com/office/drawing/2014/main" id="{2113CE52-E0F9-1C99-B64D-7BDBBFE81B9E}"/>
              </a:ext>
            </a:extLst>
          </p:cNvPr>
          <p:cNvSpPr/>
          <p:nvPr/>
        </p:nvSpPr>
        <p:spPr>
          <a:xfrm>
            <a:off x="3783722" y="1014739"/>
            <a:ext cx="1853603" cy="4444817"/>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8F0F1279-A080-1264-29EC-36D965788A50}"/>
              </a:ext>
            </a:extLst>
          </p:cNvPr>
          <p:cNvSpPr/>
          <p:nvPr/>
        </p:nvSpPr>
        <p:spPr>
          <a:xfrm flipH="1">
            <a:off x="5128016" y="681999"/>
            <a:ext cx="847379" cy="5118908"/>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04370B4C-6138-D89C-C7B9-091827445D30}"/>
              </a:ext>
            </a:extLst>
          </p:cNvPr>
          <p:cNvSpPr/>
          <p:nvPr/>
        </p:nvSpPr>
        <p:spPr>
          <a:xfrm flipH="1">
            <a:off x="6510581" y="789842"/>
            <a:ext cx="1619477" cy="4832091"/>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40">
            <a:extLst>
              <a:ext uri="{FF2B5EF4-FFF2-40B4-BE49-F238E27FC236}">
                <a16:creationId xmlns:a16="http://schemas.microsoft.com/office/drawing/2014/main" id="{9A7D275F-C40C-2355-2C55-ACDBFE67F7FC}"/>
              </a:ext>
            </a:extLst>
          </p:cNvPr>
          <p:cNvSpPr/>
          <p:nvPr/>
        </p:nvSpPr>
        <p:spPr>
          <a:xfrm>
            <a:off x="-770902" y="747216"/>
            <a:ext cx="6556514" cy="5558909"/>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Freeform: Shape 11">
            <a:extLst>
              <a:ext uri="{FF2B5EF4-FFF2-40B4-BE49-F238E27FC236}">
                <a16:creationId xmlns:a16="http://schemas.microsoft.com/office/drawing/2014/main" id="{818E712D-B858-CA0F-73D7-7BBD4F5FD6E0}"/>
              </a:ext>
            </a:extLst>
          </p:cNvPr>
          <p:cNvSpPr/>
          <p:nvPr/>
        </p:nvSpPr>
        <p:spPr>
          <a:xfrm>
            <a:off x="-690126" y="324623"/>
            <a:ext cx="7728025" cy="5981501"/>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38">
            <a:extLst>
              <a:ext uri="{FF2B5EF4-FFF2-40B4-BE49-F238E27FC236}">
                <a16:creationId xmlns:a16="http://schemas.microsoft.com/office/drawing/2014/main" id="{00840678-55A7-C929-14A1-85BE081A0B8D}"/>
              </a:ext>
            </a:extLst>
          </p:cNvPr>
          <p:cNvSpPr/>
          <p:nvPr/>
        </p:nvSpPr>
        <p:spPr>
          <a:xfrm>
            <a:off x="6341019" y="-1434815"/>
            <a:ext cx="9169997" cy="7759415"/>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Shape 22">
            <a:extLst>
              <a:ext uri="{FF2B5EF4-FFF2-40B4-BE49-F238E27FC236}">
                <a16:creationId xmlns:a16="http://schemas.microsoft.com/office/drawing/2014/main" id="{8A2644B1-B3EA-F8D1-225B-342D7D457E85}"/>
              </a:ext>
            </a:extLst>
          </p:cNvPr>
          <p:cNvSpPr/>
          <p:nvPr/>
        </p:nvSpPr>
        <p:spPr>
          <a:xfrm>
            <a:off x="3304200" y="324618"/>
            <a:ext cx="2679035" cy="3026905"/>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Freeform: Shape 23">
            <a:extLst>
              <a:ext uri="{FF2B5EF4-FFF2-40B4-BE49-F238E27FC236}">
                <a16:creationId xmlns:a16="http://schemas.microsoft.com/office/drawing/2014/main" id="{E7140917-F41E-A09E-CEB5-724DA1E4F1C1}"/>
              </a:ext>
            </a:extLst>
          </p:cNvPr>
          <p:cNvSpPr/>
          <p:nvPr/>
        </p:nvSpPr>
        <p:spPr>
          <a:xfrm rot="16200000">
            <a:off x="2973364" y="3329147"/>
            <a:ext cx="619948" cy="482886"/>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5" name="Group 24">
            <a:extLst>
              <a:ext uri="{FF2B5EF4-FFF2-40B4-BE49-F238E27FC236}">
                <a16:creationId xmlns:a16="http://schemas.microsoft.com/office/drawing/2014/main" id="{7A4E58F0-15B9-3AAE-3543-36A02E4C3829}"/>
              </a:ext>
            </a:extLst>
          </p:cNvPr>
          <p:cNvGrpSpPr/>
          <p:nvPr/>
        </p:nvGrpSpPr>
        <p:grpSpPr>
          <a:xfrm>
            <a:off x="3078620" y="3462602"/>
            <a:ext cx="381237" cy="381237"/>
            <a:chOff x="4332873" y="3345222"/>
            <a:chExt cx="178065" cy="178065"/>
          </a:xfrm>
        </p:grpSpPr>
        <p:sp>
          <p:nvSpPr>
            <p:cNvPr id="26" name="Flowchart: Summing Junction 25">
              <a:extLst>
                <a:ext uri="{FF2B5EF4-FFF2-40B4-BE49-F238E27FC236}">
                  <a16:creationId xmlns:a16="http://schemas.microsoft.com/office/drawing/2014/main" id="{3D042041-835D-4E86-EFC2-05F18C153FCD}"/>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Flowchart: Summing Junction 27">
              <a:extLst>
                <a:ext uri="{FF2B5EF4-FFF2-40B4-BE49-F238E27FC236}">
                  <a16:creationId xmlns:a16="http://schemas.microsoft.com/office/drawing/2014/main" id="{4AB16DFD-2653-84A2-6135-DEA43117893B}"/>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4158212092"/>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C1FAF-505B-8F27-23E8-5E510B99C0FB}"/>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189B0D77-26BB-1A0C-CB71-4183CB63201C}"/>
              </a:ext>
            </a:extLst>
          </p:cNvPr>
          <p:cNvSpPr/>
          <p:nvPr/>
        </p:nvSpPr>
        <p:spPr>
          <a:xfrm>
            <a:off x="1897380" y="954701"/>
            <a:ext cx="7632700" cy="4348819"/>
          </a:xfrm>
          <a:prstGeom prst="rect">
            <a:avLst/>
          </a:prstGeom>
          <a:solidFill>
            <a:schemeClr val="bg1">
              <a:lumMod val="85000"/>
            </a:schemeClr>
          </a:solidFill>
          <a:ln w="101600" cmpd="tri">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127AA39D-55EA-7F7D-8011-7BF0A06790BC}"/>
              </a:ext>
            </a:extLst>
          </p:cNvPr>
          <p:cNvSpPr/>
          <p:nvPr/>
        </p:nvSpPr>
        <p:spPr>
          <a:xfrm>
            <a:off x="3726043" y="1038733"/>
            <a:ext cx="5734050" cy="4182766"/>
          </a:xfrm>
          <a:prstGeom prst="rect">
            <a:avLst/>
          </a:prstGeom>
          <a:solidFill>
            <a:schemeClr val="tx2">
              <a:lumMod val="10000"/>
              <a:lumOff val="90000"/>
            </a:schemeClr>
          </a:solidFill>
          <a:ln w="76200" cmpd="sng">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0BACEDA0-54BD-00F2-FD87-70A4E3EC7F8E}"/>
              </a:ext>
            </a:extLst>
          </p:cNvPr>
          <p:cNvSpPr/>
          <p:nvPr/>
        </p:nvSpPr>
        <p:spPr>
          <a:xfrm>
            <a:off x="2213892" y="870663"/>
            <a:ext cx="757907"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30 mbar</a:t>
            </a:r>
          </a:p>
        </p:txBody>
      </p:sp>
      <p:sp>
        <p:nvSpPr>
          <p:cNvPr id="2" name="Oval 1">
            <a:extLst>
              <a:ext uri="{FF2B5EF4-FFF2-40B4-BE49-F238E27FC236}">
                <a16:creationId xmlns:a16="http://schemas.microsoft.com/office/drawing/2014/main" id="{B41044CF-DB2A-D9A1-3C3A-EE59C3D43762}"/>
              </a:ext>
            </a:extLst>
          </p:cNvPr>
          <p:cNvSpPr/>
          <p:nvPr/>
        </p:nvSpPr>
        <p:spPr>
          <a:xfrm>
            <a:off x="4593803" y="2201917"/>
            <a:ext cx="2365309" cy="2099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F386916A-FB3B-227E-F62B-1E29CC982453}"/>
              </a:ext>
            </a:extLst>
          </p:cNvPr>
          <p:cNvSpPr/>
          <p:nvPr/>
        </p:nvSpPr>
        <p:spPr>
          <a:xfrm>
            <a:off x="4667596" y="2209612"/>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B9EA88DC-56B6-7D63-7D10-1A612E72DC18}"/>
              </a:ext>
            </a:extLst>
          </p:cNvPr>
          <p:cNvSpPr/>
          <p:nvPr/>
        </p:nvSpPr>
        <p:spPr>
          <a:xfrm flipH="1">
            <a:off x="5301646" y="2052672"/>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Free-form: Shape 139">
            <a:extLst>
              <a:ext uri="{FF2B5EF4-FFF2-40B4-BE49-F238E27FC236}">
                <a16:creationId xmlns:a16="http://schemas.microsoft.com/office/drawing/2014/main" id="{C7CFAB9F-35F8-7901-3DD5-E1F3F4CFDEAE}"/>
              </a:ext>
            </a:extLst>
          </p:cNvPr>
          <p:cNvSpPr/>
          <p:nvPr/>
        </p:nvSpPr>
        <p:spPr>
          <a:xfrm rot="5400000">
            <a:off x="5281573" y="2921187"/>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2">
            <a:extLst>
              <a:ext uri="{FF2B5EF4-FFF2-40B4-BE49-F238E27FC236}">
                <a16:creationId xmlns:a16="http://schemas.microsoft.com/office/drawing/2014/main" id="{D880675D-5D81-076D-389A-D4A45C7F6FBC}"/>
              </a:ext>
            </a:extLst>
          </p:cNvPr>
          <p:cNvSpPr/>
          <p:nvPr/>
        </p:nvSpPr>
        <p:spPr>
          <a:xfrm flipH="1">
            <a:off x="5953747" y="21035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8A06FB50-E430-2C1D-37BE-DD031DDEAD05}"/>
              </a:ext>
            </a:extLst>
          </p:cNvPr>
          <p:cNvSpPr/>
          <p:nvPr/>
        </p:nvSpPr>
        <p:spPr>
          <a:xfrm flipH="1">
            <a:off x="7313876" y="1729995"/>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gradFill>
            <a:gsLst>
              <a:gs pos="20000">
                <a:srgbClr val="FF0800"/>
              </a:gs>
              <a:gs pos="0">
                <a:srgbClr val="FF0000"/>
              </a:gs>
              <a:gs pos="90000">
                <a:srgbClr val="FFFF00"/>
              </a:gs>
              <a:gs pos="50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97B755FA-9A94-0DE0-C34B-BA8EC5632E6E}"/>
              </a:ext>
            </a:extLst>
          </p:cNvPr>
          <p:cNvSpPr/>
          <p:nvPr/>
        </p:nvSpPr>
        <p:spPr>
          <a:xfrm>
            <a:off x="8369037" y="2229787"/>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gradFill>
            <a:gsLst>
              <a:gs pos="0">
                <a:srgbClr val="FF0000"/>
              </a:gs>
              <a:gs pos="50000">
                <a:srgbClr val="FFC000"/>
              </a:gs>
              <a:gs pos="10000">
                <a:srgbClr val="FF0000"/>
              </a:gs>
              <a:gs pos="90000">
                <a:srgbClr val="FFFF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Freeform: Shape 62">
            <a:extLst>
              <a:ext uri="{FF2B5EF4-FFF2-40B4-BE49-F238E27FC236}">
                <a16:creationId xmlns:a16="http://schemas.microsoft.com/office/drawing/2014/main" id="{AA838722-EC53-9FBD-5CB7-0372CD44205D}"/>
              </a:ext>
            </a:extLst>
          </p:cNvPr>
          <p:cNvSpPr/>
          <p:nvPr/>
        </p:nvSpPr>
        <p:spPr>
          <a:xfrm>
            <a:off x="-326354" y="1729309"/>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gradFill>
            <a:gsLst>
              <a:gs pos="0">
                <a:schemeClr val="accent4">
                  <a:lumMod val="40000"/>
                  <a:lumOff val="60000"/>
                </a:schemeClr>
              </a:gs>
              <a:gs pos="100000">
                <a:schemeClr val="accent4">
                  <a:lumMod val="50000"/>
                </a:schemeClr>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1" name="Free-form: Shape 140">
            <a:extLst>
              <a:ext uri="{FF2B5EF4-FFF2-40B4-BE49-F238E27FC236}">
                <a16:creationId xmlns:a16="http://schemas.microsoft.com/office/drawing/2014/main" id="{C0B538A7-EE38-641F-E735-AECB732D0EC1}"/>
              </a:ext>
            </a:extLst>
          </p:cNvPr>
          <p:cNvSpPr/>
          <p:nvPr/>
        </p:nvSpPr>
        <p:spPr>
          <a:xfrm>
            <a:off x="2519361" y="2083432"/>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0" name="Freeform: Shape 29">
            <a:extLst>
              <a:ext uri="{FF2B5EF4-FFF2-40B4-BE49-F238E27FC236}">
                <a16:creationId xmlns:a16="http://schemas.microsoft.com/office/drawing/2014/main" id="{AE0695DF-8912-921A-D5DA-87C5EFD6BC63}"/>
              </a:ext>
            </a:extLst>
          </p:cNvPr>
          <p:cNvSpPr/>
          <p:nvPr/>
        </p:nvSpPr>
        <p:spPr>
          <a:xfrm>
            <a:off x="2557460" y="1884112"/>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3" name="Freeform: Shape 63">
            <a:extLst>
              <a:ext uri="{FF2B5EF4-FFF2-40B4-BE49-F238E27FC236}">
                <a16:creationId xmlns:a16="http://schemas.microsoft.com/office/drawing/2014/main" id="{432C898B-1DD5-C6DB-8027-34FD952F68BE}"/>
              </a:ext>
            </a:extLst>
          </p:cNvPr>
          <p:cNvSpPr/>
          <p:nvPr/>
        </p:nvSpPr>
        <p:spPr>
          <a:xfrm>
            <a:off x="2174831" y="4704242"/>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9" name="Free-form: Shape 138">
            <a:extLst>
              <a:ext uri="{FF2B5EF4-FFF2-40B4-BE49-F238E27FC236}">
                <a16:creationId xmlns:a16="http://schemas.microsoft.com/office/drawing/2014/main" id="{2E5A1032-D648-4496-4741-8CCAECD54CFE}"/>
              </a:ext>
            </a:extLst>
          </p:cNvPr>
          <p:cNvSpPr/>
          <p:nvPr/>
        </p:nvSpPr>
        <p:spPr>
          <a:xfrm>
            <a:off x="5873771" y="1054255"/>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0" name="Freeform: Shape 69">
            <a:extLst>
              <a:ext uri="{FF2B5EF4-FFF2-40B4-BE49-F238E27FC236}">
                <a16:creationId xmlns:a16="http://schemas.microsoft.com/office/drawing/2014/main" id="{93150E4E-487E-4F0F-49A7-E8B5773A64C3}"/>
              </a:ext>
            </a:extLst>
          </p:cNvPr>
          <p:cNvSpPr/>
          <p:nvPr/>
        </p:nvSpPr>
        <p:spPr>
          <a:xfrm>
            <a:off x="3005139" y="4705347"/>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3B59A587-F606-92E8-B1A9-BD397F36F032}"/>
              </a:ext>
            </a:extLst>
          </p:cNvPr>
          <p:cNvSpPr/>
          <p:nvPr/>
        </p:nvSpPr>
        <p:spPr>
          <a:xfrm>
            <a:off x="3800475" y="4705348"/>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Freeform: Shape 46">
            <a:extLst>
              <a:ext uri="{FF2B5EF4-FFF2-40B4-BE49-F238E27FC236}">
                <a16:creationId xmlns:a16="http://schemas.microsoft.com/office/drawing/2014/main" id="{39A620F8-3857-8866-D91D-376F0B180252}"/>
              </a:ext>
            </a:extLst>
          </p:cNvPr>
          <p:cNvSpPr/>
          <p:nvPr/>
        </p:nvSpPr>
        <p:spPr>
          <a:xfrm>
            <a:off x="6272948" y="4717912"/>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20F75D5A-AB68-A74C-AC42-88437EED0EEE}"/>
              </a:ext>
            </a:extLst>
          </p:cNvPr>
          <p:cNvSpPr/>
          <p:nvPr/>
        </p:nvSpPr>
        <p:spPr>
          <a:xfrm>
            <a:off x="7385901" y="4717912"/>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55" name="Freeform: Shape 1054">
            <a:extLst>
              <a:ext uri="{FF2B5EF4-FFF2-40B4-BE49-F238E27FC236}">
                <a16:creationId xmlns:a16="http://schemas.microsoft.com/office/drawing/2014/main" id="{803021DB-BA04-549D-7736-ED9DB26AEEEF}"/>
              </a:ext>
            </a:extLst>
          </p:cNvPr>
          <p:cNvSpPr/>
          <p:nvPr/>
        </p:nvSpPr>
        <p:spPr>
          <a:xfrm>
            <a:off x="4668872" y="422070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232AED07-04D6-A1F9-EA48-F386593E61A4}"/>
              </a:ext>
            </a:extLst>
          </p:cNvPr>
          <p:cNvGrpSpPr/>
          <p:nvPr/>
        </p:nvGrpSpPr>
        <p:grpSpPr>
          <a:xfrm flipH="1">
            <a:off x="4687012" y="4237862"/>
            <a:ext cx="178065" cy="178065"/>
            <a:chOff x="4839416" y="4237862"/>
            <a:chExt cx="178065" cy="178065"/>
          </a:xfrm>
        </p:grpSpPr>
        <p:sp>
          <p:nvSpPr>
            <p:cNvPr id="1056" name="Flowchart: Summing Junction 1055">
              <a:extLst>
                <a:ext uri="{FF2B5EF4-FFF2-40B4-BE49-F238E27FC236}">
                  <a16:creationId xmlns:a16="http://schemas.microsoft.com/office/drawing/2014/main" id="{3DA94C02-8966-7786-2A02-C0C1F26AC7E4}"/>
                </a:ext>
              </a:extLst>
            </p:cNvPr>
            <p:cNvSpPr/>
            <p:nvPr/>
          </p:nvSpPr>
          <p:spPr>
            <a:xfrm flipH="1">
              <a:off x="4839416" y="423786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57" name="Flowchart: Summing Junction 1056">
              <a:extLst>
                <a:ext uri="{FF2B5EF4-FFF2-40B4-BE49-F238E27FC236}">
                  <a16:creationId xmlns:a16="http://schemas.microsoft.com/office/drawing/2014/main" id="{98A37EC2-C406-8E8D-1442-E485E7AFABF1}"/>
                </a:ext>
              </a:extLst>
            </p:cNvPr>
            <p:cNvSpPr/>
            <p:nvPr/>
          </p:nvSpPr>
          <p:spPr>
            <a:xfrm rot="18880844" flipH="1">
              <a:off x="4839416" y="423786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59" name="Freeform: Shape 1058">
            <a:extLst>
              <a:ext uri="{FF2B5EF4-FFF2-40B4-BE49-F238E27FC236}">
                <a16:creationId xmlns:a16="http://schemas.microsoft.com/office/drawing/2014/main" id="{E74237A2-336A-75C6-2BA2-1CE5FEB7F76A}"/>
              </a:ext>
            </a:extLst>
          </p:cNvPr>
          <p:cNvSpPr/>
          <p:nvPr/>
        </p:nvSpPr>
        <p:spPr>
          <a:xfrm flipH="1">
            <a:off x="7852393" y="4422277"/>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1" name="Group 20">
            <a:extLst>
              <a:ext uri="{FF2B5EF4-FFF2-40B4-BE49-F238E27FC236}">
                <a16:creationId xmlns:a16="http://schemas.microsoft.com/office/drawing/2014/main" id="{8C255B77-1CF4-063B-F588-7854329DB2AA}"/>
              </a:ext>
            </a:extLst>
          </p:cNvPr>
          <p:cNvGrpSpPr/>
          <p:nvPr/>
        </p:nvGrpSpPr>
        <p:grpSpPr>
          <a:xfrm>
            <a:off x="7946735" y="4439430"/>
            <a:ext cx="178065" cy="178065"/>
            <a:chOff x="7946735" y="4439430"/>
            <a:chExt cx="178065" cy="178065"/>
          </a:xfrm>
        </p:grpSpPr>
        <p:sp>
          <p:nvSpPr>
            <p:cNvPr id="1060" name="Flowchart: Summing Junction 1059">
              <a:extLst>
                <a:ext uri="{FF2B5EF4-FFF2-40B4-BE49-F238E27FC236}">
                  <a16:creationId xmlns:a16="http://schemas.microsoft.com/office/drawing/2014/main" id="{318FF1B6-0053-078A-9BE6-B7C8F1899104}"/>
                </a:ext>
              </a:extLst>
            </p:cNvPr>
            <p:cNvSpPr/>
            <p:nvPr/>
          </p:nvSpPr>
          <p:spPr>
            <a:xfrm flipH="1">
              <a:off x="7946735" y="4439430"/>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1" name="Flowchart: Summing Junction 1060">
              <a:extLst>
                <a:ext uri="{FF2B5EF4-FFF2-40B4-BE49-F238E27FC236}">
                  <a16:creationId xmlns:a16="http://schemas.microsoft.com/office/drawing/2014/main" id="{86AF0900-1899-7499-A83A-BA74B5612CDC}"/>
                </a:ext>
              </a:extLst>
            </p:cNvPr>
            <p:cNvSpPr/>
            <p:nvPr/>
          </p:nvSpPr>
          <p:spPr>
            <a:xfrm rot="18880844" flipH="1">
              <a:off x="7946735" y="4439430"/>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3" name="Freeform: Shape 1062">
            <a:extLst>
              <a:ext uri="{FF2B5EF4-FFF2-40B4-BE49-F238E27FC236}">
                <a16:creationId xmlns:a16="http://schemas.microsoft.com/office/drawing/2014/main" id="{F909FAB5-A7B5-DF59-E326-7CC323A43B69}"/>
              </a:ext>
            </a:extLst>
          </p:cNvPr>
          <p:cNvSpPr/>
          <p:nvPr/>
        </p:nvSpPr>
        <p:spPr>
          <a:xfrm flipH="1">
            <a:off x="9036230" y="399814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2" name="Group 21">
            <a:extLst>
              <a:ext uri="{FF2B5EF4-FFF2-40B4-BE49-F238E27FC236}">
                <a16:creationId xmlns:a16="http://schemas.microsoft.com/office/drawing/2014/main" id="{06D10A11-4C6D-92D7-7FFC-5596514EAD24}"/>
              </a:ext>
            </a:extLst>
          </p:cNvPr>
          <p:cNvGrpSpPr/>
          <p:nvPr/>
        </p:nvGrpSpPr>
        <p:grpSpPr>
          <a:xfrm flipH="1">
            <a:off x="9134346" y="4015298"/>
            <a:ext cx="178065" cy="178065"/>
            <a:chOff x="8972420" y="4015298"/>
            <a:chExt cx="178065" cy="178065"/>
          </a:xfrm>
        </p:grpSpPr>
        <p:sp>
          <p:nvSpPr>
            <p:cNvPr id="1064" name="Flowchart: Summing Junction 1063">
              <a:extLst>
                <a:ext uri="{FF2B5EF4-FFF2-40B4-BE49-F238E27FC236}">
                  <a16:creationId xmlns:a16="http://schemas.microsoft.com/office/drawing/2014/main" id="{99735CF4-07ED-6110-F36B-F08BF0C73E64}"/>
                </a:ext>
              </a:extLst>
            </p:cNvPr>
            <p:cNvSpPr/>
            <p:nvPr/>
          </p:nvSpPr>
          <p:spPr>
            <a:xfrm>
              <a:off x="8972420" y="401529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5" name="Flowchart: Summing Junction 1064">
              <a:extLst>
                <a:ext uri="{FF2B5EF4-FFF2-40B4-BE49-F238E27FC236}">
                  <a16:creationId xmlns:a16="http://schemas.microsoft.com/office/drawing/2014/main" id="{0DAF2043-2AD8-95BC-EE4C-915DA7FDF8A4}"/>
                </a:ext>
              </a:extLst>
            </p:cNvPr>
            <p:cNvSpPr/>
            <p:nvPr/>
          </p:nvSpPr>
          <p:spPr>
            <a:xfrm rot="2719156">
              <a:off x="8972420" y="401529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7" name="Freeform: Shape 1066">
            <a:extLst>
              <a:ext uri="{FF2B5EF4-FFF2-40B4-BE49-F238E27FC236}">
                <a16:creationId xmlns:a16="http://schemas.microsoft.com/office/drawing/2014/main" id="{37FDF9CA-5BD4-C450-5B6C-DE915E6CEF3E}"/>
              </a:ext>
            </a:extLst>
          </p:cNvPr>
          <p:cNvSpPr/>
          <p:nvPr/>
        </p:nvSpPr>
        <p:spPr>
          <a:xfrm flipH="1">
            <a:off x="6548102" y="413809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0" name="Group 19">
            <a:extLst>
              <a:ext uri="{FF2B5EF4-FFF2-40B4-BE49-F238E27FC236}">
                <a16:creationId xmlns:a16="http://schemas.microsoft.com/office/drawing/2014/main" id="{41161833-9991-DE4A-A81B-8F27851F0DCF}"/>
              </a:ext>
            </a:extLst>
          </p:cNvPr>
          <p:cNvGrpSpPr/>
          <p:nvPr/>
        </p:nvGrpSpPr>
        <p:grpSpPr>
          <a:xfrm>
            <a:off x="6642444" y="4155248"/>
            <a:ext cx="178065" cy="178065"/>
            <a:chOff x="6642444" y="4155248"/>
            <a:chExt cx="178065" cy="178065"/>
          </a:xfrm>
        </p:grpSpPr>
        <p:sp>
          <p:nvSpPr>
            <p:cNvPr id="1068" name="Flowchart: Summing Junction 1067">
              <a:extLst>
                <a:ext uri="{FF2B5EF4-FFF2-40B4-BE49-F238E27FC236}">
                  <a16:creationId xmlns:a16="http://schemas.microsoft.com/office/drawing/2014/main" id="{1E7DABC4-031A-0470-2C73-AA41AC2B5DB3}"/>
                </a:ext>
              </a:extLst>
            </p:cNvPr>
            <p:cNvSpPr/>
            <p:nvPr/>
          </p:nvSpPr>
          <p:spPr>
            <a:xfrm flipH="1">
              <a:off x="6642444" y="415524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9" name="Flowchart: Summing Junction 1068">
              <a:extLst>
                <a:ext uri="{FF2B5EF4-FFF2-40B4-BE49-F238E27FC236}">
                  <a16:creationId xmlns:a16="http://schemas.microsoft.com/office/drawing/2014/main" id="{392F517B-1541-4FA3-F655-8B517DBDEFD3}"/>
                </a:ext>
              </a:extLst>
            </p:cNvPr>
            <p:cNvSpPr/>
            <p:nvPr/>
          </p:nvSpPr>
          <p:spPr>
            <a:xfrm rot="18880844" flipH="1">
              <a:off x="6642444" y="415524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71" name="Freeform: Shape 1070">
            <a:extLst>
              <a:ext uri="{FF2B5EF4-FFF2-40B4-BE49-F238E27FC236}">
                <a16:creationId xmlns:a16="http://schemas.microsoft.com/office/drawing/2014/main" id="{A874DBB3-A1A7-7996-9305-1FF422E94D77}"/>
              </a:ext>
            </a:extLst>
          </p:cNvPr>
          <p:cNvSpPr/>
          <p:nvPr/>
        </p:nvSpPr>
        <p:spPr>
          <a:xfrm>
            <a:off x="2066781" y="442108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8" name="Group 17">
            <a:extLst>
              <a:ext uri="{FF2B5EF4-FFF2-40B4-BE49-F238E27FC236}">
                <a16:creationId xmlns:a16="http://schemas.microsoft.com/office/drawing/2014/main" id="{F1530EBA-7900-6088-CE8E-248E14DE3178}"/>
              </a:ext>
            </a:extLst>
          </p:cNvPr>
          <p:cNvGrpSpPr/>
          <p:nvPr/>
        </p:nvGrpSpPr>
        <p:grpSpPr>
          <a:xfrm>
            <a:off x="2083934" y="4438239"/>
            <a:ext cx="178065" cy="178065"/>
            <a:chOff x="2083934" y="4438239"/>
            <a:chExt cx="178065" cy="178065"/>
          </a:xfrm>
        </p:grpSpPr>
        <p:sp>
          <p:nvSpPr>
            <p:cNvPr id="1072" name="Flowchart: Summing Junction 1071">
              <a:extLst>
                <a:ext uri="{FF2B5EF4-FFF2-40B4-BE49-F238E27FC236}">
                  <a16:creationId xmlns:a16="http://schemas.microsoft.com/office/drawing/2014/main" id="{4E276DC5-9C0C-81FA-627E-0865127053F1}"/>
                </a:ext>
              </a:extLst>
            </p:cNvPr>
            <p:cNvSpPr/>
            <p:nvPr/>
          </p:nvSpPr>
          <p:spPr>
            <a:xfrm>
              <a:off x="2083934" y="4438239"/>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3" name="Flowchart: Summing Junction 1072">
              <a:extLst>
                <a:ext uri="{FF2B5EF4-FFF2-40B4-BE49-F238E27FC236}">
                  <a16:creationId xmlns:a16="http://schemas.microsoft.com/office/drawing/2014/main" id="{B7749894-ED41-01BB-FC92-822B35565D68}"/>
                </a:ext>
              </a:extLst>
            </p:cNvPr>
            <p:cNvSpPr/>
            <p:nvPr/>
          </p:nvSpPr>
          <p:spPr>
            <a:xfrm rot="2719156">
              <a:off x="2083934" y="4438239"/>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0" name="Freeform: Shape 1089">
            <a:extLst>
              <a:ext uri="{FF2B5EF4-FFF2-40B4-BE49-F238E27FC236}">
                <a16:creationId xmlns:a16="http://schemas.microsoft.com/office/drawing/2014/main" id="{0276DCEB-C07C-C80B-E519-6AD18988BE1C}"/>
              </a:ext>
            </a:extLst>
          </p:cNvPr>
          <p:cNvSpPr/>
          <p:nvPr/>
        </p:nvSpPr>
        <p:spPr>
          <a:xfrm flipH="1">
            <a:off x="6862132" y="4362610"/>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9" name="Group 18">
            <a:extLst>
              <a:ext uri="{FF2B5EF4-FFF2-40B4-BE49-F238E27FC236}">
                <a16:creationId xmlns:a16="http://schemas.microsoft.com/office/drawing/2014/main" id="{54543E28-E959-C0E5-3C0D-4B050282D937}"/>
              </a:ext>
            </a:extLst>
          </p:cNvPr>
          <p:cNvGrpSpPr/>
          <p:nvPr/>
        </p:nvGrpSpPr>
        <p:grpSpPr>
          <a:xfrm>
            <a:off x="6956474" y="4379763"/>
            <a:ext cx="178065" cy="178065"/>
            <a:chOff x="6956474" y="4379763"/>
            <a:chExt cx="178065" cy="178065"/>
          </a:xfrm>
        </p:grpSpPr>
        <p:sp>
          <p:nvSpPr>
            <p:cNvPr id="1091" name="Flowchart: Summing Junction 1090">
              <a:extLst>
                <a:ext uri="{FF2B5EF4-FFF2-40B4-BE49-F238E27FC236}">
                  <a16:creationId xmlns:a16="http://schemas.microsoft.com/office/drawing/2014/main" id="{09888F85-E4E3-59C1-1336-0ED68ECB8D97}"/>
                </a:ext>
              </a:extLst>
            </p:cNvPr>
            <p:cNvSpPr/>
            <p:nvPr/>
          </p:nvSpPr>
          <p:spPr>
            <a:xfrm flipH="1">
              <a:off x="6956474" y="4379763"/>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2" name="Flowchart: Summing Junction 1091">
              <a:extLst>
                <a:ext uri="{FF2B5EF4-FFF2-40B4-BE49-F238E27FC236}">
                  <a16:creationId xmlns:a16="http://schemas.microsoft.com/office/drawing/2014/main" id="{30064A7C-2CCC-F509-4DC3-D9CBEE19DD92}"/>
                </a:ext>
              </a:extLst>
            </p:cNvPr>
            <p:cNvSpPr/>
            <p:nvPr/>
          </p:nvSpPr>
          <p:spPr>
            <a:xfrm rot="18880844" flipH="1">
              <a:off x="6956474" y="4379763"/>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3" name="Oval 52">
            <a:extLst>
              <a:ext uri="{FF2B5EF4-FFF2-40B4-BE49-F238E27FC236}">
                <a16:creationId xmlns:a16="http://schemas.microsoft.com/office/drawing/2014/main" id="{F5A91CCE-6EEC-05FF-CFDA-B796F1A1C73D}"/>
              </a:ext>
            </a:extLst>
          </p:cNvPr>
          <p:cNvSpPr/>
          <p:nvPr/>
        </p:nvSpPr>
        <p:spPr>
          <a:xfrm>
            <a:off x="6654448"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EFD2E953-142B-70C5-BD96-DA991E88C84F}"/>
              </a:ext>
            </a:extLst>
          </p:cNvPr>
          <p:cNvSpPr/>
          <p:nvPr/>
        </p:nvSpPr>
        <p:spPr>
          <a:xfrm>
            <a:off x="8144020"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Summing Junction 55">
            <a:extLst>
              <a:ext uri="{FF2B5EF4-FFF2-40B4-BE49-F238E27FC236}">
                <a16:creationId xmlns:a16="http://schemas.microsoft.com/office/drawing/2014/main" id="{B4EB9012-9BE6-5C53-E565-DCCE81CF88B8}"/>
              </a:ext>
            </a:extLst>
          </p:cNvPr>
          <p:cNvSpPr/>
          <p:nvPr/>
        </p:nvSpPr>
        <p:spPr>
          <a:xfrm>
            <a:off x="6654807" y="4687505"/>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Summing Junction 56">
            <a:extLst>
              <a:ext uri="{FF2B5EF4-FFF2-40B4-BE49-F238E27FC236}">
                <a16:creationId xmlns:a16="http://schemas.microsoft.com/office/drawing/2014/main" id="{479C1CBF-C0A2-200A-0B7B-4FDFF9BF2D6B}"/>
              </a:ext>
            </a:extLst>
          </p:cNvPr>
          <p:cNvSpPr/>
          <p:nvPr/>
        </p:nvSpPr>
        <p:spPr>
          <a:xfrm>
            <a:off x="8146835" y="468269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4EFC0E18-3522-1FA4-6838-B7CD9994D345}"/>
              </a:ext>
            </a:extLst>
          </p:cNvPr>
          <p:cNvSpPr/>
          <p:nvPr/>
        </p:nvSpPr>
        <p:spPr>
          <a:xfrm>
            <a:off x="3521934" y="4663797"/>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Summing Junction 71">
            <a:extLst>
              <a:ext uri="{FF2B5EF4-FFF2-40B4-BE49-F238E27FC236}">
                <a16:creationId xmlns:a16="http://schemas.microsoft.com/office/drawing/2014/main" id="{F50E3A66-65FC-B5BB-5288-999D2F62612A}"/>
              </a:ext>
            </a:extLst>
          </p:cNvPr>
          <p:cNvSpPr/>
          <p:nvPr/>
        </p:nvSpPr>
        <p:spPr>
          <a:xfrm>
            <a:off x="3519892" y="4660228"/>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02AC8E3F-49EB-55BC-8B92-7E4C95C68B35}"/>
              </a:ext>
            </a:extLst>
          </p:cNvPr>
          <p:cNvSpPr/>
          <p:nvPr/>
        </p:nvSpPr>
        <p:spPr>
          <a:xfrm>
            <a:off x="3363716" y="4659263"/>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Flowchart: Summing Junction 73">
            <a:extLst>
              <a:ext uri="{FF2B5EF4-FFF2-40B4-BE49-F238E27FC236}">
                <a16:creationId xmlns:a16="http://schemas.microsoft.com/office/drawing/2014/main" id="{B9C2E295-24BC-D507-266D-80E74124CAF5}"/>
              </a:ext>
            </a:extLst>
          </p:cNvPr>
          <p:cNvSpPr/>
          <p:nvPr/>
        </p:nvSpPr>
        <p:spPr>
          <a:xfrm>
            <a:off x="3362309" y="466340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E30A7CAE-3E07-2673-9E73-936D02CE4F60}"/>
              </a:ext>
            </a:extLst>
          </p:cNvPr>
          <p:cNvSpPr/>
          <p:nvPr/>
        </p:nvSpPr>
        <p:spPr>
          <a:xfrm>
            <a:off x="2449375" y="468654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Flowchart: Summing Junction 76">
            <a:extLst>
              <a:ext uri="{FF2B5EF4-FFF2-40B4-BE49-F238E27FC236}">
                <a16:creationId xmlns:a16="http://schemas.microsoft.com/office/drawing/2014/main" id="{A03DBF16-2272-8E31-C881-8116DAA4123E}"/>
              </a:ext>
            </a:extLst>
          </p:cNvPr>
          <p:cNvSpPr/>
          <p:nvPr/>
        </p:nvSpPr>
        <p:spPr>
          <a:xfrm>
            <a:off x="2447333" y="4682971"/>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F7B4B499-495F-49AC-07AB-F261E6CD7E39}"/>
              </a:ext>
            </a:extLst>
          </p:cNvPr>
          <p:cNvSpPr/>
          <p:nvPr/>
        </p:nvSpPr>
        <p:spPr>
          <a:xfrm>
            <a:off x="4438235" y="1879560"/>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075" name="Freeform: Shape 1074">
            <a:extLst>
              <a:ext uri="{FF2B5EF4-FFF2-40B4-BE49-F238E27FC236}">
                <a16:creationId xmlns:a16="http://schemas.microsoft.com/office/drawing/2014/main" id="{F7D8F1F4-55CC-D8B1-6F2B-5FF029EDC886}"/>
              </a:ext>
            </a:extLst>
          </p:cNvPr>
          <p:cNvSpPr/>
          <p:nvPr/>
        </p:nvSpPr>
        <p:spPr>
          <a:xfrm rot="16200000">
            <a:off x="4283711" y="328288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49F40E94-8FBC-7B49-6267-18980DE7AF77}"/>
              </a:ext>
            </a:extLst>
          </p:cNvPr>
          <p:cNvGrpSpPr/>
          <p:nvPr/>
        </p:nvGrpSpPr>
        <p:grpSpPr>
          <a:xfrm>
            <a:off x="4332873" y="3345222"/>
            <a:ext cx="178065" cy="178065"/>
            <a:chOff x="4332873" y="3345222"/>
            <a:chExt cx="178065" cy="178065"/>
          </a:xfrm>
        </p:grpSpPr>
        <p:sp>
          <p:nvSpPr>
            <p:cNvPr id="1076" name="Flowchart: Summing Junction 1075">
              <a:extLst>
                <a:ext uri="{FF2B5EF4-FFF2-40B4-BE49-F238E27FC236}">
                  <a16:creationId xmlns:a16="http://schemas.microsoft.com/office/drawing/2014/main" id="{00163642-4D68-830F-4F72-13F864E17003}"/>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7" name="Flowchart: Summing Junction 1076">
              <a:extLst>
                <a:ext uri="{FF2B5EF4-FFF2-40B4-BE49-F238E27FC236}">
                  <a16:creationId xmlns:a16="http://schemas.microsoft.com/office/drawing/2014/main" id="{9FC985DD-BFAF-D193-6BD3-48C069278759}"/>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90" name="Oval 89">
            <a:extLst>
              <a:ext uri="{FF2B5EF4-FFF2-40B4-BE49-F238E27FC236}">
                <a16:creationId xmlns:a16="http://schemas.microsoft.com/office/drawing/2014/main" id="{DEF8D2AC-DC5C-EC04-136E-C468C7D209E2}"/>
              </a:ext>
            </a:extLst>
          </p:cNvPr>
          <p:cNvSpPr/>
          <p:nvPr/>
        </p:nvSpPr>
        <p:spPr>
          <a:xfrm>
            <a:off x="6052663" y="4682691"/>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1" name="Flowchart: Summing Junction 90">
            <a:extLst>
              <a:ext uri="{FF2B5EF4-FFF2-40B4-BE49-F238E27FC236}">
                <a16:creationId xmlns:a16="http://schemas.microsoft.com/office/drawing/2014/main" id="{C9F18CA0-3FF1-D0B1-F334-54E3306EE164}"/>
              </a:ext>
            </a:extLst>
          </p:cNvPr>
          <p:cNvSpPr/>
          <p:nvPr/>
        </p:nvSpPr>
        <p:spPr>
          <a:xfrm>
            <a:off x="6050621" y="4679122"/>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3728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7968A-35AE-7BAC-8EBD-917AC74726F4}"/>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9DCDB21-13FF-1BB0-EBCA-DB6C36E05A73}"/>
              </a:ext>
            </a:extLst>
          </p:cNvPr>
          <p:cNvSpPr/>
          <p:nvPr/>
        </p:nvSpPr>
        <p:spPr>
          <a:xfrm>
            <a:off x="1897380" y="954701"/>
            <a:ext cx="7632700" cy="4348819"/>
          </a:xfrm>
          <a:prstGeom prst="rect">
            <a:avLst/>
          </a:prstGeom>
          <a:solidFill>
            <a:schemeClr val="bg1">
              <a:lumMod val="85000"/>
            </a:schemeClr>
          </a:solidFill>
          <a:ln w="101600" cmpd="tri">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C282800-1217-DD55-DCC3-F5187DD1C2C0}"/>
              </a:ext>
            </a:extLst>
          </p:cNvPr>
          <p:cNvSpPr/>
          <p:nvPr/>
        </p:nvSpPr>
        <p:spPr>
          <a:xfrm>
            <a:off x="3726043" y="1038733"/>
            <a:ext cx="5734050" cy="4182766"/>
          </a:xfrm>
          <a:prstGeom prst="rect">
            <a:avLst/>
          </a:prstGeom>
          <a:solidFill>
            <a:schemeClr val="tx2">
              <a:lumMod val="10000"/>
              <a:lumOff val="90000"/>
            </a:schemeClr>
          </a:solidFill>
          <a:ln w="76200" cmpd="sng">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Oval 1">
            <a:extLst>
              <a:ext uri="{FF2B5EF4-FFF2-40B4-BE49-F238E27FC236}">
                <a16:creationId xmlns:a16="http://schemas.microsoft.com/office/drawing/2014/main" id="{95C928A3-6B32-593E-F8EB-394EAC4102E1}"/>
              </a:ext>
            </a:extLst>
          </p:cNvPr>
          <p:cNvSpPr/>
          <p:nvPr/>
        </p:nvSpPr>
        <p:spPr>
          <a:xfrm>
            <a:off x="4593803" y="2201917"/>
            <a:ext cx="2365309" cy="2099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5E77E2ED-F59A-CEB9-9F80-DD96BF00ECC2}"/>
              </a:ext>
            </a:extLst>
          </p:cNvPr>
          <p:cNvSpPr/>
          <p:nvPr/>
        </p:nvSpPr>
        <p:spPr>
          <a:xfrm>
            <a:off x="4667596" y="2209612"/>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78C99710-165D-2E4C-74DC-033A729FAA65}"/>
              </a:ext>
            </a:extLst>
          </p:cNvPr>
          <p:cNvSpPr/>
          <p:nvPr/>
        </p:nvSpPr>
        <p:spPr>
          <a:xfrm flipH="1">
            <a:off x="5301646" y="2052672"/>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Free-form: Shape 139">
            <a:extLst>
              <a:ext uri="{FF2B5EF4-FFF2-40B4-BE49-F238E27FC236}">
                <a16:creationId xmlns:a16="http://schemas.microsoft.com/office/drawing/2014/main" id="{27528817-BB9C-DA47-653B-4D484BD1D085}"/>
              </a:ext>
            </a:extLst>
          </p:cNvPr>
          <p:cNvSpPr/>
          <p:nvPr/>
        </p:nvSpPr>
        <p:spPr>
          <a:xfrm rot="5400000">
            <a:off x="5281573" y="2921187"/>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2">
            <a:extLst>
              <a:ext uri="{FF2B5EF4-FFF2-40B4-BE49-F238E27FC236}">
                <a16:creationId xmlns:a16="http://schemas.microsoft.com/office/drawing/2014/main" id="{AB8ED15F-845E-A7F0-6DD1-5F6D1D083499}"/>
              </a:ext>
            </a:extLst>
          </p:cNvPr>
          <p:cNvSpPr/>
          <p:nvPr/>
        </p:nvSpPr>
        <p:spPr>
          <a:xfrm flipH="1">
            <a:off x="5953747" y="21035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397CAD9C-F362-B2D8-69AC-3CEBA1E2F3C5}"/>
              </a:ext>
            </a:extLst>
          </p:cNvPr>
          <p:cNvSpPr/>
          <p:nvPr/>
        </p:nvSpPr>
        <p:spPr>
          <a:xfrm flipH="1">
            <a:off x="7313876" y="1729995"/>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gradFill>
            <a:gsLst>
              <a:gs pos="20000">
                <a:srgbClr val="FF0800"/>
              </a:gs>
              <a:gs pos="0">
                <a:srgbClr val="FF0000"/>
              </a:gs>
              <a:gs pos="90000">
                <a:srgbClr val="FFFF00"/>
              </a:gs>
              <a:gs pos="50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F0D43911-889E-47AF-3E78-BFB3A056539B}"/>
              </a:ext>
            </a:extLst>
          </p:cNvPr>
          <p:cNvSpPr/>
          <p:nvPr/>
        </p:nvSpPr>
        <p:spPr>
          <a:xfrm>
            <a:off x="8369037" y="2229787"/>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gradFill>
            <a:gsLst>
              <a:gs pos="0">
                <a:srgbClr val="FF0000"/>
              </a:gs>
              <a:gs pos="50000">
                <a:srgbClr val="FFC000"/>
              </a:gs>
              <a:gs pos="10000">
                <a:srgbClr val="FF0000"/>
              </a:gs>
              <a:gs pos="90000">
                <a:srgbClr val="FFFF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Freeform: Shape 62">
            <a:extLst>
              <a:ext uri="{FF2B5EF4-FFF2-40B4-BE49-F238E27FC236}">
                <a16:creationId xmlns:a16="http://schemas.microsoft.com/office/drawing/2014/main" id="{FEA0BAEF-4CEB-8301-BA2E-11EF6ABEB54F}"/>
              </a:ext>
            </a:extLst>
          </p:cNvPr>
          <p:cNvSpPr/>
          <p:nvPr/>
        </p:nvSpPr>
        <p:spPr>
          <a:xfrm>
            <a:off x="-326354" y="1729309"/>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gradFill>
            <a:gsLst>
              <a:gs pos="0">
                <a:schemeClr val="accent4">
                  <a:lumMod val="40000"/>
                  <a:lumOff val="60000"/>
                </a:schemeClr>
              </a:gs>
              <a:gs pos="100000">
                <a:schemeClr val="accent4">
                  <a:lumMod val="50000"/>
                </a:schemeClr>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1" name="Free-form: Shape 140">
            <a:extLst>
              <a:ext uri="{FF2B5EF4-FFF2-40B4-BE49-F238E27FC236}">
                <a16:creationId xmlns:a16="http://schemas.microsoft.com/office/drawing/2014/main" id="{2317B984-D495-01D4-F1F6-C6CFB53E4EEB}"/>
              </a:ext>
            </a:extLst>
          </p:cNvPr>
          <p:cNvSpPr/>
          <p:nvPr/>
        </p:nvSpPr>
        <p:spPr>
          <a:xfrm>
            <a:off x="2519361" y="2083432"/>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63" name="Arrow: Right 1162">
            <a:extLst>
              <a:ext uri="{FF2B5EF4-FFF2-40B4-BE49-F238E27FC236}">
                <a16:creationId xmlns:a16="http://schemas.microsoft.com/office/drawing/2014/main" id="{232526BF-D9F0-ECBF-528E-7DC998EA812F}"/>
              </a:ext>
            </a:extLst>
          </p:cNvPr>
          <p:cNvSpPr/>
          <p:nvPr/>
        </p:nvSpPr>
        <p:spPr>
          <a:xfrm rot="10800000" flipH="1">
            <a:off x="3957806" y="4220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Shape 29">
            <a:extLst>
              <a:ext uri="{FF2B5EF4-FFF2-40B4-BE49-F238E27FC236}">
                <a16:creationId xmlns:a16="http://schemas.microsoft.com/office/drawing/2014/main" id="{79D8915F-F24A-5C36-0A15-DED8A9ADCBFB}"/>
              </a:ext>
            </a:extLst>
          </p:cNvPr>
          <p:cNvSpPr/>
          <p:nvPr/>
        </p:nvSpPr>
        <p:spPr>
          <a:xfrm>
            <a:off x="2557460" y="1884112"/>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cxnSp>
        <p:nvCxnSpPr>
          <p:cNvPr id="79" name="Straight Connector 78">
            <a:extLst>
              <a:ext uri="{FF2B5EF4-FFF2-40B4-BE49-F238E27FC236}">
                <a16:creationId xmlns:a16="http://schemas.microsoft.com/office/drawing/2014/main" id="{30B13C47-2234-1CDD-4018-6C51D4C5CB2A}"/>
              </a:ext>
            </a:extLst>
          </p:cNvPr>
          <p:cNvCxnSpPr/>
          <p:nvPr/>
        </p:nvCxnSpPr>
        <p:spPr>
          <a:xfrm>
            <a:off x="3905501" y="4075971"/>
            <a:ext cx="0" cy="86884"/>
          </a:xfrm>
          <a:prstGeom prst="line">
            <a:avLst/>
          </a:prstGeom>
          <a:ln w="28575"/>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DF6A3811-27A8-7666-AB0B-BFA0D5335A46}"/>
              </a:ext>
            </a:extLst>
          </p:cNvPr>
          <p:cNvCxnSpPr/>
          <p:nvPr/>
        </p:nvCxnSpPr>
        <p:spPr>
          <a:xfrm>
            <a:off x="3988845" y="4075971"/>
            <a:ext cx="0" cy="86884"/>
          </a:xfrm>
          <a:prstGeom prst="line">
            <a:avLst/>
          </a:prstGeom>
          <a:ln w="28575"/>
        </p:spPr>
        <p:style>
          <a:lnRef idx="2">
            <a:schemeClr val="dk1"/>
          </a:lnRef>
          <a:fillRef idx="0">
            <a:schemeClr val="dk1"/>
          </a:fillRef>
          <a:effectRef idx="1">
            <a:schemeClr val="dk1"/>
          </a:effectRef>
          <a:fontRef idx="minor">
            <a:schemeClr val="tx1"/>
          </a:fontRef>
        </p:style>
      </p:cxnSp>
      <p:sp>
        <p:nvSpPr>
          <p:cNvPr id="143" name="Freeform: Shape 63">
            <a:extLst>
              <a:ext uri="{FF2B5EF4-FFF2-40B4-BE49-F238E27FC236}">
                <a16:creationId xmlns:a16="http://schemas.microsoft.com/office/drawing/2014/main" id="{AACD0606-F712-A518-F9EB-FB0CAF6EEB76}"/>
              </a:ext>
            </a:extLst>
          </p:cNvPr>
          <p:cNvSpPr/>
          <p:nvPr/>
        </p:nvSpPr>
        <p:spPr>
          <a:xfrm>
            <a:off x="2174831" y="4704242"/>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9" name="Free-form: Shape 138">
            <a:extLst>
              <a:ext uri="{FF2B5EF4-FFF2-40B4-BE49-F238E27FC236}">
                <a16:creationId xmlns:a16="http://schemas.microsoft.com/office/drawing/2014/main" id="{A11D8DAD-7E68-81BD-5356-B7624D5F0CEB}"/>
              </a:ext>
            </a:extLst>
          </p:cNvPr>
          <p:cNvSpPr/>
          <p:nvPr/>
        </p:nvSpPr>
        <p:spPr>
          <a:xfrm>
            <a:off x="5873771" y="1054255"/>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0" name="Freeform: Shape 69">
            <a:extLst>
              <a:ext uri="{FF2B5EF4-FFF2-40B4-BE49-F238E27FC236}">
                <a16:creationId xmlns:a16="http://schemas.microsoft.com/office/drawing/2014/main" id="{2192E567-E1C2-8B46-A01C-3B5698ED9ECE}"/>
              </a:ext>
            </a:extLst>
          </p:cNvPr>
          <p:cNvSpPr/>
          <p:nvPr/>
        </p:nvSpPr>
        <p:spPr>
          <a:xfrm>
            <a:off x="3005139" y="4705347"/>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F96D34B9-53E3-1A31-0002-AAE0BF2E5EB2}"/>
              </a:ext>
            </a:extLst>
          </p:cNvPr>
          <p:cNvSpPr/>
          <p:nvPr/>
        </p:nvSpPr>
        <p:spPr>
          <a:xfrm>
            <a:off x="3800475" y="4705348"/>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Freeform: Shape 46">
            <a:extLst>
              <a:ext uri="{FF2B5EF4-FFF2-40B4-BE49-F238E27FC236}">
                <a16:creationId xmlns:a16="http://schemas.microsoft.com/office/drawing/2014/main" id="{22EA6290-DDD7-0226-706E-880D4D2311DE}"/>
              </a:ext>
            </a:extLst>
          </p:cNvPr>
          <p:cNvSpPr/>
          <p:nvPr/>
        </p:nvSpPr>
        <p:spPr>
          <a:xfrm>
            <a:off x="6272948" y="4717912"/>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82C8A1C3-E86D-B925-5F4A-8CF0D33CC74F}"/>
              </a:ext>
            </a:extLst>
          </p:cNvPr>
          <p:cNvSpPr/>
          <p:nvPr/>
        </p:nvSpPr>
        <p:spPr>
          <a:xfrm>
            <a:off x="7385901" y="4717912"/>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55" name="Freeform: Shape 1054">
            <a:extLst>
              <a:ext uri="{FF2B5EF4-FFF2-40B4-BE49-F238E27FC236}">
                <a16:creationId xmlns:a16="http://schemas.microsoft.com/office/drawing/2014/main" id="{5668C3D6-FA02-CB7E-7B51-073CC0F4207B}"/>
              </a:ext>
            </a:extLst>
          </p:cNvPr>
          <p:cNvSpPr/>
          <p:nvPr/>
        </p:nvSpPr>
        <p:spPr>
          <a:xfrm>
            <a:off x="4668872" y="422070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D5E62536-F96E-4B43-D7D3-4372E26E22BA}"/>
              </a:ext>
            </a:extLst>
          </p:cNvPr>
          <p:cNvGrpSpPr/>
          <p:nvPr/>
        </p:nvGrpSpPr>
        <p:grpSpPr>
          <a:xfrm flipH="1">
            <a:off x="4687012" y="4237862"/>
            <a:ext cx="178065" cy="178065"/>
            <a:chOff x="4839416" y="4237862"/>
            <a:chExt cx="178065" cy="178065"/>
          </a:xfrm>
        </p:grpSpPr>
        <p:sp>
          <p:nvSpPr>
            <p:cNvPr id="1056" name="Flowchart: Summing Junction 1055">
              <a:extLst>
                <a:ext uri="{FF2B5EF4-FFF2-40B4-BE49-F238E27FC236}">
                  <a16:creationId xmlns:a16="http://schemas.microsoft.com/office/drawing/2014/main" id="{F8CBC5D9-E851-505F-1912-45ED17A917DF}"/>
                </a:ext>
              </a:extLst>
            </p:cNvPr>
            <p:cNvSpPr/>
            <p:nvPr/>
          </p:nvSpPr>
          <p:spPr>
            <a:xfrm flipH="1">
              <a:off x="4839416" y="423786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57" name="Flowchart: Summing Junction 1056">
              <a:extLst>
                <a:ext uri="{FF2B5EF4-FFF2-40B4-BE49-F238E27FC236}">
                  <a16:creationId xmlns:a16="http://schemas.microsoft.com/office/drawing/2014/main" id="{BD970DC4-49FC-749B-0622-00380C9CEFE3}"/>
                </a:ext>
              </a:extLst>
            </p:cNvPr>
            <p:cNvSpPr/>
            <p:nvPr/>
          </p:nvSpPr>
          <p:spPr>
            <a:xfrm rot="18880844" flipH="1">
              <a:off x="4839416" y="423786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59" name="Freeform: Shape 1058">
            <a:extLst>
              <a:ext uri="{FF2B5EF4-FFF2-40B4-BE49-F238E27FC236}">
                <a16:creationId xmlns:a16="http://schemas.microsoft.com/office/drawing/2014/main" id="{EEABCFD0-F13D-0241-4061-93A58D8D0A94}"/>
              </a:ext>
            </a:extLst>
          </p:cNvPr>
          <p:cNvSpPr/>
          <p:nvPr/>
        </p:nvSpPr>
        <p:spPr>
          <a:xfrm flipH="1">
            <a:off x="7852393" y="4422277"/>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1" name="Group 20">
            <a:extLst>
              <a:ext uri="{FF2B5EF4-FFF2-40B4-BE49-F238E27FC236}">
                <a16:creationId xmlns:a16="http://schemas.microsoft.com/office/drawing/2014/main" id="{6542C42B-E5AA-0FDF-ECD6-1A41D040DA48}"/>
              </a:ext>
            </a:extLst>
          </p:cNvPr>
          <p:cNvGrpSpPr/>
          <p:nvPr/>
        </p:nvGrpSpPr>
        <p:grpSpPr>
          <a:xfrm>
            <a:off x="7946735" y="4439430"/>
            <a:ext cx="178065" cy="178065"/>
            <a:chOff x="7946735" y="4439430"/>
            <a:chExt cx="178065" cy="178065"/>
          </a:xfrm>
        </p:grpSpPr>
        <p:sp>
          <p:nvSpPr>
            <p:cNvPr id="1060" name="Flowchart: Summing Junction 1059">
              <a:extLst>
                <a:ext uri="{FF2B5EF4-FFF2-40B4-BE49-F238E27FC236}">
                  <a16:creationId xmlns:a16="http://schemas.microsoft.com/office/drawing/2014/main" id="{72519D97-7C28-C54C-BF41-5FF1EF82B13B}"/>
                </a:ext>
              </a:extLst>
            </p:cNvPr>
            <p:cNvSpPr/>
            <p:nvPr/>
          </p:nvSpPr>
          <p:spPr>
            <a:xfrm flipH="1">
              <a:off x="7946735" y="4439430"/>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1" name="Flowchart: Summing Junction 1060">
              <a:extLst>
                <a:ext uri="{FF2B5EF4-FFF2-40B4-BE49-F238E27FC236}">
                  <a16:creationId xmlns:a16="http://schemas.microsoft.com/office/drawing/2014/main" id="{AB374DC0-92E4-A55E-F10A-53758A6C6271}"/>
                </a:ext>
              </a:extLst>
            </p:cNvPr>
            <p:cNvSpPr/>
            <p:nvPr/>
          </p:nvSpPr>
          <p:spPr>
            <a:xfrm rot="18880844" flipH="1">
              <a:off x="7946735" y="4439430"/>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3" name="Freeform: Shape 1062">
            <a:extLst>
              <a:ext uri="{FF2B5EF4-FFF2-40B4-BE49-F238E27FC236}">
                <a16:creationId xmlns:a16="http://schemas.microsoft.com/office/drawing/2014/main" id="{37D0169D-E85A-F980-5B2E-C3FC3C4A42E6}"/>
              </a:ext>
            </a:extLst>
          </p:cNvPr>
          <p:cNvSpPr/>
          <p:nvPr/>
        </p:nvSpPr>
        <p:spPr>
          <a:xfrm flipH="1">
            <a:off x="9036230" y="399814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2" name="Group 21">
            <a:extLst>
              <a:ext uri="{FF2B5EF4-FFF2-40B4-BE49-F238E27FC236}">
                <a16:creationId xmlns:a16="http://schemas.microsoft.com/office/drawing/2014/main" id="{7DD50D2B-667B-6882-BF70-1440520C6CC1}"/>
              </a:ext>
            </a:extLst>
          </p:cNvPr>
          <p:cNvGrpSpPr/>
          <p:nvPr/>
        </p:nvGrpSpPr>
        <p:grpSpPr>
          <a:xfrm flipH="1">
            <a:off x="9134346" y="4015298"/>
            <a:ext cx="178065" cy="178065"/>
            <a:chOff x="8972420" y="4015298"/>
            <a:chExt cx="178065" cy="178065"/>
          </a:xfrm>
        </p:grpSpPr>
        <p:sp>
          <p:nvSpPr>
            <p:cNvPr id="1064" name="Flowchart: Summing Junction 1063">
              <a:extLst>
                <a:ext uri="{FF2B5EF4-FFF2-40B4-BE49-F238E27FC236}">
                  <a16:creationId xmlns:a16="http://schemas.microsoft.com/office/drawing/2014/main" id="{E1F6F06A-64A4-ABFC-903C-95EC1F681DCE}"/>
                </a:ext>
              </a:extLst>
            </p:cNvPr>
            <p:cNvSpPr/>
            <p:nvPr/>
          </p:nvSpPr>
          <p:spPr>
            <a:xfrm>
              <a:off x="8972420" y="401529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5" name="Flowchart: Summing Junction 1064">
              <a:extLst>
                <a:ext uri="{FF2B5EF4-FFF2-40B4-BE49-F238E27FC236}">
                  <a16:creationId xmlns:a16="http://schemas.microsoft.com/office/drawing/2014/main" id="{B57A0463-B762-89F7-2B19-A8CAA1870B71}"/>
                </a:ext>
              </a:extLst>
            </p:cNvPr>
            <p:cNvSpPr/>
            <p:nvPr/>
          </p:nvSpPr>
          <p:spPr>
            <a:xfrm rot="2719156">
              <a:off x="8972420" y="401529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7" name="Freeform: Shape 1066">
            <a:extLst>
              <a:ext uri="{FF2B5EF4-FFF2-40B4-BE49-F238E27FC236}">
                <a16:creationId xmlns:a16="http://schemas.microsoft.com/office/drawing/2014/main" id="{967ED5F9-C6C2-A2E1-B42D-0129023CDF55}"/>
              </a:ext>
            </a:extLst>
          </p:cNvPr>
          <p:cNvSpPr/>
          <p:nvPr/>
        </p:nvSpPr>
        <p:spPr>
          <a:xfrm flipH="1">
            <a:off x="6548102" y="413809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0" name="Group 19">
            <a:extLst>
              <a:ext uri="{FF2B5EF4-FFF2-40B4-BE49-F238E27FC236}">
                <a16:creationId xmlns:a16="http://schemas.microsoft.com/office/drawing/2014/main" id="{9A77647D-CE58-9B7C-3561-0CB3C3159078}"/>
              </a:ext>
            </a:extLst>
          </p:cNvPr>
          <p:cNvGrpSpPr/>
          <p:nvPr/>
        </p:nvGrpSpPr>
        <p:grpSpPr>
          <a:xfrm>
            <a:off x="6642444" y="4155248"/>
            <a:ext cx="178065" cy="178065"/>
            <a:chOff x="6642444" y="4155248"/>
            <a:chExt cx="178065" cy="178065"/>
          </a:xfrm>
        </p:grpSpPr>
        <p:sp>
          <p:nvSpPr>
            <p:cNvPr id="1068" name="Flowchart: Summing Junction 1067">
              <a:extLst>
                <a:ext uri="{FF2B5EF4-FFF2-40B4-BE49-F238E27FC236}">
                  <a16:creationId xmlns:a16="http://schemas.microsoft.com/office/drawing/2014/main" id="{858D6856-B7A7-02E8-4884-81B111D7998B}"/>
                </a:ext>
              </a:extLst>
            </p:cNvPr>
            <p:cNvSpPr/>
            <p:nvPr/>
          </p:nvSpPr>
          <p:spPr>
            <a:xfrm flipH="1">
              <a:off x="6642444" y="415524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9" name="Flowchart: Summing Junction 1068">
              <a:extLst>
                <a:ext uri="{FF2B5EF4-FFF2-40B4-BE49-F238E27FC236}">
                  <a16:creationId xmlns:a16="http://schemas.microsoft.com/office/drawing/2014/main" id="{CEA0EFF7-0C5D-5D49-A45F-A1A31C632DD7}"/>
                </a:ext>
              </a:extLst>
            </p:cNvPr>
            <p:cNvSpPr/>
            <p:nvPr/>
          </p:nvSpPr>
          <p:spPr>
            <a:xfrm rot="18880844" flipH="1">
              <a:off x="6642444" y="415524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71" name="Freeform: Shape 1070">
            <a:extLst>
              <a:ext uri="{FF2B5EF4-FFF2-40B4-BE49-F238E27FC236}">
                <a16:creationId xmlns:a16="http://schemas.microsoft.com/office/drawing/2014/main" id="{A734307D-BFE1-62BE-E058-7091A4998158}"/>
              </a:ext>
            </a:extLst>
          </p:cNvPr>
          <p:cNvSpPr/>
          <p:nvPr/>
        </p:nvSpPr>
        <p:spPr>
          <a:xfrm>
            <a:off x="2066781" y="442108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8" name="Group 17">
            <a:extLst>
              <a:ext uri="{FF2B5EF4-FFF2-40B4-BE49-F238E27FC236}">
                <a16:creationId xmlns:a16="http://schemas.microsoft.com/office/drawing/2014/main" id="{6842D814-866D-76C0-BA0E-48BA7D33F62E}"/>
              </a:ext>
            </a:extLst>
          </p:cNvPr>
          <p:cNvGrpSpPr/>
          <p:nvPr/>
        </p:nvGrpSpPr>
        <p:grpSpPr>
          <a:xfrm>
            <a:off x="2083934" y="4438239"/>
            <a:ext cx="178065" cy="178065"/>
            <a:chOff x="2083934" y="4438239"/>
            <a:chExt cx="178065" cy="178065"/>
          </a:xfrm>
        </p:grpSpPr>
        <p:sp>
          <p:nvSpPr>
            <p:cNvPr id="1072" name="Flowchart: Summing Junction 1071">
              <a:extLst>
                <a:ext uri="{FF2B5EF4-FFF2-40B4-BE49-F238E27FC236}">
                  <a16:creationId xmlns:a16="http://schemas.microsoft.com/office/drawing/2014/main" id="{94786763-8811-E5BE-F044-31E4428C83EF}"/>
                </a:ext>
              </a:extLst>
            </p:cNvPr>
            <p:cNvSpPr/>
            <p:nvPr/>
          </p:nvSpPr>
          <p:spPr>
            <a:xfrm>
              <a:off x="2083934" y="4438239"/>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3" name="Flowchart: Summing Junction 1072">
              <a:extLst>
                <a:ext uri="{FF2B5EF4-FFF2-40B4-BE49-F238E27FC236}">
                  <a16:creationId xmlns:a16="http://schemas.microsoft.com/office/drawing/2014/main" id="{C449E730-27B3-C1A3-802E-39928A6A8C6E}"/>
                </a:ext>
              </a:extLst>
            </p:cNvPr>
            <p:cNvSpPr/>
            <p:nvPr/>
          </p:nvSpPr>
          <p:spPr>
            <a:xfrm rot="2719156">
              <a:off x="2083934" y="4438239"/>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0" name="Freeform: Shape 1089">
            <a:extLst>
              <a:ext uri="{FF2B5EF4-FFF2-40B4-BE49-F238E27FC236}">
                <a16:creationId xmlns:a16="http://schemas.microsoft.com/office/drawing/2014/main" id="{C62FF0CC-A914-3D05-9E2F-E4D2FEE3F446}"/>
              </a:ext>
            </a:extLst>
          </p:cNvPr>
          <p:cNvSpPr/>
          <p:nvPr/>
        </p:nvSpPr>
        <p:spPr>
          <a:xfrm flipH="1">
            <a:off x="6862132" y="4362610"/>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9" name="Group 18">
            <a:extLst>
              <a:ext uri="{FF2B5EF4-FFF2-40B4-BE49-F238E27FC236}">
                <a16:creationId xmlns:a16="http://schemas.microsoft.com/office/drawing/2014/main" id="{4A804B4C-400B-0172-75C5-4E9E68BD80EA}"/>
              </a:ext>
            </a:extLst>
          </p:cNvPr>
          <p:cNvGrpSpPr/>
          <p:nvPr/>
        </p:nvGrpSpPr>
        <p:grpSpPr>
          <a:xfrm>
            <a:off x="6956474" y="4379763"/>
            <a:ext cx="178065" cy="178065"/>
            <a:chOff x="6956474" y="4379763"/>
            <a:chExt cx="178065" cy="178065"/>
          </a:xfrm>
        </p:grpSpPr>
        <p:sp>
          <p:nvSpPr>
            <p:cNvPr id="1091" name="Flowchart: Summing Junction 1090">
              <a:extLst>
                <a:ext uri="{FF2B5EF4-FFF2-40B4-BE49-F238E27FC236}">
                  <a16:creationId xmlns:a16="http://schemas.microsoft.com/office/drawing/2014/main" id="{DFF3D33E-737E-6142-8E4C-878E73602532}"/>
                </a:ext>
              </a:extLst>
            </p:cNvPr>
            <p:cNvSpPr/>
            <p:nvPr/>
          </p:nvSpPr>
          <p:spPr>
            <a:xfrm flipH="1">
              <a:off x="6956474" y="4379763"/>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2" name="Flowchart: Summing Junction 1091">
              <a:extLst>
                <a:ext uri="{FF2B5EF4-FFF2-40B4-BE49-F238E27FC236}">
                  <a16:creationId xmlns:a16="http://schemas.microsoft.com/office/drawing/2014/main" id="{7D3CECCC-AE75-7879-ED5E-54A6C5E42C58}"/>
                </a:ext>
              </a:extLst>
            </p:cNvPr>
            <p:cNvSpPr/>
            <p:nvPr/>
          </p:nvSpPr>
          <p:spPr>
            <a:xfrm rot="18880844" flipH="1">
              <a:off x="6956474" y="4379763"/>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3" name="Rectangle 1092">
            <a:extLst>
              <a:ext uri="{FF2B5EF4-FFF2-40B4-BE49-F238E27FC236}">
                <a16:creationId xmlns:a16="http://schemas.microsoft.com/office/drawing/2014/main" id="{0DC85137-292B-25C9-4773-561EEAA0E7A4}"/>
              </a:ext>
            </a:extLst>
          </p:cNvPr>
          <p:cNvSpPr/>
          <p:nvPr/>
        </p:nvSpPr>
        <p:spPr>
          <a:xfrm>
            <a:off x="2213892" y="870663"/>
            <a:ext cx="757907"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30 mbar</a:t>
            </a:r>
          </a:p>
        </p:txBody>
      </p:sp>
      <p:sp>
        <p:nvSpPr>
          <p:cNvPr id="52" name="Oval 51">
            <a:extLst>
              <a:ext uri="{FF2B5EF4-FFF2-40B4-BE49-F238E27FC236}">
                <a16:creationId xmlns:a16="http://schemas.microsoft.com/office/drawing/2014/main" id="{93495DAE-35C7-3B2E-B8AF-E8690CE3A7E1}"/>
              </a:ext>
            </a:extLst>
          </p:cNvPr>
          <p:cNvSpPr/>
          <p:nvPr/>
        </p:nvSpPr>
        <p:spPr>
          <a:xfrm>
            <a:off x="6052663" y="4682691"/>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Oval 52">
            <a:extLst>
              <a:ext uri="{FF2B5EF4-FFF2-40B4-BE49-F238E27FC236}">
                <a16:creationId xmlns:a16="http://schemas.microsoft.com/office/drawing/2014/main" id="{75CDCB88-B35E-8840-EBB6-38CEDF93AFD3}"/>
              </a:ext>
            </a:extLst>
          </p:cNvPr>
          <p:cNvSpPr/>
          <p:nvPr/>
        </p:nvSpPr>
        <p:spPr>
          <a:xfrm>
            <a:off x="6654448"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B94F562F-D0E4-2B14-3FBB-970C8933E7A2}"/>
              </a:ext>
            </a:extLst>
          </p:cNvPr>
          <p:cNvSpPr/>
          <p:nvPr/>
        </p:nvSpPr>
        <p:spPr>
          <a:xfrm>
            <a:off x="8144020"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Flowchart: Summing Junction 54">
            <a:extLst>
              <a:ext uri="{FF2B5EF4-FFF2-40B4-BE49-F238E27FC236}">
                <a16:creationId xmlns:a16="http://schemas.microsoft.com/office/drawing/2014/main" id="{FCF4544F-4C1D-3268-63C6-6D9FFFDEE71E}"/>
              </a:ext>
            </a:extLst>
          </p:cNvPr>
          <p:cNvSpPr/>
          <p:nvPr/>
        </p:nvSpPr>
        <p:spPr>
          <a:xfrm>
            <a:off x="6050621" y="4679122"/>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Summing Junction 55">
            <a:extLst>
              <a:ext uri="{FF2B5EF4-FFF2-40B4-BE49-F238E27FC236}">
                <a16:creationId xmlns:a16="http://schemas.microsoft.com/office/drawing/2014/main" id="{AA7F402B-E2C5-2556-AB23-FD63BAAEDE67}"/>
              </a:ext>
            </a:extLst>
          </p:cNvPr>
          <p:cNvSpPr/>
          <p:nvPr/>
        </p:nvSpPr>
        <p:spPr>
          <a:xfrm>
            <a:off x="6654807" y="4687505"/>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Summing Junction 56">
            <a:extLst>
              <a:ext uri="{FF2B5EF4-FFF2-40B4-BE49-F238E27FC236}">
                <a16:creationId xmlns:a16="http://schemas.microsoft.com/office/drawing/2014/main" id="{4FAAEE2B-E841-24FA-58A4-E0523EF94AC2}"/>
              </a:ext>
            </a:extLst>
          </p:cNvPr>
          <p:cNvSpPr/>
          <p:nvPr/>
        </p:nvSpPr>
        <p:spPr>
          <a:xfrm>
            <a:off x="8146835" y="468269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100F4B7C-3401-4A7A-448D-84CEA7EFEF9A}"/>
              </a:ext>
            </a:extLst>
          </p:cNvPr>
          <p:cNvSpPr/>
          <p:nvPr/>
        </p:nvSpPr>
        <p:spPr>
          <a:xfrm>
            <a:off x="3521934" y="4663797"/>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Summing Junction 71">
            <a:extLst>
              <a:ext uri="{FF2B5EF4-FFF2-40B4-BE49-F238E27FC236}">
                <a16:creationId xmlns:a16="http://schemas.microsoft.com/office/drawing/2014/main" id="{7C22DF49-0274-9EB0-4146-0329E98A4A88}"/>
              </a:ext>
            </a:extLst>
          </p:cNvPr>
          <p:cNvSpPr/>
          <p:nvPr/>
        </p:nvSpPr>
        <p:spPr>
          <a:xfrm>
            <a:off x="3519892" y="4660228"/>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468EC817-667B-E48D-5B7E-40BB75B08BFA}"/>
              </a:ext>
            </a:extLst>
          </p:cNvPr>
          <p:cNvSpPr/>
          <p:nvPr/>
        </p:nvSpPr>
        <p:spPr>
          <a:xfrm>
            <a:off x="3363716" y="4659263"/>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Flowchart: Summing Junction 73">
            <a:extLst>
              <a:ext uri="{FF2B5EF4-FFF2-40B4-BE49-F238E27FC236}">
                <a16:creationId xmlns:a16="http://schemas.microsoft.com/office/drawing/2014/main" id="{F89D9C13-727B-E9ED-1BE2-FA3C3147C7D6}"/>
              </a:ext>
            </a:extLst>
          </p:cNvPr>
          <p:cNvSpPr/>
          <p:nvPr/>
        </p:nvSpPr>
        <p:spPr>
          <a:xfrm>
            <a:off x="3362309" y="466340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3F176E2D-D760-F081-1991-DB8BAD091B6E}"/>
              </a:ext>
            </a:extLst>
          </p:cNvPr>
          <p:cNvSpPr/>
          <p:nvPr/>
        </p:nvSpPr>
        <p:spPr>
          <a:xfrm>
            <a:off x="2449375" y="468654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Flowchart: Summing Junction 76">
            <a:extLst>
              <a:ext uri="{FF2B5EF4-FFF2-40B4-BE49-F238E27FC236}">
                <a16:creationId xmlns:a16="http://schemas.microsoft.com/office/drawing/2014/main" id="{ACB841D6-C48E-4590-5D03-CE119A056E75}"/>
              </a:ext>
            </a:extLst>
          </p:cNvPr>
          <p:cNvSpPr/>
          <p:nvPr/>
        </p:nvSpPr>
        <p:spPr>
          <a:xfrm>
            <a:off x="2447333" y="4682971"/>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Arrow: Right 181">
            <a:extLst>
              <a:ext uri="{FF2B5EF4-FFF2-40B4-BE49-F238E27FC236}">
                <a16:creationId xmlns:a16="http://schemas.microsoft.com/office/drawing/2014/main" id="{295E58FE-899F-6762-807F-4E295550AB50}"/>
              </a:ext>
            </a:extLst>
          </p:cNvPr>
          <p:cNvSpPr/>
          <p:nvPr/>
        </p:nvSpPr>
        <p:spPr>
          <a:xfrm rot="19348258">
            <a:off x="6444852" y="387754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Arrow: Right 183">
            <a:extLst>
              <a:ext uri="{FF2B5EF4-FFF2-40B4-BE49-F238E27FC236}">
                <a16:creationId xmlns:a16="http://schemas.microsoft.com/office/drawing/2014/main" id="{7F2FCEB5-FD90-E1FC-52D0-1C19A146AED5}"/>
              </a:ext>
            </a:extLst>
          </p:cNvPr>
          <p:cNvSpPr/>
          <p:nvPr/>
        </p:nvSpPr>
        <p:spPr>
          <a:xfrm rot="16200000">
            <a:off x="6740276" y="33070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Arrow: Right 185">
            <a:extLst>
              <a:ext uri="{FF2B5EF4-FFF2-40B4-BE49-F238E27FC236}">
                <a16:creationId xmlns:a16="http://schemas.microsoft.com/office/drawing/2014/main" id="{B842F8D5-7F0E-1620-937F-44A6FF1FED8B}"/>
              </a:ext>
            </a:extLst>
          </p:cNvPr>
          <p:cNvSpPr/>
          <p:nvPr/>
        </p:nvSpPr>
        <p:spPr>
          <a:xfrm rot="13569521">
            <a:off x="6509518" y="267642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F7F237A9-7E39-319D-6770-E7EBEF1BD60A}"/>
              </a:ext>
            </a:extLst>
          </p:cNvPr>
          <p:cNvSpPr/>
          <p:nvPr/>
        </p:nvSpPr>
        <p:spPr>
          <a:xfrm>
            <a:off x="4438235" y="1879560"/>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8" name="Arrow: Right 187">
            <a:extLst>
              <a:ext uri="{FF2B5EF4-FFF2-40B4-BE49-F238E27FC236}">
                <a16:creationId xmlns:a16="http://schemas.microsoft.com/office/drawing/2014/main" id="{A64CD8C8-33A6-B3AA-585B-421A69D685A5}"/>
              </a:ext>
            </a:extLst>
          </p:cNvPr>
          <p:cNvSpPr/>
          <p:nvPr/>
        </p:nvSpPr>
        <p:spPr>
          <a:xfrm rot="14005496">
            <a:off x="6067905" y="236527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Arrow: Right 188">
            <a:extLst>
              <a:ext uri="{FF2B5EF4-FFF2-40B4-BE49-F238E27FC236}">
                <a16:creationId xmlns:a16="http://schemas.microsoft.com/office/drawing/2014/main" id="{05B6E3DC-8CBE-EFD5-4853-5972345E341E}"/>
              </a:ext>
            </a:extLst>
          </p:cNvPr>
          <p:cNvSpPr/>
          <p:nvPr/>
        </p:nvSpPr>
        <p:spPr>
          <a:xfrm rot="21161931">
            <a:off x="6097501" y="220565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Arrow: Right 190">
            <a:extLst>
              <a:ext uri="{FF2B5EF4-FFF2-40B4-BE49-F238E27FC236}">
                <a16:creationId xmlns:a16="http://schemas.microsoft.com/office/drawing/2014/main" id="{DAFDB77D-4917-FC75-770C-DD6A2F3B94F0}"/>
              </a:ext>
            </a:extLst>
          </p:cNvPr>
          <p:cNvSpPr/>
          <p:nvPr/>
        </p:nvSpPr>
        <p:spPr>
          <a:xfrm>
            <a:off x="6663465" y="22007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Arrow: Right 191">
            <a:extLst>
              <a:ext uri="{FF2B5EF4-FFF2-40B4-BE49-F238E27FC236}">
                <a16:creationId xmlns:a16="http://schemas.microsoft.com/office/drawing/2014/main" id="{27EFDB20-A0A5-0771-8851-9CDC8C9E64F9}"/>
              </a:ext>
            </a:extLst>
          </p:cNvPr>
          <p:cNvSpPr/>
          <p:nvPr/>
        </p:nvSpPr>
        <p:spPr>
          <a:xfrm rot="5400000">
            <a:off x="6950300" y="22812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Arrow: Right 193">
            <a:extLst>
              <a:ext uri="{FF2B5EF4-FFF2-40B4-BE49-F238E27FC236}">
                <a16:creationId xmlns:a16="http://schemas.microsoft.com/office/drawing/2014/main" id="{F81FB521-7937-D7E5-228D-91F87D39C7B7}"/>
              </a:ext>
            </a:extLst>
          </p:cNvPr>
          <p:cNvSpPr/>
          <p:nvPr/>
        </p:nvSpPr>
        <p:spPr>
          <a:xfrm rot="5400000">
            <a:off x="6949107" y="28184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Arrow: Right 195">
            <a:extLst>
              <a:ext uri="{FF2B5EF4-FFF2-40B4-BE49-F238E27FC236}">
                <a16:creationId xmlns:a16="http://schemas.microsoft.com/office/drawing/2014/main" id="{FFD7F2E7-1F8E-5B75-6E51-21D7BD56978F}"/>
              </a:ext>
            </a:extLst>
          </p:cNvPr>
          <p:cNvSpPr/>
          <p:nvPr/>
        </p:nvSpPr>
        <p:spPr>
          <a:xfrm rot="5400000">
            <a:off x="6947665" y="33685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Arrow: Right 197">
            <a:extLst>
              <a:ext uri="{FF2B5EF4-FFF2-40B4-BE49-F238E27FC236}">
                <a16:creationId xmlns:a16="http://schemas.microsoft.com/office/drawing/2014/main" id="{0C5BC792-AA57-35E6-0949-BB8730ABC0FD}"/>
              </a:ext>
            </a:extLst>
          </p:cNvPr>
          <p:cNvSpPr/>
          <p:nvPr/>
        </p:nvSpPr>
        <p:spPr>
          <a:xfrm rot="5400000">
            <a:off x="6949086" y="388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Arrow: Right 200">
            <a:extLst>
              <a:ext uri="{FF2B5EF4-FFF2-40B4-BE49-F238E27FC236}">
                <a16:creationId xmlns:a16="http://schemas.microsoft.com/office/drawing/2014/main" id="{D67EB222-8CA1-98A8-CF80-9D84D64E5447}"/>
              </a:ext>
            </a:extLst>
          </p:cNvPr>
          <p:cNvSpPr/>
          <p:nvPr/>
        </p:nvSpPr>
        <p:spPr>
          <a:xfrm rot="10800000">
            <a:off x="6848433" y="42868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Arrow: Right 201">
            <a:extLst>
              <a:ext uri="{FF2B5EF4-FFF2-40B4-BE49-F238E27FC236}">
                <a16:creationId xmlns:a16="http://schemas.microsoft.com/office/drawing/2014/main" id="{4F9F9CF1-ECE5-9F89-BC6E-BD0506814183}"/>
              </a:ext>
            </a:extLst>
          </p:cNvPr>
          <p:cNvSpPr/>
          <p:nvPr/>
        </p:nvSpPr>
        <p:spPr>
          <a:xfrm rot="10800000">
            <a:off x="6330632" y="4286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Arrow: Right 203">
            <a:extLst>
              <a:ext uri="{FF2B5EF4-FFF2-40B4-BE49-F238E27FC236}">
                <a16:creationId xmlns:a16="http://schemas.microsoft.com/office/drawing/2014/main" id="{7E5AD516-59EB-6B24-5298-91FE76C694C4}"/>
              </a:ext>
            </a:extLst>
          </p:cNvPr>
          <p:cNvSpPr/>
          <p:nvPr/>
        </p:nvSpPr>
        <p:spPr>
          <a:xfrm rot="17640751">
            <a:off x="6028795" y="415982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Arrow: Right 206">
            <a:extLst>
              <a:ext uri="{FF2B5EF4-FFF2-40B4-BE49-F238E27FC236}">
                <a16:creationId xmlns:a16="http://schemas.microsoft.com/office/drawing/2014/main" id="{8E3BDCC7-384B-BD27-060A-D3B14C902E85}"/>
              </a:ext>
            </a:extLst>
          </p:cNvPr>
          <p:cNvSpPr/>
          <p:nvPr/>
        </p:nvSpPr>
        <p:spPr>
          <a:xfrm rot="2251742" flipH="1">
            <a:off x="4962411" y="386905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Arrow: Right 208">
            <a:extLst>
              <a:ext uri="{FF2B5EF4-FFF2-40B4-BE49-F238E27FC236}">
                <a16:creationId xmlns:a16="http://schemas.microsoft.com/office/drawing/2014/main" id="{A00C7ACD-B6F5-7D35-3866-B442D0C054A9}"/>
              </a:ext>
            </a:extLst>
          </p:cNvPr>
          <p:cNvSpPr/>
          <p:nvPr/>
        </p:nvSpPr>
        <p:spPr>
          <a:xfrm rot="5400000" flipH="1">
            <a:off x="4666987" y="329854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Arrow: Right 210">
            <a:extLst>
              <a:ext uri="{FF2B5EF4-FFF2-40B4-BE49-F238E27FC236}">
                <a16:creationId xmlns:a16="http://schemas.microsoft.com/office/drawing/2014/main" id="{E6F61F15-C755-4B54-7205-D38522E7CFB3}"/>
              </a:ext>
            </a:extLst>
          </p:cNvPr>
          <p:cNvSpPr/>
          <p:nvPr/>
        </p:nvSpPr>
        <p:spPr>
          <a:xfrm rot="8030479" flipH="1">
            <a:off x="4897745" y="26679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Arrow: Right 212">
            <a:extLst>
              <a:ext uri="{FF2B5EF4-FFF2-40B4-BE49-F238E27FC236}">
                <a16:creationId xmlns:a16="http://schemas.microsoft.com/office/drawing/2014/main" id="{A6A442B2-0535-4141-A0E5-BB25868597E3}"/>
              </a:ext>
            </a:extLst>
          </p:cNvPr>
          <p:cNvSpPr/>
          <p:nvPr/>
        </p:nvSpPr>
        <p:spPr>
          <a:xfrm rot="7594504" flipH="1">
            <a:off x="5339358" y="23567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Arrow: Right 213">
            <a:extLst>
              <a:ext uri="{FF2B5EF4-FFF2-40B4-BE49-F238E27FC236}">
                <a16:creationId xmlns:a16="http://schemas.microsoft.com/office/drawing/2014/main" id="{AA017C39-8B21-913D-0909-9830F0F86C70}"/>
              </a:ext>
            </a:extLst>
          </p:cNvPr>
          <p:cNvSpPr/>
          <p:nvPr/>
        </p:nvSpPr>
        <p:spPr>
          <a:xfrm rot="3959249" flipH="1">
            <a:off x="5378468" y="415132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Right 2">
            <a:extLst>
              <a:ext uri="{FF2B5EF4-FFF2-40B4-BE49-F238E27FC236}">
                <a16:creationId xmlns:a16="http://schemas.microsoft.com/office/drawing/2014/main" id="{1BC758B6-74B1-834A-1649-4D56E3EB1514}"/>
              </a:ext>
            </a:extLst>
          </p:cNvPr>
          <p:cNvSpPr/>
          <p:nvPr/>
        </p:nvSpPr>
        <p:spPr>
          <a:xfrm rot="16200000" flipV="1">
            <a:off x="3866853" y="28720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A4DBE5AE-7ECF-EBE7-8F2C-C2B3A45E6DFE}"/>
              </a:ext>
            </a:extLst>
          </p:cNvPr>
          <p:cNvSpPr/>
          <p:nvPr/>
        </p:nvSpPr>
        <p:spPr>
          <a:xfrm rot="16200000" flipV="1">
            <a:off x="3865660" y="34092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id="{7C4D103D-7C1D-2EBE-5CFB-2FF1BC1C17B3}"/>
              </a:ext>
            </a:extLst>
          </p:cNvPr>
          <p:cNvSpPr/>
          <p:nvPr/>
        </p:nvSpPr>
        <p:spPr>
          <a:xfrm rot="16200000" flipV="1">
            <a:off x="3864218" y="39593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505D67AC-09E6-54F4-6E4A-E4962EBD0E6F}"/>
              </a:ext>
            </a:extLst>
          </p:cNvPr>
          <p:cNvSpPr/>
          <p:nvPr/>
        </p:nvSpPr>
        <p:spPr>
          <a:xfrm rot="16200000" flipV="1">
            <a:off x="3865639" y="447556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5" name="Freeform: Shape 1074">
            <a:extLst>
              <a:ext uri="{FF2B5EF4-FFF2-40B4-BE49-F238E27FC236}">
                <a16:creationId xmlns:a16="http://schemas.microsoft.com/office/drawing/2014/main" id="{125A0A54-14AC-84DC-0E95-F737A62CB134}"/>
              </a:ext>
            </a:extLst>
          </p:cNvPr>
          <p:cNvSpPr/>
          <p:nvPr/>
        </p:nvSpPr>
        <p:spPr>
          <a:xfrm rot="16200000">
            <a:off x="4283711" y="328288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1F2CC774-9BFF-59D2-53D0-09783C16D831}"/>
              </a:ext>
            </a:extLst>
          </p:cNvPr>
          <p:cNvGrpSpPr/>
          <p:nvPr/>
        </p:nvGrpSpPr>
        <p:grpSpPr>
          <a:xfrm>
            <a:off x="4332873" y="3345222"/>
            <a:ext cx="178065" cy="178065"/>
            <a:chOff x="4332873" y="3345222"/>
            <a:chExt cx="178065" cy="178065"/>
          </a:xfrm>
        </p:grpSpPr>
        <p:sp>
          <p:nvSpPr>
            <p:cNvPr id="1076" name="Flowchart: Summing Junction 1075">
              <a:extLst>
                <a:ext uri="{FF2B5EF4-FFF2-40B4-BE49-F238E27FC236}">
                  <a16:creationId xmlns:a16="http://schemas.microsoft.com/office/drawing/2014/main" id="{F6780054-CE5B-A0D6-AF0E-C02FCAA30270}"/>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7" name="Flowchart: Summing Junction 1076">
              <a:extLst>
                <a:ext uri="{FF2B5EF4-FFF2-40B4-BE49-F238E27FC236}">
                  <a16:creationId xmlns:a16="http://schemas.microsoft.com/office/drawing/2014/main" id="{51F2848C-75CC-13D0-8F76-1CE739D1E19E}"/>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171" name="Straight Connector 170">
            <a:extLst>
              <a:ext uri="{FF2B5EF4-FFF2-40B4-BE49-F238E27FC236}">
                <a16:creationId xmlns:a16="http://schemas.microsoft.com/office/drawing/2014/main" id="{EB4BF40C-34E8-67A3-7DB0-98BCAAB1CEC8}"/>
              </a:ext>
            </a:extLst>
          </p:cNvPr>
          <p:cNvCxnSpPr>
            <a:cxnSpLocks/>
          </p:cNvCxnSpPr>
          <p:nvPr/>
        </p:nvCxnSpPr>
        <p:spPr>
          <a:xfrm flipH="1" flipV="1">
            <a:off x="5653088" y="1921669"/>
            <a:ext cx="64470" cy="76"/>
          </a:xfrm>
          <a:prstGeom prst="line">
            <a:avLst/>
          </a:prstGeom>
          <a:ln w="41910">
            <a:solidFill>
              <a:schemeClr val="bg1"/>
            </a:solidFill>
          </a:ln>
        </p:spPr>
        <p:style>
          <a:lnRef idx="2">
            <a:schemeClr val="accent1"/>
          </a:lnRef>
          <a:fillRef idx="0">
            <a:schemeClr val="accent1"/>
          </a:fillRef>
          <a:effectRef idx="1">
            <a:schemeClr val="accent1"/>
          </a:effectRef>
          <a:fontRef idx="minor">
            <a:schemeClr val="tx1"/>
          </a:fontRef>
        </p:style>
      </p:cxnSp>
      <p:pic>
        <p:nvPicPr>
          <p:cNvPr id="31" name="Picture 2" descr="Drop Of Water To - Free GIF on Pixabay">
            <a:extLst>
              <a:ext uri="{FF2B5EF4-FFF2-40B4-BE49-F238E27FC236}">
                <a16:creationId xmlns:a16="http://schemas.microsoft.com/office/drawing/2014/main" id="{AA2A6925-E84E-D3B6-BB3F-C14E2130F610}"/>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5749244" y="1983338"/>
            <a:ext cx="63109" cy="169173"/>
          </a:xfrm>
          <a:prstGeom prst="rect">
            <a:avLst/>
          </a:prstGeom>
          <a:noFill/>
          <a:extLst>
            <a:ext uri="{909E8E84-426E-40DD-AFC4-6F175D3DCCD1}">
              <a14:hiddenFill xmlns:a14="http://schemas.microsoft.com/office/drawing/2010/main">
                <a:solidFill>
                  <a:srgbClr val="FFFFFF"/>
                </a:solidFill>
              </a14:hiddenFill>
            </a:ext>
          </a:extLst>
        </p:spPr>
      </p:pic>
      <p:sp>
        <p:nvSpPr>
          <p:cNvPr id="1136" name="Arrow: Right 1135">
            <a:extLst>
              <a:ext uri="{FF2B5EF4-FFF2-40B4-BE49-F238E27FC236}">
                <a16:creationId xmlns:a16="http://schemas.microsoft.com/office/drawing/2014/main" id="{7B4E75EB-5F1A-E764-9F9C-2E77AC72A5A3}"/>
              </a:ext>
            </a:extLst>
          </p:cNvPr>
          <p:cNvSpPr/>
          <p:nvPr/>
        </p:nvSpPr>
        <p:spPr>
          <a:xfrm rot="16200000" flipV="1">
            <a:off x="4398407" y="22998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7" name="Arrow: Right 1136">
            <a:extLst>
              <a:ext uri="{FF2B5EF4-FFF2-40B4-BE49-F238E27FC236}">
                <a16:creationId xmlns:a16="http://schemas.microsoft.com/office/drawing/2014/main" id="{35E72132-0204-E796-D0E5-E19CE4DB018E}"/>
              </a:ext>
            </a:extLst>
          </p:cNvPr>
          <p:cNvSpPr/>
          <p:nvPr/>
        </p:nvSpPr>
        <p:spPr>
          <a:xfrm rot="16200000" flipV="1">
            <a:off x="4397214" y="28370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9" name="Arrow: Right 1138">
            <a:extLst>
              <a:ext uri="{FF2B5EF4-FFF2-40B4-BE49-F238E27FC236}">
                <a16:creationId xmlns:a16="http://schemas.microsoft.com/office/drawing/2014/main" id="{7590A3BD-4FDC-6DBF-FD57-0E861EE45975}"/>
              </a:ext>
            </a:extLst>
          </p:cNvPr>
          <p:cNvSpPr/>
          <p:nvPr/>
        </p:nvSpPr>
        <p:spPr>
          <a:xfrm rot="16200000" flipV="1">
            <a:off x="4397193" y="390344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4" name="Arrow: Right 1153">
            <a:extLst>
              <a:ext uri="{FF2B5EF4-FFF2-40B4-BE49-F238E27FC236}">
                <a16:creationId xmlns:a16="http://schemas.microsoft.com/office/drawing/2014/main" id="{881E82EE-DF37-602D-31EB-841655AFF5DE}"/>
              </a:ext>
            </a:extLst>
          </p:cNvPr>
          <p:cNvSpPr/>
          <p:nvPr/>
        </p:nvSpPr>
        <p:spPr>
          <a:xfrm rot="10800000">
            <a:off x="5445008" y="456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5" name="Arrow: Right 1154">
            <a:extLst>
              <a:ext uri="{FF2B5EF4-FFF2-40B4-BE49-F238E27FC236}">
                <a16:creationId xmlns:a16="http://schemas.microsoft.com/office/drawing/2014/main" id="{7C2EC018-F463-CBF1-F9A8-BDB28D005E79}"/>
              </a:ext>
            </a:extLst>
          </p:cNvPr>
          <p:cNvSpPr/>
          <p:nvPr/>
        </p:nvSpPr>
        <p:spPr>
          <a:xfrm rot="10800000">
            <a:off x="4927207" y="456486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7" name="Arrow: Right 1156">
            <a:extLst>
              <a:ext uri="{FF2B5EF4-FFF2-40B4-BE49-F238E27FC236}">
                <a16:creationId xmlns:a16="http://schemas.microsoft.com/office/drawing/2014/main" id="{8501416D-15EE-17C8-3DF1-8B8CA93EE2F5}"/>
              </a:ext>
            </a:extLst>
          </p:cNvPr>
          <p:cNvSpPr/>
          <p:nvPr/>
        </p:nvSpPr>
        <p:spPr>
          <a:xfrm rot="10800000">
            <a:off x="4331965" y="457389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8" name="Arrow: Right 1157">
            <a:extLst>
              <a:ext uri="{FF2B5EF4-FFF2-40B4-BE49-F238E27FC236}">
                <a16:creationId xmlns:a16="http://schemas.microsoft.com/office/drawing/2014/main" id="{AF52C143-0EA7-05B4-C2E2-15CCA03FFB18}"/>
              </a:ext>
            </a:extLst>
          </p:cNvPr>
          <p:cNvSpPr/>
          <p:nvPr/>
        </p:nvSpPr>
        <p:spPr>
          <a:xfrm rot="10800000">
            <a:off x="3779752" y="220550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9" name="Arrow: Right 1158">
            <a:extLst>
              <a:ext uri="{FF2B5EF4-FFF2-40B4-BE49-F238E27FC236}">
                <a16:creationId xmlns:a16="http://schemas.microsoft.com/office/drawing/2014/main" id="{13AB283F-DE6B-B16A-DC26-4FEA81C104CF}"/>
              </a:ext>
            </a:extLst>
          </p:cNvPr>
          <p:cNvSpPr/>
          <p:nvPr/>
        </p:nvSpPr>
        <p:spPr>
          <a:xfrm rot="10800000">
            <a:off x="3184510" y="220978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0" name="Arrow: Right 1159">
            <a:extLst>
              <a:ext uri="{FF2B5EF4-FFF2-40B4-BE49-F238E27FC236}">
                <a16:creationId xmlns:a16="http://schemas.microsoft.com/office/drawing/2014/main" id="{8CB27B2D-8099-F193-1C93-F8488BDC0D48}"/>
              </a:ext>
            </a:extLst>
          </p:cNvPr>
          <p:cNvSpPr/>
          <p:nvPr/>
        </p:nvSpPr>
        <p:spPr>
          <a:xfrm rot="10800000" flipH="1">
            <a:off x="4046342" y="409213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1" name="Arrow: Right 1160">
            <a:extLst>
              <a:ext uri="{FF2B5EF4-FFF2-40B4-BE49-F238E27FC236}">
                <a16:creationId xmlns:a16="http://schemas.microsoft.com/office/drawing/2014/main" id="{52AC1A09-A1D2-E90D-8186-D1D88A5EB363}"/>
              </a:ext>
            </a:extLst>
          </p:cNvPr>
          <p:cNvSpPr/>
          <p:nvPr/>
        </p:nvSpPr>
        <p:spPr>
          <a:xfrm rot="10800000" flipH="1">
            <a:off x="3451100" y="40964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2" name="Arrow: Right 1161">
            <a:extLst>
              <a:ext uri="{FF2B5EF4-FFF2-40B4-BE49-F238E27FC236}">
                <a16:creationId xmlns:a16="http://schemas.microsoft.com/office/drawing/2014/main" id="{1C05C40E-A51E-5A99-A97E-8E4BB3EF3317}"/>
              </a:ext>
            </a:extLst>
          </p:cNvPr>
          <p:cNvSpPr/>
          <p:nvPr/>
        </p:nvSpPr>
        <p:spPr>
          <a:xfrm rot="10800000" flipH="1">
            <a:off x="2951710" y="409655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4" name="Arrow: Right 1163">
            <a:extLst>
              <a:ext uri="{FF2B5EF4-FFF2-40B4-BE49-F238E27FC236}">
                <a16:creationId xmlns:a16="http://schemas.microsoft.com/office/drawing/2014/main" id="{B6A327D7-10A5-5C20-5922-0347F8AD8FC9}"/>
              </a:ext>
            </a:extLst>
          </p:cNvPr>
          <p:cNvSpPr/>
          <p:nvPr/>
        </p:nvSpPr>
        <p:spPr>
          <a:xfrm rot="10800000" flipH="1">
            <a:off x="3315470" y="421614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5" name="Arrow: Right 1164">
            <a:extLst>
              <a:ext uri="{FF2B5EF4-FFF2-40B4-BE49-F238E27FC236}">
                <a16:creationId xmlns:a16="http://schemas.microsoft.com/office/drawing/2014/main" id="{6719C80F-8108-45B6-8286-E214B929DAED}"/>
              </a:ext>
            </a:extLst>
          </p:cNvPr>
          <p:cNvSpPr/>
          <p:nvPr/>
        </p:nvSpPr>
        <p:spPr>
          <a:xfrm rot="10800000" flipH="1">
            <a:off x="2816080" y="42162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7" name="Arrow: Right 1166">
            <a:extLst>
              <a:ext uri="{FF2B5EF4-FFF2-40B4-BE49-F238E27FC236}">
                <a16:creationId xmlns:a16="http://schemas.microsoft.com/office/drawing/2014/main" id="{8E9269A0-DEAF-55D7-51C4-71E4B4FBC11A}"/>
              </a:ext>
            </a:extLst>
          </p:cNvPr>
          <p:cNvSpPr/>
          <p:nvPr/>
        </p:nvSpPr>
        <p:spPr>
          <a:xfrm rot="10800000" flipH="1">
            <a:off x="4313957" y="43669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9" name="Arrow: Right 1168">
            <a:extLst>
              <a:ext uri="{FF2B5EF4-FFF2-40B4-BE49-F238E27FC236}">
                <a16:creationId xmlns:a16="http://schemas.microsoft.com/office/drawing/2014/main" id="{25333D3B-138F-2C5E-3CD7-1732E932F763}"/>
              </a:ext>
            </a:extLst>
          </p:cNvPr>
          <p:cNvSpPr/>
          <p:nvPr/>
        </p:nvSpPr>
        <p:spPr>
          <a:xfrm rot="10800000" flipH="1">
            <a:off x="5171979" y="43618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0" name="Arrow: Right 1169">
            <a:extLst>
              <a:ext uri="{FF2B5EF4-FFF2-40B4-BE49-F238E27FC236}">
                <a16:creationId xmlns:a16="http://schemas.microsoft.com/office/drawing/2014/main" id="{869A17FF-F226-147E-6472-3E865983BCCB}"/>
              </a:ext>
            </a:extLst>
          </p:cNvPr>
          <p:cNvSpPr/>
          <p:nvPr/>
        </p:nvSpPr>
        <p:spPr>
          <a:xfrm rot="10800000">
            <a:off x="5267739" y="2108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1" name="Arrow: Right 1170">
            <a:extLst>
              <a:ext uri="{FF2B5EF4-FFF2-40B4-BE49-F238E27FC236}">
                <a16:creationId xmlns:a16="http://schemas.microsoft.com/office/drawing/2014/main" id="{135A214D-428E-554F-8121-EA36B07B127B}"/>
              </a:ext>
            </a:extLst>
          </p:cNvPr>
          <p:cNvSpPr/>
          <p:nvPr/>
        </p:nvSpPr>
        <p:spPr>
          <a:xfrm rot="10800000">
            <a:off x="4672497" y="211298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2" name="Arrow: Right 1171">
            <a:extLst>
              <a:ext uri="{FF2B5EF4-FFF2-40B4-BE49-F238E27FC236}">
                <a16:creationId xmlns:a16="http://schemas.microsoft.com/office/drawing/2014/main" id="{FDAAA710-1BF4-BF6C-CBF1-9C04255D7A9F}"/>
              </a:ext>
            </a:extLst>
          </p:cNvPr>
          <p:cNvSpPr/>
          <p:nvPr/>
        </p:nvSpPr>
        <p:spPr>
          <a:xfrm rot="10800000" flipH="1">
            <a:off x="5092913" y="189953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3" name="Arrow: Right 1172">
            <a:extLst>
              <a:ext uri="{FF2B5EF4-FFF2-40B4-BE49-F238E27FC236}">
                <a16:creationId xmlns:a16="http://schemas.microsoft.com/office/drawing/2014/main" id="{FDF73C4F-6F7A-9F2B-8F61-F741B03BBB83}"/>
              </a:ext>
            </a:extLst>
          </p:cNvPr>
          <p:cNvSpPr/>
          <p:nvPr/>
        </p:nvSpPr>
        <p:spPr>
          <a:xfrm rot="10800000" flipH="1">
            <a:off x="4497671" y="190380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4" name="Arrow: Right 1173">
            <a:extLst>
              <a:ext uri="{FF2B5EF4-FFF2-40B4-BE49-F238E27FC236}">
                <a16:creationId xmlns:a16="http://schemas.microsoft.com/office/drawing/2014/main" id="{80E065A1-6C5B-4BB4-D6AE-F52762FB1DCE}"/>
              </a:ext>
            </a:extLst>
          </p:cNvPr>
          <p:cNvSpPr/>
          <p:nvPr/>
        </p:nvSpPr>
        <p:spPr>
          <a:xfrm rot="5900444">
            <a:off x="5630676" y="273208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5" name="Arrow: Right 1174">
            <a:extLst>
              <a:ext uri="{FF2B5EF4-FFF2-40B4-BE49-F238E27FC236}">
                <a16:creationId xmlns:a16="http://schemas.microsoft.com/office/drawing/2014/main" id="{24E8E146-D890-A6E8-F5E4-0D6FE16B67D8}"/>
              </a:ext>
            </a:extLst>
          </p:cNvPr>
          <p:cNvSpPr/>
          <p:nvPr/>
        </p:nvSpPr>
        <p:spPr>
          <a:xfrm rot="6000054">
            <a:off x="5857287" y="33505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6" name="Arrow: Right 1175">
            <a:extLst>
              <a:ext uri="{FF2B5EF4-FFF2-40B4-BE49-F238E27FC236}">
                <a16:creationId xmlns:a16="http://schemas.microsoft.com/office/drawing/2014/main" id="{10DE14DC-ACC3-0E00-3634-CAD12100843D}"/>
              </a:ext>
            </a:extLst>
          </p:cNvPr>
          <p:cNvSpPr/>
          <p:nvPr/>
        </p:nvSpPr>
        <p:spPr>
          <a:xfrm rot="5400000">
            <a:off x="5693718" y="37697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7" name="Arrow: Right 1176">
            <a:extLst>
              <a:ext uri="{FF2B5EF4-FFF2-40B4-BE49-F238E27FC236}">
                <a16:creationId xmlns:a16="http://schemas.microsoft.com/office/drawing/2014/main" id="{4AFB2CC4-5AF4-A245-BB5C-C2D46583300A}"/>
              </a:ext>
            </a:extLst>
          </p:cNvPr>
          <p:cNvSpPr/>
          <p:nvPr/>
        </p:nvSpPr>
        <p:spPr>
          <a:xfrm rot="15599946" flipH="1">
            <a:off x="5541549" y="335323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8" name="Arrow: Right 1177">
            <a:extLst>
              <a:ext uri="{FF2B5EF4-FFF2-40B4-BE49-F238E27FC236}">
                <a16:creationId xmlns:a16="http://schemas.microsoft.com/office/drawing/2014/main" id="{24301967-066D-0799-EE56-E496224DD5AE}"/>
              </a:ext>
            </a:extLst>
          </p:cNvPr>
          <p:cNvSpPr/>
          <p:nvPr/>
        </p:nvSpPr>
        <p:spPr>
          <a:xfrm rot="5400000">
            <a:off x="5701702" y="42775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9" name="Arrow: Right 1178">
            <a:extLst>
              <a:ext uri="{FF2B5EF4-FFF2-40B4-BE49-F238E27FC236}">
                <a16:creationId xmlns:a16="http://schemas.microsoft.com/office/drawing/2014/main" id="{2091A942-CC51-11FC-885C-FB9476156234}"/>
              </a:ext>
            </a:extLst>
          </p:cNvPr>
          <p:cNvSpPr/>
          <p:nvPr/>
        </p:nvSpPr>
        <p:spPr>
          <a:xfrm rot="15699556" flipH="1">
            <a:off x="5755068" y="27320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0" name="Arrow: Right 1179">
            <a:extLst>
              <a:ext uri="{FF2B5EF4-FFF2-40B4-BE49-F238E27FC236}">
                <a16:creationId xmlns:a16="http://schemas.microsoft.com/office/drawing/2014/main" id="{763229C4-05D1-DD93-A95E-68DEEB7D3B41}"/>
              </a:ext>
            </a:extLst>
          </p:cNvPr>
          <p:cNvSpPr/>
          <p:nvPr/>
        </p:nvSpPr>
        <p:spPr>
          <a:xfrm rot="2382330" flipH="1">
            <a:off x="5306938" y="38136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1" name="Arrow: Right 1180">
            <a:extLst>
              <a:ext uri="{FF2B5EF4-FFF2-40B4-BE49-F238E27FC236}">
                <a16:creationId xmlns:a16="http://schemas.microsoft.com/office/drawing/2014/main" id="{10D6AC81-C5B8-21E1-EB3A-20EA7D46A1FE}"/>
              </a:ext>
            </a:extLst>
          </p:cNvPr>
          <p:cNvSpPr/>
          <p:nvPr/>
        </p:nvSpPr>
        <p:spPr>
          <a:xfrm rot="5400000" flipH="1">
            <a:off x="4998762" y="330330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2" name="Arrow: Right 1181">
            <a:extLst>
              <a:ext uri="{FF2B5EF4-FFF2-40B4-BE49-F238E27FC236}">
                <a16:creationId xmlns:a16="http://schemas.microsoft.com/office/drawing/2014/main" id="{72E0671E-9DEF-08D0-F216-975C152F97F4}"/>
              </a:ext>
            </a:extLst>
          </p:cNvPr>
          <p:cNvSpPr/>
          <p:nvPr/>
        </p:nvSpPr>
        <p:spPr>
          <a:xfrm rot="7885014" flipH="1">
            <a:off x="5160380" y="281849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3" name="Arrow: Right 1182">
            <a:extLst>
              <a:ext uri="{FF2B5EF4-FFF2-40B4-BE49-F238E27FC236}">
                <a16:creationId xmlns:a16="http://schemas.microsoft.com/office/drawing/2014/main" id="{71E462B5-60C3-5E03-05ED-EADBB1B3C56F}"/>
              </a:ext>
            </a:extLst>
          </p:cNvPr>
          <p:cNvSpPr/>
          <p:nvPr/>
        </p:nvSpPr>
        <p:spPr>
          <a:xfrm rot="19217670">
            <a:off x="6153899" y="37898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Right 31">
            <a:extLst>
              <a:ext uri="{FF2B5EF4-FFF2-40B4-BE49-F238E27FC236}">
                <a16:creationId xmlns:a16="http://schemas.microsoft.com/office/drawing/2014/main" id="{75A94E4F-A050-8D2E-638A-C744197DA3EF}"/>
              </a:ext>
            </a:extLst>
          </p:cNvPr>
          <p:cNvSpPr/>
          <p:nvPr/>
        </p:nvSpPr>
        <p:spPr>
          <a:xfrm rot="16200000">
            <a:off x="6430197" y="33070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Arrow: Right 32">
            <a:extLst>
              <a:ext uri="{FF2B5EF4-FFF2-40B4-BE49-F238E27FC236}">
                <a16:creationId xmlns:a16="http://schemas.microsoft.com/office/drawing/2014/main" id="{B7FB09DB-9EE0-82AC-A7C1-766528B1C7A0}"/>
              </a:ext>
            </a:extLst>
          </p:cNvPr>
          <p:cNvSpPr/>
          <p:nvPr/>
        </p:nvSpPr>
        <p:spPr>
          <a:xfrm rot="13714986">
            <a:off x="6176928" y="28158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Arrow: Right 33">
            <a:extLst>
              <a:ext uri="{FF2B5EF4-FFF2-40B4-BE49-F238E27FC236}">
                <a16:creationId xmlns:a16="http://schemas.microsoft.com/office/drawing/2014/main" id="{9082E331-2611-97BE-4CF1-80CD081D15BE}"/>
              </a:ext>
            </a:extLst>
          </p:cNvPr>
          <p:cNvSpPr/>
          <p:nvPr/>
        </p:nvSpPr>
        <p:spPr>
          <a:xfrm rot="5400000">
            <a:off x="4241117" y="222360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Arrow: Right 34">
            <a:extLst>
              <a:ext uri="{FF2B5EF4-FFF2-40B4-BE49-F238E27FC236}">
                <a16:creationId xmlns:a16="http://schemas.microsoft.com/office/drawing/2014/main" id="{D9ED53A9-C521-A5A5-4356-869D8F988A58}"/>
              </a:ext>
            </a:extLst>
          </p:cNvPr>
          <p:cNvSpPr/>
          <p:nvPr/>
        </p:nvSpPr>
        <p:spPr>
          <a:xfrm rot="10800000">
            <a:off x="4072328" y="23301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Arrow: Right 35">
            <a:extLst>
              <a:ext uri="{FF2B5EF4-FFF2-40B4-BE49-F238E27FC236}">
                <a16:creationId xmlns:a16="http://schemas.microsoft.com/office/drawing/2014/main" id="{4896370E-991D-C207-57F8-6B1CD231097E}"/>
              </a:ext>
            </a:extLst>
          </p:cNvPr>
          <p:cNvSpPr/>
          <p:nvPr/>
        </p:nvSpPr>
        <p:spPr>
          <a:xfrm rot="10800000">
            <a:off x="3477086" y="23344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Arrow: Right 36">
            <a:extLst>
              <a:ext uri="{FF2B5EF4-FFF2-40B4-BE49-F238E27FC236}">
                <a16:creationId xmlns:a16="http://schemas.microsoft.com/office/drawing/2014/main" id="{D25AE95D-D325-166F-D4E4-B673B7FC725B}"/>
              </a:ext>
            </a:extLst>
          </p:cNvPr>
          <p:cNvSpPr/>
          <p:nvPr/>
        </p:nvSpPr>
        <p:spPr>
          <a:xfrm rot="10800000">
            <a:off x="2992221" y="233391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Arrow: Right 37">
            <a:extLst>
              <a:ext uri="{FF2B5EF4-FFF2-40B4-BE49-F238E27FC236}">
                <a16:creationId xmlns:a16="http://schemas.microsoft.com/office/drawing/2014/main" id="{C35FBB6C-7A49-1694-6355-8EC0478306AD}"/>
              </a:ext>
            </a:extLst>
          </p:cNvPr>
          <p:cNvSpPr/>
          <p:nvPr/>
        </p:nvSpPr>
        <p:spPr>
          <a:xfrm rot="10800000">
            <a:off x="6409076" y="45090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Arrow: Right 39">
            <a:extLst>
              <a:ext uri="{FF2B5EF4-FFF2-40B4-BE49-F238E27FC236}">
                <a16:creationId xmlns:a16="http://schemas.microsoft.com/office/drawing/2014/main" id="{2DD30374-CD24-8051-CDE1-90BF3D627DAF}"/>
              </a:ext>
            </a:extLst>
          </p:cNvPr>
          <p:cNvSpPr/>
          <p:nvPr/>
        </p:nvSpPr>
        <p:spPr>
          <a:xfrm rot="16200000">
            <a:off x="5820929" y="42674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Right 40">
            <a:extLst>
              <a:ext uri="{FF2B5EF4-FFF2-40B4-BE49-F238E27FC236}">
                <a16:creationId xmlns:a16="http://schemas.microsoft.com/office/drawing/2014/main" id="{B3F986B5-D8BC-A37B-98AE-2EBED629A044}"/>
              </a:ext>
            </a:extLst>
          </p:cNvPr>
          <p:cNvSpPr/>
          <p:nvPr/>
        </p:nvSpPr>
        <p:spPr>
          <a:xfrm rot="16200000">
            <a:off x="5584944" y="42718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Arrow: Right 41">
            <a:extLst>
              <a:ext uri="{FF2B5EF4-FFF2-40B4-BE49-F238E27FC236}">
                <a16:creationId xmlns:a16="http://schemas.microsoft.com/office/drawing/2014/main" id="{EF90CBF2-B459-8245-BB50-7D2A53BC5B17}"/>
              </a:ext>
            </a:extLst>
          </p:cNvPr>
          <p:cNvSpPr/>
          <p:nvPr/>
        </p:nvSpPr>
        <p:spPr>
          <a:xfrm rot="13221374">
            <a:off x="5903856" y="44564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Arrow: Right 42">
            <a:extLst>
              <a:ext uri="{FF2B5EF4-FFF2-40B4-BE49-F238E27FC236}">
                <a16:creationId xmlns:a16="http://schemas.microsoft.com/office/drawing/2014/main" id="{5BFE2525-679E-C6E5-8C3F-E49FE5431D33}"/>
              </a:ext>
            </a:extLst>
          </p:cNvPr>
          <p:cNvSpPr/>
          <p:nvPr/>
        </p:nvSpPr>
        <p:spPr>
          <a:xfrm rot="16200000">
            <a:off x="5820924" y="23481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Arrow: Right 43">
            <a:extLst>
              <a:ext uri="{FF2B5EF4-FFF2-40B4-BE49-F238E27FC236}">
                <a16:creationId xmlns:a16="http://schemas.microsoft.com/office/drawing/2014/main" id="{CE38FFFE-1169-EEFC-BF41-4339791ACF1B}"/>
              </a:ext>
            </a:extLst>
          </p:cNvPr>
          <p:cNvSpPr/>
          <p:nvPr/>
        </p:nvSpPr>
        <p:spPr>
          <a:xfrm rot="16200000">
            <a:off x="5577238" y="235386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Right 44">
            <a:extLst>
              <a:ext uri="{FF2B5EF4-FFF2-40B4-BE49-F238E27FC236}">
                <a16:creationId xmlns:a16="http://schemas.microsoft.com/office/drawing/2014/main" id="{6B2B325C-B07B-7EAF-A71D-CA3E23712D67}"/>
              </a:ext>
            </a:extLst>
          </p:cNvPr>
          <p:cNvSpPr/>
          <p:nvPr/>
        </p:nvSpPr>
        <p:spPr>
          <a:xfrm rot="18034072">
            <a:off x="5877462" y="19717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Arrow: Right 47">
            <a:extLst>
              <a:ext uri="{FF2B5EF4-FFF2-40B4-BE49-F238E27FC236}">
                <a16:creationId xmlns:a16="http://schemas.microsoft.com/office/drawing/2014/main" id="{54D78C8C-5CBE-8931-0556-AB36594E642D}"/>
              </a:ext>
            </a:extLst>
          </p:cNvPr>
          <p:cNvSpPr/>
          <p:nvPr/>
        </p:nvSpPr>
        <p:spPr>
          <a:xfrm rot="16200000">
            <a:off x="6369088" y="17122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Right 50">
            <a:extLst>
              <a:ext uri="{FF2B5EF4-FFF2-40B4-BE49-F238E27FC236}">
                <a16:creationId xmlns:a16="http://schemas.microsoft.com/office/drawing/2014/main" id="{779918B1-07AD-D88D-5BAC-74B9ADB95A85}"/>
              </a:ext>
            </a:extLst>
          </p:cNvPr>
          <p:cNvSpPr/>
          <p:nvPr/>
        </p:nvSpPr>
        <p:spPr>
          <a:xfrm rot="16200000">
            <a:off x="6369980" y="133759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Arrow: Right 57">
            <a:extLst>
              <a:ext uri="{FF2B5EF4-FFF2-40B4-BE49-F238E27FC236}">
                <a16:creationId xmlns:a16="http://schemas.microsoft.com/office/drawing/2014/main" id="{C8384F33-CBBE-FA5C-FEEC-3AA56B503DB3}"/>
              </a:ext>
            </a:extLst>
          </p:cNvPr>
          <p:cNvSpPr/>
          <p:nvPr/>
        </p:nvSpPr>
        <p:spPr>
          <a:xfrm rot="5400000">
            <a:off x="7155090" y="17288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Arrow: Right 58">
            <a:extLst>
              <a:ext uri="{FF2B5EF4-FFF2-40B4-BE49-F238E27FC236}">
                <a16:creationId xmlns:a16="http://schemas.microsoft.com/office/drawing/2014/main" id="{2E7CA855-6FA8-50C8-EA2D-E1745281EB4E}"/>
              </a:ext>
            </a:extLst>
          </p:cNvPr>
          <p:cNvSpPr/>
          <p:nvPr/>
        </p:nvSpPr>
        <p:spPr>
          <a:xfrm rot="5400000">
            <a:off x="7155967" y="20472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Arrow: Right 59">
            <a:extLst>
              <a:ext uri="{FF2B5EF4-FFF2-40B4-BE49-F238E27FC236}">
                <a16:creationId xmlns:a16="http://schemas.microsoft.com/office/drawing/2014/main" id="{000B153C-F743-C185-9227-598A620F634B}"/>
              </a:ext>
            </a:extLst>
          </p:cNvPr>
          <p:cNvSpPr/>
          <p:nvPr/>
        </p:nvSpPr>
        <p:spPr>
          <a:xfrm>
            <a:off x="6202462"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Arrow: Right 60">
            <a:extLst>
              <a:ext uri="{FF2B5EF4-FFF2-40B4-BE49-F238E27FC236}">
                <a16:creationId xmlns:a16="http://schemas.microsoft.com/office/drawing/2014/main" id="{EB8F7676-6C3E-3DCF-10F9-3090A835ABCE}"/>
              </a:ext>
            </a:extLst>
          </p:cNvPr>
          <p:cNvSpPr/>
          <p:nvPr/>
        </p:nvSpPr>
        <p:spPr>
          <a:xfrm>
            <a:off x="6763136"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Arrow: Right 61">
            <a:extLst>
              <a:ext uri="{FF2B5EF4-FFF2-40B4-BE49-F238E27FC236}">
                <a16:creationId xmlns:a16="http://schemas.microsoft.com/office/drawing/2014/main" id="{3752CBA6-328A-B937-9B85-A9548C4C2807}"/>
              </a:ext>
            </a:extLst>
          </p:cNvPr>
          <p:cNvSpPr/>
          <p:nvPr/>
        </p:nvSpPr>
        <p:spPr>
          <a:xfrm>
            <a:off x="66634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Arrow: Right 63">
            <a:extLst>
              <a:ext uri="{FF2B5EF4-FFF2-40B4-BE49-F238E27FC236}">
                <a16:creationId xmlns:a16="http://schemas.microsoft.com/office/drawing/2014/main" id="{F92BC9A1-7DC8-B925-52A0-BB5ED81CB4D7}"/>
              </a:ext>
            </a:extLst>
          </p:cNvPr>
          <p:cNvSpPr/>
          <p:nvPr/>
        </p:nvSpPr>
        <p:spPr>
          <a:xfrm>
            <a:off x="74696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Arrow: Right 64">
            <a:extLst>
              <a:ext uri="{FF2B5EF4-FFF2-40B4-BE49-F238E27FC236}">
                <a16:creationId xmlns:a16="http://schemas.microsoft.com/office/drawing/2014/main" id="{EDE43C0D-7AB7-9B56-3A66-F9D8F419C10F}"/>
              </a:ext>
            </a:extLst>
          </p:cNvPr>
          <p:cNvSpPr/>
          <p:nvPr/>
        </p:nvSpPr>
        <p:spPr>
          <a:xfrm>
            <a:off x="82371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Arrow: Right 65">
            <a:extLst>
              <a:ext uri="{FF2B5EF4-FFF2-40B4-BE49-F238E27FC236}">
                <a16:creationId xmlns:a16="http://schemas.microsoft.com/office/drawing/2014/main" id="{6308442A-FF0A-75A6-6F4E-627FC263BD78}"/>
              </a:ext>
            </a:extLst>
          </p:cNvPr>
          <p:cNvSpPr/>
          <p:nvPr/>
        </p:nvSpPr>
        <p:spPr>
          <a:xfrm>
            <a:off x="90433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Arrow: Right 67">
            <a:extLst>
              <a:ext uri="{FF2B5EF4-FFF2-40B4-BE49-F238E27FC236}">
                <a16:creationId xmlns:a16="http://schemas.microsoft.com/office/drawing/2014/main" id="{A0737D2B-9C10-EA94-4F38-856D62C87FD7}"/>
              </a:ext>
            </a:extLst>
          </p:cNvPr>
          <p:cNvSpPr/>
          <p:nvPr/>
        </p:nvSpPr>
        <p:spPr>
          <a:xfrm rot="5400000">
            <a:off x="7158639" y="43420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Arrow: Right 68">
            <a:extLst>
              <a:ext uri="{FF2B5EF4-FFF2-40B4-BE49-F238E27FC236}">
                <a16:creationId xmlns:a16="http://schemas.microsoft.com/office/drawing/2014/main" id="{836DE92D-0BF2-5CBA-580C-6A4EAB10C70B}"/>
              </a:ext>
            </a:extLst>
          </p:cNvPr>
          <p:cNvSpPr/>
          <p:nvPr/>
        </p:nvSpPr>
        <p:spPr>
          <a:xfrm>
            <a:off x="8039164" y="176047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Arrow: Right 75">
            <a:extLst>
              <a:ext uri="{FF2B5EF4-FFF2-40B4-BE49-F238E27FC236}">
                <a16:creationId xmlns:a16="http://schemas.microsoft.com/office/drawing/2014/main" id="{D64C3E8C-6434-4F8B-3812-D5EF5FA105E1}"/>
              </a:ext>
            </a:extLst>
          </p:cNvPr>
          <p:cNvSpPr/>
          <p:nvPr/>
        </p:nvSpPr>
        <p:spPr>
          <a:xfrm rot="10800000">
            <a:off x="8266451" y="456935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Arrow: Right 77">
            <a:extLst>
              <a:ext uri="{FF2B5EF4-FFF2-40B4-BE49-F238E27FC236}">
                <a16:creationId xmlns:a16="http://schemas.microsoft.com/office/drawing/2014/main" id="{2DC93BED-BDC2-8B1F-C6D8-4E10C9E5435C}"/>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Arrow: Right 135">
            <a:extLst>
              <a:ext uri="{FF2B5EF4-FFF2-40B4-BE49-F238E27FC236}">
                <a16:creationId xmlns:a16="http://schemas.microsoft.com/office/drawing/2014/main" id="{7D790A38-133F-F447-777F-3262E23A9F1C}"/>
              </a:ext>
            </a:extLst>
          </p:cNvPr>
          <p:cNvSpPr/>
          <p:nvPr/>
        </p:nvSpPr>
        <p:spPr>
          <a:xfrm flipH="1">
            <a:off x="78061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Arrow: Right 136">
            <a:extLst>
              <a:ext uri="{FF2B5EF4-FFF2-40B4-BE49-F238E27FC236}">
                <a16:creationId xmlns:a16="http://schemas.microsoft.com/office/drawing/2014/main" id="{AD18F028-2E67-2D91-AADA-4210A66BF84F}"/>
              </a:ext>
            </a:extLst>
          </p:cNvPr>
          <p:cNvSpPr/>
          <p:nvPr/>
        </p:nvSpPr>
        <p:spPr>
          <a:xfrm flipH="1">
            <a:off x="8573642" y="163184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Arrow: Right 137">
            <a:extLst>
              <a:ext uri="{FF2B5EF4-FFF2-40B4-BE49-F238E27FC236}">
                <a16:creationId xmlns:a16="http://schemas.microsoft.com/office/drawing/2014/main" id="{5EB05779-DF49-76BB-D11C-0226D0D5360D}"/>
              </a:ext>
            </a:extLst>
          </p:cNvPr>
          <p:cNvSpPr/>
          <p:nvPr/>
        </p:nvSpPr>
        <p:spPr>
          <a:xfrm flipH="1">
            <a:off x="93798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Arrow: Right 144">
            <a:extLst>
              <a:ext uri="{FF2B5EF4-FFF2-40B4-BE49-F238E27FC236}">
                <a16:creationId xmlns:a16="http://schemas.microsoft.com/office/drawing/2014/main" id="{6EA27E23-E651-9A58-B8B7-72DCC1BC7087}"/>
              </a:ext>
            </a:extLst>
          </p:cNvPr>
          <p:cNvSpPr/>
          <p:nvPr/>
        </p:nvSpPr>
        <p:spPr>
          <a:xfrm>
            <a:off x="1922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Arrow: Right 145">
            <a:extLst>
              <a:ext uri="{FF2B5EF4-FFF2-40B4-BE49-F238E27FC236}">
                <a16:creationId xmlns:a16="http://schemas.microsoft.com/office/drawing/2014/main" id="{957B2C7F-BC19-CB2F-3E1F-D514C4B318CA}"/>
              </a:ext>
            </a:extLst>
          </p:cNvPr>
          <p:cNvSpPr/>
          <p:nvPr/>
        </p:nvSpPr>
        <p:spPr>
          <a:xfrm>
            <a:off x="959806" y="456821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Arrow: Right 146">
            <a:extLst>
              <a:ext uri="{FF2B5EF4-FFF2-40B4-BE49-F238E27FC236}">
                <a16:creationId xmlns:a16="http://schemas.microsoft.com/office/drawing/2014/main" id="{ABE82283-96A7-F07A-EEA1-76001175BB79}"/>
              </a:ext>
            </a:extLst>
          </p:cNvPr>
          <p:cNvSpPr/>
          <p:nvPr/>
        </p:nvSpPr>
        <p:spPr>
          <a:xfrm>
            <a:off x="17659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Arrow: Right 148">
            <a:extLst>
              <a:ext uri="{FF2B5EF4-FFF2-40B4-BE49-F238E27FC236}">
                <a16:creationId xmlns:a16="http://schemas.microsoft.com/office/drawing/2014/main" id="{948234D9-7D68-CF6F-E023-2A98DB4B0458}"/>
              </a:ext>
            </a:extLst>
          </p:cNvPr>
          <p:cNvSpPr/>
          <p:nvPr/>
        </p:nvSpPr>
        <p:spPr>
          <a:xfrm flipH="1">
            <a:off x="6102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Arrow: Right 153">
            <a:extLst>
              <a:ext uri="{FF2B5EF4-FFF2-40B4-BE49-F238E27FC236}">
                <a16:creationId xmlns:a16="http://schemas.microsoft.com/office/drawing/2014/main" id="{285E4BAA-4F39-BA77-4124-611F337FE9D9}"/>
              </a:ext>
            </a:extLst>
          </p:cNvPr>
          <p:cNvSpPr/>
          <p:nvPr/>
        </p:nvSpPr>
        <p:spPr>
          <a:xfrm flipH="1">
            <a:off x="1377744" y="1760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Arrow: Right 154">
            <a:extLst>
              <a:ext uri="{FF2B5EF4-FFF2-40B4-BE49-F238E27FC236}">
                <a16:creationId xmlns:a16="http://schemas.microsoft.com/office/drawing/2014/main" id="{EFDC2109-EBCB-D92A-AF74-09DCA844A160}"/>
              </a:ext>
            </a:extLst>
          </p:cNvPr>
          <p:cNvSpPr/>
          <p:nvPr/>
        </p:nvSpPr>
        <p:spPr>
          <a:xfrm flipH="1">
            <a:off x="21839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Arrow: Right 155">
            <a:extLst>
              <a:ext uri="{FF2B5EF4-FFF2-40B4-BE49-F238E27FC236}">
                <a16:creationId xmlns:a16="http://schemas.microsoft.com/office/drawing/2014/main" id="{86E6FA49-AB81-6356-3607-8EF85E67BA67}"/>
              </a:ext>
            </a:extLst>
          </p:cNvPr>
          <p:cNvSpPr/>
          <p:nvPr/>
        </p:nvSpPr>
        <p:spPr>
          <a:xfrm rot="16200000">
            <a:off x="7624745" y="264761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Arrow: Right 156">
            <a:extLst>
              <a:ext uri="{FF2B5EF4-FFF2-40B4-BE49-F238E27FC236}">
                <a16:creationId xmlns:a16="http://schemas.microsoft.com/office/drawing/2014/main" id="{77CAA7FC-F29A-E8DB-818E-1A247D3B9BB5}"/>
              </a:ext>
            </a:extLst>
          </p:cNvPr>
          <p:cNvSpPr/>
          <p:nvPr/>
        </p:nvSpPr>
        <p:spPr>
          <a:xfrm rot="16200000">
            <a:off x="7621283" y="319059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Arrow: Right 157">
            <a:extLst>
              <a:ext uri="{FF2B5EF4-FFF2-40B4-BE49-F238E27FC236}">
                <a16:creationId xmlns:a16="http://schemas.microsoft.com/office/drawing/2014/main" id="{D7E6327F-9D4F-D397-852B-A1577A120FBA}"/>
              </a:ext>
            </a:extLst>
          </p:cNvPr>
          <p:cNvSpPr/>
          <p:nvPr/>
        </p:nvSpPr>
        <p:spPr>
          <a:xfrm rot="16200000">
            <a:off x="7618732" y="2122668"/>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Arrow: Right 158">
            <a:extLst>
              <a:ext uri="{FF2B5EF4-FFF2-40B4-BE49-F238E27FC236}">
                <a16:creationId xmlns:a16="http://schemas.microsoft.com/office/drawing/2014/main" id="{90D0376F-BC8B-7CA2-AE9A-188DFA08F857}"/>
              </a:ext>
            </a:extLst>
          </p:cNvPr>
          <p:cNvSpPr/>
          <p:nvPr/>
        </p:nvSpPr>
        <p:spPr>
          <a:xfrm rot="16200000">
            <a:off x="7628282" y="372328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9" name="Arrow: Right 1028">
            <a:extLst>
              <a:ext uri="{FF2B5EF4-FFF2-40B4-BE49-F238E27FC236}">
                <a16:creationId xmlns:a16="http://schemas.microsoft.com/office/drawing/2014/main" id="{E60DBD4E-3D2A-4408-205B-DD692E252C7B}"/>
              </a:ext>
            </a:extLst>
          </p:cNvPr>
          <p:cNvSpPr/>
          <p:nvPr/>
        </p:nvSpPr>
        <p:spPr>
          <a:xfrm rot="16200000">
            <a:off x="7612600" y="429776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7" name="Arrow: Right 1046">
            <a:extLst>
              <a:ext uri="{FF2B5EF4-FFF2-40B4-BE49-F238E27FC236}">
                <a16:creationId xmlns:a16="http://schemas.microsoft.com/office/drawing/2014/main" id="{8B87D32B-76BF-C1ED-517D-E64E9683CEA0}"/>
              </a:ext>
            </a:extLst>
          </p:cNvPr>
          <p:cNvSpPr/>
          <p:nvPr/>
        </p:nvSpPr>
        <p:spPr>
          <a:xfrm rot="5400000" flipV="1">
            <a:off x="8597086" y="266749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 name="Arrow: Right 1047">
            <a:extLst>
              <a:ext uri="{FF2B5EF4-FFF2-40B4-BE49-F238E27FC236}">
                <a16:creationId xmlns:a16="http://schemas.microsoft.com/office/drawing/2014/main" id="{63403761-2086-2123-1DCE-795BD90AD754}"/>
              </a:ext>
            </a:extLst>
          </p:cNvPr>
          <p:cNvSpPr/>
          <p:nvPr/>
        </p:nvSpPr>
        <p:spPr>
          <a:xfrm rot="5400000" flipV="1">
            <a:off x="8593624" y="321047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9" name="Arrow: Right 1048">
            <a:extLst>
              <a:ext uri="{FF2B5EF4-FFF2-40B4-BE49-F238E27FC236}">
                <a16:creationId xmlns:a16="http://schemas.microsoft.com/office/drawing/2014/main" id="{886AA370-FA25-D329-9345-F39CCD4672D1}"/>
              </a:ext>
            </a:extLst>
          </p:cNvPr>
          <p:cNvSpPr/>
          <p:nvPr/>
        </p:nvSpPr>
        <p:spPr>
          <a:xfrm rot="5400000" flipV="1">
            <a:off x="8591073" y="214254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0" name="Arrow: Right 1049">
            <a:extLst>
              <a:ext uri="{FF2B5EF4-FFF2-40B4-BE49-F238E27FC236}">
                <a16:creationId xmlns:a16="http://schemas.microsoft.com/office/drawing/2014/main" id="{D91C523E-F928-4487-1F42-49B56801CAEC}"/>
              </a:ext>
            </a:extLst>
          </p:cNvPr>
          <p:cNvSpPr/>
          <p:nvPr/>
        </p:nvSpPr>
        <p:spPr>
          <a:xfrm rot="5400000" flipV="1">
            <a:off x="8600623" y="374316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1" name="Arrow: Right 1050">
            <a:extLst>
              <a:ext uri="{FF2B5EF4-FFF2-40B4-BE49-F238E27FC236}">
                <a16:creationId xmlns:a16="http://schemas.microsoft.com/office/drawing/2014/main" id="{6A4CE1EF-E916-444A-5EBA-E8666F52F4CA}"/>
              </a:ext>
            </a:extLst>
          </p:cNvPr>
          <p:cNvSpPr/>
          <p:nvPr/>
        </p:nvSpPr>
        <p:spPr>
          <a:xfrm rot="5400000" flipV="1">
            <a:off x="8584941" y="431763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2" name="Arrow: Right 1051">
            <a:extLst>
              <a:ext uri="{FF2B5EF4-FFF2-40B4-BE49-F238E27FC236}">
                <a16:creationId xmlns:a16="http://schemas.microsoft.com/office/drawing/2014/main" id="{1748A4FD-111B-D8C5-2B75-81EEE9C2D7D0}"/>
              </a:ext>
            </a:extLst>
          </p:cNvPr>
          <p:cNvSpPr/>
          <p:nvPr/>
        </p:nvSpPr>
        <p:spPr>
          <a:xfrm rot="5400000">
            <a:off x="7422079" y="264200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3" name="Arrow: Right 1052">
            <a:extLst>
              <a:ext uri="{FF2B5EF4-FFF2-40B4-BE49-F238E27FC236}">
                <a16:creationId xmlns:a16="http://schemas.microsoft.com/office/drawing/2014/main" id="{F1938ED2-42A7-9C07-FB31-644F38ECFB5F}"/>
              </a:ext>
            </a:extLst>
          </p:cNvPr>
          <p:cNvSpPr/>
          <p:nvPr/>
        </p:nvSpPr>
        <p:spPr>
          <a:xfrm rot="5400000">
            <a:off x="7858674" y="349430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4" name="Arrow: Right 1053">
            <a:extLst>
              <a:ext uri="{FF2B5EF4-FFF2-40B4-BE49-F238E27FC236}">
                <a16:creationId xmlns:a16="http://schemas.microsoft.com/office/drawing/2014/main" id="{3579275E-392A-9407-DFB0-7C9BBA9E1973}"/>
              </a:ext>
            </a:extLst>
          </p:cNvPr>
          <p:cNvSpPr/>
          <p:nvPr/>
        </p:nvSpPr>
        <p:spPr>
          <a:xfrm rot="16200000">
            <a:off x="8820431" y="375142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Arrow: Right 159">
            <a:extLst>
              <a:ext uri="{FF2B5EF4-FFF2-40B4-BE49-F238E27FC236}">
                <a16:creationId xmlns:a16="http://schemas.microsoft.com/office/drawing/2014/main" id="{7DA49C77-46ED-116E-AABD-6EFA9AFFC8D3}"/>
              </a:ext>
            </a:extLst>
          </p:cNvPr>
          <p:cNvSpPr/>
          <p:nvPr/>
        </p:nvSpPr>
        <p:spPr>
          <a:xfrm rot="16200000">
            <a:off x="8372310" y="292987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Arrow: Right 161">
            <a:extLst>
              <a:ext uri="{FF2B5EF4-FFF2-40B4-BE49-F238E27FC236}">
                <a16:creationId xmlns:a16="http://schemas.microsoft.com/office/drawing/2014/main" id="{6F64FC23-68C0-8756-DFB5-5C2C56C16123}"/>
              </a:ext>
            </a:extLst>
          </p:cNvPr>
          <p:cNvSpPr/>
          <p:nvPr/>
        </p:nvSpPr>
        <p:spPr>
          <a:xfrm rot="16200000">
            <a:off x="2491460" y="271887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Arrow: Right 162">
            <a:extLst>
              <a:ext uri="{FF2B5EF4-FFF2-40B4-BE49-F238E27FC236}">
                <a16:creationId xmlns:a16="http://schemas.microsoft.com/office/drawing/2014/main" id="{9193A392-357C-2DF9-7530-88B4AEFCB031}"/>
              </a:ext>
            </a:extLst>
          </p:cNvPr>
          <p:cNvSpPr/>
          <p:nvPr/>
        </p:nvSpPr>
        <p:spPr>
          <a:xfrm rot="16200000">
            <a:off x="3021723" y="348453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Arrow: Right 163">
            <a:extLst>
              <a:ext uri="{FF2B5EF4-FFF2-40B4-BE49-F238E27FC236}">
                <a16:creationId xmlns:a16="http://schemas.microsoft.com/office/drawing/2014/main" id="{FC619EE7-D045-85FC-3043-4B8C6DA4C220}"/>
              </a:ext>
            </a:extLst>
          </p:cNvPr>
          <p:cNvSpPr/>
          <p:nvPr/>
        </p:nvSpPr>
        <p:spPr>
          <a:xfrm rot="16200000">
            <a:off x="2746861" y="205030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Arrow: Right 165">
            <a:extLst>
              <a:ext uri="{FF2B5EF4-FFF2-40B4-BE49-F238E27FC236}">
                <a16:creationId xmlns:a16="http://schemas.microsoft.com/office/drawing/2014/main" id="{FAD607EC-D849-01EB-2CF2-230041679327}"/>
              </a:ext>
            </a:extLst>
          </p:cNvPr>
          <p:cNvSpPr/>
          <p:nvPr/>
        </p:nvSpPr>
        <p:spPr>
          <a:xfrm rot="16200000">
            <a:off x="2746861" y="433955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Arrow: Right 167">
            <a:extLst>
              <a:ext uri="{FF2B5EF4-FFF2-40B4-BE49-F238E27FC236}">
                <a16:creationId xmlns:a16="http://schemas.microsoft.com/office/drawing/2014/main" id="{3EA58CD4-1EDF-762A-1698-CEE33844990C}"/>
              </a:ext>
            </a:extLst>
          </p:cNvPr>
          <p:cNvSpPr/>
          <p:nvPr/>
        </p:nvSpPr>
        <p:spPr>
          <a:xfrm rot="5400000">
            <a:off x="3009818" y="261272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Arrow: Right 168">
            <a:extLst>
              <a:ext uri="{FF2B5EF4-FFF2-40B4-BE49-F238E27FC236}">
                <a16:creationId xmlns:a16="http://schemas.microsoft.com/office/drawing/2014/main" id="{CC7086AB-AB25-57BD-7BE0-2AAAE7804AF2}"/>
              </a:ext>
            </a:extLst>
          </p:cNvPr>
          <p:cNvSpPr/>
          <p:nvPr/>
        </p:nvSpPr>
        <p:spPr>
          <a:xfrm rot="5400000">
            <a:off x="2558352" y="396548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Arrow: Right 169">
            <a:extLst>
              <a:ext uri="{FF2B5EF4-FFF2-40B4-BE49-F238E27FC236}">
                <a16:creationId xmlns:a16="http://schemas.microsoft.com/office/drawing/2014/main" id="{292E97C9-C56B-C8E0-9AC6-DD06BA0FFF3A}"/>
              </a:ext>
            </a:extLst>
          </p:cNvPr>
          <p:cNvSpPr/>
          <p:nvPr/>
        </p:nvSpPr>
        <p:spPr>
          <a:xfrm rot="5400000">
            <a:off x="3001523" y="315626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Arrow: Right 3">
            <a:extLst>
              <a:ext uri="{FF2B5EF4-FFF2-40B4-BE49-F238E27FC236}">
                <a16:creationId xmlns:a16="http://schemas.microsoft.com/office/drawing/2014/main" id="{75C11CFF-764F-8DA3-6D67-7B4630D6AB49}"/>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Right 4">
            <a:extLst>
              <a:ext uri="{FF2B5EF4-FFF2-40B4-BE49-F238E27FC236}">
                <a16:creationId xmlns:a16="http://schemas.microsoft.com/office/drawing/2014/main" id="{73A14FD4-2374-F510-4F12-527B6581CE66}"/>
              </a:ext>
            </a:extLst>
          </p:cNvPr>
          <p:cNvSpPr/>
          <p:nvPr/>
        </p:nvSpPr>
        <p:spPr>
          <a:xfrm>
            <a:off x="98109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456F0229-3FA7-B65F-75A0-BFEA0A2FC28A}"/>
              </a:ext>
            </a:extLst>
          </p:cNvPr>
          <p:cNvSpPr/>
          <p:nvPr/>
        </p:nvSpPr>
        <p:spPr>
          <a:xfrm>
            <a:off x="105784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8DC6F898-3086-E45E-A87C-1B6E44EDA6B1}"/>
              </a:ext>
            </a:extLst>
          </p:cNvPr>
          <p:cNvSpPr/>
          <p:nvPr/>
        </p:nvSpPr>
        <p:spPr>
          <a:xfrm>
            <a:off x="113846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Right 22">
            <a:extLst>
              <a:ext uri="{FF2B5EF4-FFF2-40B4-BE49-F238E27FC236}">
                <a16:creationId xmlns:a16="http://schemas.microsoft.com/office/drawing/2014/main" id="{C14FBCC5-81BB-759E-DEF2-65D7A9755263}"/>
              </a:ext>
            </a:extLst>
          </p:cNvPr>
          <p:cNvSpPr/>
          <p:nvPr/>
        </p:nvSpPr>
        <p:spPr>
          <a:xfrm flipH="1">
            <a:off x="95130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Right 23">
            <a:extLst>
              <a:ext uri="{FF2B5EF4-FFF2-40B4-BE49-F238E27FC236}">
                <a16:creationId xmlns:a16="http://schemas.microsoft.com/office/drawing/2014/main" id="{E80A5691-B1C1-F181-E9E6-2108428F8AAF}"/>
              </a:ext>
            </a:extLst>
          </p:cNvPr>
          <p:cNvSpPr/>
          <p:nvPr/>
        </p:nvSpPr>
        <p:spPr>
          <a:xfrm flipH="1">
            <a:off x="103192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Right 24">
            <a:extLst>
              <a:ext uri="{FF2B5EF4-FFF2-40B4-BE49-F238E27FC236}">
                <a16:creationId xmlns:a16="http://schemas.microsoft.com/office/drawing/2014/main" id="{8CB903C0-E1B4-89C8-3ED3-A288079C8990}"/>
              </a:ext>
            </a:extLst>
          </p:cNvPr>
          <p:cNvSpPr/>
          <p:nvPr/>
        </p:nvSpPr>
        <p:spPr>
          <a:xfrm flipH="1">
            <a:off x="110867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Right 25">
            <a:extLst>
              <a:ext uri="{FF2B5EF4-FFF2-40B4-BE49-F238E27FC236}">
                <a16:creationId xmlns:a16="http://schemas.microsoft.com/office/drawing/2014/main" id="{D8CE8B2F-5A8E-67E7-B4CC-F3029EBCC868}"/>
              </a:ext>
            </a:extLst>
          </p:cNvPr>
          <p:cNvSpPr/>
          <p:nvPr/>
        </p:nvSpPr>
        <p:spPr>
          <a:xfrm flipH="1">
            <a:off x="118929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1" name="Straight Connector 36">
            <a:extLst>
              <a:ext uri="{FF2B5EF4-FFF2-40B4-BE49-F238E27FC236}">
                <a16:creationId xmlns:a16="http://schemas.microsoft.com/office/drawing/2014/main" id="{7C1DA809-D128-0976-B977-05846BD9267E}"/>
              </a:ext>
            </a:extLst>
          </p:cNvPr>
          <p:cNvCxnSpPr>
            <a:cxnSpLocks/>
            <a:endCxn id="82" idx="1"/>
          </p:cNvCxnSpPr>
          <p:nvPr/>
        </p:nvCxnSpPr>
        <p:spPr>
          <a:xfrm rot="5400000" flipH="1" flipV="1">
            <a:off x="2862627" y="506739"/>
            <a:ext cx="1170592" cy="717376"/>
          </a:xfrm>
          <a:prstGeom prst="bentConnector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184654B9-6C98-99FB-088C-52073F87BEB4}"/>
              </a:ext>
            </a:extLst>
          </p:cNvPr>
          <p:cNvSpPr txBox="1"/>
          <p:nvPr/>
        </p:nvSpPr>
        <p:spPr>
          <a:xfrm>
            <a:off x="3806611" y="95465"/>
            <a:ext cx="2395851" cy="369332"/>
          </a:xfrm>
          <a:prstGeom prst="rect">
            <a:avLst/>
          </a:prstGeom>
          <a:noFill/>
        </p:spPr>
        <p:txBody>
          <a:bodyPr wrap="square" rtlCol="0">
            <a:spAutoFit/>
          </a:bodyPr>
          <a:lstStyle/>
          <a:p>
            <a:r>
              <a:rPr lang="en-GB" dirty="0">
                <a:latin typeface="Aptos SemiBold" panose="020B0004020202020204" pitchFamily="34" charset="0"/>
              </a:rPr>
              <a:t>Shipping container</a:t>
            </a:r>
            <a:endParaRPr lang="en-GB" sz="1400" dirty="0">
              <a:latin typeface="Aptos SemiBold" panose="020B0004020202020204" pitchFamily="34" charset="0"/>
            </a:endParaRPr>
          </a:p>
        </p:txBody>
      </p:sp>
      <p:sp>
        <p:nvSpPr>
          <p:cNvPr id="83" name="TextBox 82">
            <a:extLst>
              <a:ext uri="{FF2B5EF4-FFF2-40B4-BE49-F238E27FC236}">
                <a16:creationId xmlns:a16="http://schemas.microsoft.com/office/drawing/2014/main" id="{3743625C-A798-4193-6B8E-7B71D850072E}"/>
              </a:ext>
            </a:extLst>
          </p:cNvPr>
          <p:cNvSpPr txBox="1"/>
          <p:nvPr/>
        </p:nvSpPr>
        <p:spPr>
          <a:xfrm>
            <a:off x="3806611" y="376131"/>
            <a:ext cx="2395851" cy="523220"/>
          </a:xfrm>
          <a:prstGeom prst="rect">
            <a:avLst/>
          </a:prstGeom>
          <a:noFill/>
        </p:spPr>
        <p:txBody>
          <a:bodyPr wrap="square" rtlCol="0">
            <a:spAutoFit/>
          </a:bodyPr>
          <a:lstStyle/>
          <a:p>
            <a:r>
              <a:rPr lang="en-GB" sz="1400" dirty="0"/>
              <a:t>Easy to transport</a:t>
            </a:r>
          </a:p>
          <a:p>
            <a:r>
              <a:rPr lang="en-GB" sz="1400" dirty="0"/>
              <a:t>Mass production: 1/day</a:t>
            </a:r>
          </a:p>
        </p:txBody>
      </p:sp>
      <p:cxnSp>
        <p:nvCxnSpPr>
          <p:cNvPr id="27" name="Straight Connector 36">
            <a:extLst>
              <a:ext uri="{FF2B5EF4-FFF2-40B4-BE49-F238E27FC236}">
                <a16:creationId xmlns:a16="http://schemas.microsoft.com/office/drawing/2014/main" id="{4169F640-91A9-967F-90A9-F18A338B0998}"/>
              </a:ext>
            </a:extLst>
          </p:cNvPr>
          <p:cNvCxnSpPr>
            <a:cxnSpLocks/>
            <a:endCxn id="39" idx="1"/>
          </p:cNvCxnSpPr>
          <p:nvPr/>
        </p:nvCxnSpPr>
        <p:spPr>
          <a:xfrm rot="5400000" flipH="1" flipV="1">
            <a:off x="8717000" y="499473"/>
            <a:ext cx="1170592" cy="717376"/>
          </a:xfrm>
          <a:prstGeom prst="bentConnector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2A4380C6-084C-0700-5D9B-EA4B40C4D79F}"/>
              </a:ext>
            </a:extLst>
          </p:cNvPr>
          <p:cNvSpPr txBox="1"/>
          <p:nvPr/>
        </p:nvSpPr>
        <p:spPr>
          <a:xfrm>
            <a:off x="9660984" y="88199"/>
            <a:ext cx="2395851" cy="369332"/>
          </a:xfrm>
          <a:prstGeom prst="rect">
            <a:avLst/>
          </a:prstGeom>
          <a:noFill/>
        </p:spPr>
        <p:txBody>
          <a:bodyPr wrap="square" rtlCol="0">
            <a:spAutoFit/>
          </a:bodyPr>
          <a:lstStyle/>
          <a:p>
            <a:r>
              <a:rPr lang="en-GB" dirty="0">
                <a:latin typeface="Aptos SemiBold" panose="020B0004020202020204" pitchFamily="34" charset="0"/>
              </a:rPr>
              <a:t>Insulated section</a:t>
            </a:r>
            <a:endParaRPr lang="en-GB" sz="1400" dirty="0">
              <a:latin typeface="Aptos SemiBold" panose="020B0004020202020204" pitchFamily="34" charset="0"/>
            </a:endParaRPr>
          </a:p>
        </p:txBody>
      </p:sp>
      <p:sp>
        <p:nvSpPr>
          <p:cNvPr id="67" name="TextBox 66">
            <a:extLst>
              <a:ext uri="{FF2B5EF4-FFF2-40B4-BE49-F238E27FC236}">
                <a16:creationId xmlns:a16="http://schemas.microsoft.com/office/drawing/2014/main" id="{4F763003-DF33-9A68-33D4-6EFA4E7B1C9C}"/>
              </a:ext>
            </a:extLst>
          </p:cNvPr>
          <p:cNvSpPr txBox="1"/>
          <p:nvPr/>
        </p:nvSpPr>
        <p:spPr>
          <a:xfrm>
            <a:off x="9660984" y="368865"/>
            <a:ext cx="2705610" cy="307777"/>
          </a:xfrm>
          <a:prstGeom prst="rect">
            <a:avLst/>
          </a:prstGeom>
          <a:noFill/>
        </p:spPr>
        <p:txBody>
          <a:bodyPr wrap="square" rtlCol="0">
            <a:spAutoFit/>
          </a:bodyPr>
          <a:lstStyle/>
          <a:p>
            <a:r>
              <a:rPr lang="en-GB" sz="1400" dirty="0"/>
              <a:t>Contains high temperatures</a:t>
            </a:r>
          </a:p>
        </p:txBody>
      </p:sp>
      <p:cxnSp>
        <p:nvCxnSpPr>
          <p:cNvPr id="84" name="Straight Connector 36">
            <a:extLst>
              <a:ext uri="{FF2B5EF4-FFF2-40B4-BE49-F238E27FC236}">
                <a16:creationId xmlns:a16="http://schemas.microsoft.com/office/drawing/2014/main" id="{78A4EFDB-C42C-B47B-73CD-18E2FAE28167}"/>
              </a:ext>
            </a:extLst>
          </p:cNvPr>
          <p:cNvCxnSpPr>
            <a:cxnSpLocks/>
            <a:endCxn id="85" idx="1"/>
          </p:cNvCxnSpPr>
          <p:nvPr/>
        </p:nvCxnSpPr>
        <p:spPr>
          <a:xfrm rot="16200000" flipH="1">
            <a:off x="7199986" y="4985669"/>
            <a:ext cx="1244174" cy="327942"/>
          </a:xfrm>
          <a:prstGeom prst="bentConnector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2BC6EC6A-0AE4-19C6-5990-8CAD89FD4187}"/>
              </a:ext>
            </a:extLst>
          </p:cNvPr>
          <p:cNvSpPr txBox="1"/>
          <p:nvPr/>
        </p:nvSpPr>
        <p:spPr>
          <a:xfrm>
            <a:off x="7986044" y="5587061"/>
            <a:ext cx="2756251" cy="369332"/>
          </a:xfrm>
          <a:prstGeom prst="rect">
            <a:avLst/>
          </a:prstGeom>
          <a:noFill/>
        </p:spPr>
        <p:txBody>
          <a:bodyPr wrap="square" rtlCol="0">
            <a:spAutoFit/>
          </a:bodyPr>
          <a:lstStyle/>
          <a:p>
            <a:r>
              <a:rPr lang="en-GB" dirty="0">
                <a:latin typeface="Aptos SemiBold" panose="020B0004020202020204" pitchFamily="34" charset="0"/>
              </a:rPr>
              <a:t>Intermediate salt loop</a:t>
            </a:r>
            <a:endParaRPr lang="en-GB" sz="1400" dirty="0">
              <a:latin typeface="Aptos SemiBold" panose="020B0004020202020204" pitchFamily="34" charset="0"/>
            </a:endParaRPr>
          </a:p>
        </p:txBody>
      </p:sp>
      <p:sp>
        <p:nvSpPr>
          <p:cNvPr id="86" name="TextBox 85">
            <a:extLst>
              <a:ext uri="{FF2B5EF4-FFF2-40B4-BE49-F238E27FC236}">
                <a16:creationId xmlns:a16="http://schemas.microsoft.com/office/drawing/2014/main" id="{02FDD16B-CEE7-D4C1-0001-FB6B65CAEE02}"/>
              </a:ext>
            </a:extLst>
          </p:cNvPr>
          <p:cNvSpPr txBox="1"/>
          <p:nvPr/>
        </p:nvSpPr>
        <p:spPr>
          <a:xfrm>
            <a:off x="7986042" y="5867727"/>
            <a:ext cx="4105343" cy="307777"/>
          </a:xfrm>
          <a:prstGeom prst="rect">
            <a:avLst/>
          </a:prstGeom>
          <a:noFill/>
        </p:spPr>
        <p:txBody>
          <a:bodyPr wrap="square" rtlCol="0">
            <a:spAutoFit/>
          </a:bodyPr>
          <a:lstStyle/>
          <a:p>
            <a:r>
              <a:rPr lang="en-GB" sz="1400" dirty="0"/>
              <a:t>At least 3 barriers of protection</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E7EC8EF1-3595-2F8E-2438-2D5BF47D5DED}"/>
                  </a:ext>
                </a:extLst>
              </p:cNvPr>
              <p:cNvSpPr txBox="1"/>
              <p:nvPr/>
            </p:nvSpPr>
            <p:spPr>
              <a:xfrm>
                <a:off x="-337736" y="1806450"/>
                <a:ext cx="2073752" cy="492443"/>
              </a:xfrm>
              <a:prstGeom prst="rect">
                <a:avLst/>
              </a:prstGeom>
              <a:noFill/>
            </p:spPr>
            <p:txBody>
              <a:bodyPr wrap="square" rtlCol="0">
                <a:spAutoFit/>
              </a:bodyPr>
              <a:lstStyle/>
              <a:p>
                <a:pPr algn="r"/>
                <a:r>
                  <a:rPr lang="en-GB" sz="1400" dirty="0">
                    <a:latin typeface="Aptos Slab SemiBold" panose="020F0502020204030204" pitchFamily="34" charset="0"/>
                  </a:rPr>
                  <a:t>Coolant water out</a:t>
                </a:r>
              </a:p>
              <a:p>
                <a:pPr algn="r"/>
                <a14:m>
                  <m:oMath xmlns:m="http://schemas.openxmlformats.org/officeDocument/2006/math">
                    <m:sSub>
                      <m:sSubPr>
                        <m:ctrlPr>
                          <a:rPr lang="en-GB" sz="1200" i="1">
                            <a:latin typeface="Cambria Math" panose="02040503050406030204" pitchFamily="18" charset="0"/>
                          </a:rPr>
                        </m:ctrlPr>
                      </m:sSubPr>
                      <m:e>
                        <m:r>
                          <m:rPr>
                            <m:sty m:val="p"/>
                          </m:rPr>
                          <a:rPr lang="en-GB" sz="1200" i="1">
                            <a:latin typeface="Cambria Math" panose="02040503050406030204" pitchFamily="18" charset="0"/>
                          </a:rPr>
                          <m:t>H</m:t>
                        </m:r>
                      </m:e>
                      <m:sub>
                        <m:r>
                          <a:rPr lang="en-GB" sz="1200" i="1">
                            <a:latin typeface="Cambria Math" panose="02040503050406030204" pitchFamily="18" charset="0"/>
                          </a:rPr>
                          <m:t>2</m:t>
                        </m:r>
                      </m:sub>
                    </m:sSub>
                    <m:r>
                      <m:rPr>
                        <m:sty m:val="p"/>
                      </m:rPr>
                      <a:rPr lang="en-GB" sz="1200" i="1">
                        <a:latin typeface="Cambria Math" panose="02040503050406030204" pitchFamily="18" charset="0"/>
                      </a:rPr>
                      <m:t>O</m:t>
                    </m:r>
                  </m:oMath>
                </a14:m>
                <a:r>
                  <a:rPr lang="en-GB" sz="1200" b="0" dirty="0"/>
                  <a:t>: </a:t>
                </a:r>
                <a14:m>
                  <m:oMath xmlns:m="http://schemas.openxmlformats.org/officeDocument/2006/math">
                    <m:r>
                      <a:rPr lang="en-GB" sz="1200" b="0" i="1" smtClean="0">
                        <a:latin typeface="Cambria Math" panose="02040503050406030204" pitchFamily="18" charset="0"/>
                      </a:rPr>
                      <m:t>25</m:t>
                    </m:r>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p>
            </p:txBody>
          </p:sp>
        </mc:Choice>
        <mc:Fallback xmlns="">
          <p:sp>
            <p:nvSpPr>
              <p:cNvPr id="91" name="TextBox 90">
                <a:extLst>
                  <a:ext uri="{FF2B5EF4-FFF2-40B4-BE49-F238E27FC236}">
                    <a16:creationId xmlns:a16="http://schemas.microsoft.com/office/drawing/2014/main" id="{E7EC8EF1-3595-2F8E-2438-2D5BF47D5DED}"/>
                  </a:ext>
                </a:extLst>
              </p:cNvPr>
              <p:cNvSpPr txBox="1">
                <a:spLocks noRot="1" noChangeAspect="1" noMove="1" noResize="1" noEditPoints="1" noAdjustHandles="1" noChangeArrowheads="1" noChangeShapeType="1" noTextEdit="1"/>
              </p:cNvSpPr>
              <p:nvPr/>
            </p:nvSpPr>
            <p:spPr>
              <a:xfrm>
                <a:off x="-337736" y="1806450"/>
                <a:ext cx="2073752" cy="492443"/>
              </a:xfrm>
              <a:prstGeom prst="rect">
                <a:avLst/>
              </a:prstGeom>
              <a:blipFill>
                <a:blip r:embed="rId4"/>
                <a:stretch>
                  <a:fillRect t="-1235" r="-882" b="-86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964F2D2-27BD-5C13-AA74-6DD43F23947F}"/>
                  </a:ext>
                </a:extLst>
              </p:cNvPr>
              <p:cNvSpPr txBox="1"/>
              <p:nvPr/>
            </p:nvSpPr>
            <p:spPr>
              <a:xfrm>
                <a:off x="-318686" y="4700621"/>
                <a:ext cx="2073752" cy="492443"/>
              </a:xfrm>
              <a:prstGeom prst="rect">
                <a:avLst/>
              </a:prstGeom>
              <a:noFill/>
            </p:spPr>
            <p:txBody>
              <a:bodyPr wrap="square" rtlCol="0">
                <a:spAutoFit/>
              </a:bodyPr>
              <a:lstStyle/>
              <a:p>
                <a:pPr algn="r"/>
                <a:r>
                  <a:rPr lang="en-GB" sz="1400" dirty="0">
                    <a:latin typeface="Aptos Slab SemiBold" panose="020F0502020204030204" pitchFamily="34" charset="0"/>
                  </a:rPr>
                  <a:t>Coolant water in</a:t>
                </a:r>
              </a:p>
              <a:p>
                <a:pPr algn="r"/>
                <a14:m>
                  <m:oMath xmlns:m="http://schemas.openxmlformats.org/officeDocument/2006/math">
                    <m:sSub>
                      <m:sSubPr>
                        <m:ctrlPr>
                          <a:rPr lang="en-GB" sz="1200" i="1">
                            <a:latin typeface="Cambria Math" panose="02040503050406030204" pitchFamily="18" charset="0"/>
                          </a:rPr>
                        </m:ctrlPr>
                      </m:sSubPr>
                      <m:e>
                        <m:r>
                          <m:rPr>
                            <m:sty m:val="p"/>
                          </m:rPr>
                          <a:rPr lang="en-GB" sz="1200" i="1">
                            <a:latin typeface="Cambria Math" panose="02040503050406030204" pitchFamily="18" charset="0"/>
                          </a:rPr>
                          <m:t>H</m:t>
                        </m:r>
                      </m:e>
                      <m:sub>
                        <m:r>
                          <a:rPr lang="en-GB" sz="1200" i="1">
                            <a:latin typeface="Cambria Math" panose="02040503050406030204" pitchFamily="18" charset="0"/>
                          </a:rPr>
                          <m:t>2</m:t>
                        </m:r>
                      </m:sub>
                    </m:sSub>
                    <m:r>
                      <m:rPr>
                        <m:sty m:val="p"/>
                      </m:rPr>
                      <a:rPr lang="en-GB" sz="1200" i="1">
                        <a:latin typeface="Cambria Math" panose="02040503050406030204" pitchFamily="18" charset="0"/>
                      </a:rPr>
                      <m:t>O</m:t>
                    </m:r>
                    <m:r>
                      <a:rPr lang="en-GB" sz="1200" b="0" i="1" smtClean="0">
                        <a:latin typeface="Cambria Math" panose="02040503050406030204" pitchFamily="18" charset="0"/>
                      </a:rPr>
                      <m:t>: </m:t>
                    </m:r>
                  </m:oMath>
                </a14:m>
                <a:r>
                  <a:rPr lang="en-GB" sz="1200" b="0" dirty="0"/>
                  <a:t> </a:t>
                </a:r>
                <a14:m>
                  <m:oMath xmlns:m="http://schemas.openxmlformats.org/officeDocument/2006/math">
                    <m:r>
                      <a:rPr lang="en-GB" sz="1200" b="0" i="1" smtClean="0">
                        <a:latin typeface="Cambria Math" panose="02040503050406030204" pitchFamily="18" charset="0"/>
                      </a:rPr>
                      <m:t>5</m:t>
                    </m:r>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endParaRPr lang="en-GB" sz="1200" dirty="0">
                  <a:latin typeface="Aptos Light" panose="020B0004020202020204" pitchFamily="34" charset="0"/>
                </a:endParaRPr>
              </a:p>
            </p:txBody>
          </p:sp>
        </mc:Choice>
        <mc:Fallback xmlns="">
          <p:sp>
            <p:nvSpPr>
              <p:cNvPr id="92" name="TextBox 91">
                <a:extLst>
                  <a:ext uri="{FF2B5EF4-FFF2-40B4-BE49-F238E27FC236}">
                    <a16:creationId xmlns:a16="http://schemas.microsoft.com/office/drawing/2014/main" id="{8964F2D2-27BD-5C13-AA74-6DD43F23947F}"/>
                  </a:ext>
                </a:extLst>
              </p:cNvPr>
              <p:cNvSpPr txBox="1">
                <a:spLocks noRot="1" noChangeAspect="1" noMove="1" noResize="1" noEditPoints="1" noAdjustHandles="1" noChangeArrowheads="1" noChangeShapeType="1" noTextEdit="1"/>
              </p:cNvSpPr>
              <p:nvPr/>
            </p:nvSpPr>
            <p:spPr>
              <a:xfrm>
                <a:off x="-318686" y="4700621"/>
                <a:ext cx="2073752" cy="492443"/>
              </a:xfrm>
              <a:prstGeom prst="rect">
                <a:avLst/>
              </a:prstGeom>
              <a:blipFill>
                <a:blip r:embed="rId5"/>
                <a:stretch>
                  <a:fillRect t="-2469" r="-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7A8CD8E4-E148-936F-C3C3-600C417C7CDB}"/>
                  </a:ext>
                </a:extLst>
              </p:cNvPr>
              <p:cNvSpPr txBox="1"/>
              <p:nvPr/>
            </p:nvSpPr>
            <p:spPr>
              <a:xfrm>
                <a:off x="9660691" y="2319256"/>
                <a:ext cx="2073752" cy="677108"/>
              </a:xfrm>
              <a:prstGeom prst="rect">
                <a:avLst/>
              </a:prstGeom>
              <a:noFill/>
            </p:spPr>
            <p:txBody>
              <a:bodyPr wrap="square" rtlCol="0">
                <a:spAutoFit/>
              </a:bodyPr>
              <a:lstStyle/>
              <a:p>
                <a:r>
                  <a:rPr lang="en-GB" sz="1400" dirty="0">
                    <a:latin typeface="Aptos Slab SemiBold" panose="020F0502020204030204" pitchFamily="34" charset="0"/>
                  </a:rPr>
                  <a:t>Heat to customer</a:t>
                </a:r>
              </a:p>
              <a:p>
                <a:r>
                  <a:rPr lang="en-GB" sz="1200" b="0" dirty="0"/>
                  <a:t>Transfer salt: </a:t>
                </a:r>
                <a14:m>
                  <m:oMath xmlns:m="http://schemas.openxmlformats.org/officeDocument/2006/math">
                    <m:r>
                      <a:rPr lang="en-GB" sz="1200" b="0" i="1" smtClean="0">
                        <a:latin typeface="Cambria Math" panose="02040503050406030204" pitchFamily="18" charset="0"/>
                      </a:rPr>
                      <m:t>550</m:t>
                    </m:r>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endParaRPr lang="en-GB" sz="1200" dirty="0">
                  <a:latin typeface="Aptos Light" panose="020B0004020202020204" pitchFamily="34" charset="0"/>
                </a:endParaRPr>
              </a:p>
              <a:p>
                <a:r>
                  <a:rPr lang="en-GB" sz="1200" dirty="0">
                    <a:latin typeface="Aptos Light" panose="020B0004020202020204" pitchFamily="34" charset="0"/>
                  </a:rPr>
                  <a:t>Electricity, Process heat, etc.</a:t>
                </a:r>
              </a:p>
            </p:txBody>
          </p:sp>
        </mc:Choice>
        <mc:Fallback xmlns="">
          <p:sp>
            <p:nvSpPr>
              <p:cNvPr id="93" name="TextBox 92">
                <a:extLst>
                  <a:ext uri="{FF2B5EF4-FFF2-40B4-BE49-F238E27FC236}">
                    <a16:creationId xmlns:a16="http://schemas.microsoft.com/office/drawing/2014/main" id="{7A8CD8E4-E148-936F-C3C3-600C417C7CDB}"/>
                  </a:ext>
                </a:extLst>
              </p:cNvPr>
              <p:cNvSpPr txBox="1">
                <a:spLocks noRot="1" noChangeAspect="1" noMove="1" noResize="1" noEditPoints="1" noAdjustHandles="1" noChangeArrowheads="1" noChangeShapeType="1" noTextEdit="1"/>
              </p:cNvSpPr>
              <p:nvPr/>
            </p:nvSpPr>
            <p:spPr>
              <a:xfrm>
                <a:off x="9660691" y="2319256"/>
                <a:ext cx="2073752" cy="677108"/>
              </a:xfrm>
              <a:prstGeom prst="rect">
                <a:avLst/>
              </a:prstGeom>
              <a:blipFill>
                <a:blip r:embed="rId6"/>
                <a:stretch>
                  <a:fillRect l="-882" t="-893" b="-53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0895D66D-0804-E2F9-8BE7-A70BE463EAF2}"/>
                  </a:ext>
                </a:extLst>
              </p:cNvPr>
              <p:cNvSpPr txBox="1"/>
              <p:nvPr/>
            </p:nvSpPr>
            <p:spPr>
              <a:xfrm>
                <a:off x="9661198" y="4250866"/>
                <a:ext cx="2073752" cy="492443"/>
              </a:xfrm>
              <a:prstGeom prst="rect">
                <a:avLst/>
              </a:prstGeom>
              <a:noFill/>
            </p:spPr>
            <p:txBody>
              <a:bodyPr wrap="square" rtlCol="0">
                <a:spAutoFit/>
              </a:bodyPr>
              <a:lstStyle/>
              <a:p>
                <a:r>
                  <a:rPr lang="en-GB" sz="1400" dirty="0">
                    <a:latin typeface="Aptos Slab SemiBold" panose="020F0502020204030204" pitchFamily="34" charset="0"/>
                  </a:rPr>
                  <a:t>Transfer salt return</a:t>
                </a:r>
              </a:p>
              <a:p>
                <a:r>
                  <a:rPr lang="en-GB" sz="1200" b="0" dirty="0"/>
                  <a:t>Transfer salt: </a:t>
                </a:r>
                <a14:m>
                  <m:oMath xmlns:m="http://schemas.openxmlformats.org/officeDocument/2006/math">
                    <m:r>
                      <a:rPr lang="en-GB" sz="1200" b="0" i="0" smtClean="0">
                        <a:latin typeface="Cambria Math" panose="02040503050406030204" pitchFamily="18" charset="0"/>
                      </a:rPr>
                      <m:t>4</m:t>
                    </m:r>
                    <m:r>
                      <a:rPr lang="en-GB" sz="1200" b="0" i="1" smtClean="0">
                        <a:latin typeface="Cambria Math" panose="02040503050406030204" pitchFamily="18" charset="0"/>
                      </a:rPr>
                      <m:t>50</m:t>
                    </m:r>
                    <m:r>
                      <a:rPr lang="en-GB" sz="1200" i="1">
                        <a:latin typeface="Cambria Math" panose="02040503050406030204" pitchFamily="18" charset="0"/>
                      </a:rPr>
                      <m:t> </m:t>
                    </m:r>
                    <m:r>
                      <a:rPr lang="en-GB" sz="1200" i="1">
                        <a:latin typeface="Cambria Math" panose="02040503050406030204" pitchFamily="18" charset="0"/>
                        <a:ea typeface="Cambria Math" panose="02040503050406030204" pitchFamily="18" charset="0"/>
                      </a:rPr>
                      <m:t>°</m:t>
                    </m:r>
                    <m:r>
                      <m:rPr>
                        <m:sty m:val="p"/>
                      </m:rPr>
                      <a:rPr lang="en-GB" sz="1200" i="1">
                        <a:latin typeface="Cambria Math" panose="02040503050406030204" pitchFamily="18" charset="0"/>
                        <a:ea typeface="Cambria Math" panose="02040503050406030204" pitchFamily="18" charset="0"/>
                      </a:rPr>
                      <m:t>C</m:t>
                    </m:r>
                  </m:oMath>
                </a14:m>
                <a:r>
                  <a:rPr lang="en-GB" sz="1200" dirty="0">
                    <a:latin typeface="Aptos Light" panose="020B0004020202020204" pitchFamily="34" charset="0"/>
                  </a:rPr>
                  <a:t> </a:t>
                </a:r>
              </a:p>
            </p:txBody>
          </p:sp>
        </mc:Choice>
        <mc:Fallback xmlns="">
          <p:sp>
            <p:nvSpPr>
              <p:cNvPr id="94" name="TextBox 93">
                <a:extLst>
                  <a:ext uri="{FF2B5EF4-FFF2-40B4-BE49-F238E27FC236}">
                    <a16:creationId xmlns:a16="http://schemas.microsoft.com/office/drawing/2014/main" id="{0895D66D-0804-E2F9-8BE7-A70BE463EAF2}"/>
                  </a:ext>
                </a:extLst>
              </p:cNvPr>
              <p:cNvSpPr txBox="1">
                <a:spLocks noRot="1" noChangeAspect="1" noMove="1" noResize="1" noEditPoints="1" noAdjustHandles="1" noChangeArrowheads="1" noChangeShapeType="1" noTextEdit="1"/>
              </p:cNvSpPr>
              <p:nvPr/>
            </p:nvSpPr>
            <p:spPr>
              <a:xfrm>
                <a:off x="9661198" y="4250866"/>
                <a:ext cx="2073752" cy="492443"/>
              </a:xfrm>
              <a:prstGeom prst="rect">
                <a:avLst/>
              </a:prstGeom>
              <a:blipFill>
                <a:blip r:embed="rId7"/>
                <a:stretch>
                  <a:fillRect l="-882" t="-1235" b="-8642"/>
                </a:stretch>
              </a:blipFill>
            </p:spPr>
            <p:txBody>
              <a:bodyPr/>
              <a:lstStyle/>
              <a:p>
                <a:r>
                  <a:rPr lang="en-GB">
                    <a:noFill/>
                  </a:rPr>
                  <a:t> </a:t>
                </a:r>
              </a:p>
            </p:txBody>
          </p:sp>
        </mc:Fallback>
      </mc:AlternateContent>
      <p:cxnSp>
        <p:nvCxnSpPr>
          <p:cNvPr id="95" name="Straight Connector 36">
            <a:extLst>
              <a:ext uri="{FF2B5EF4-FFF2-40B4-BE49-F238E27FC236}">
                <a16:creationId xmlns:a16="http://schemas.microsoft.com/office/drawing/2014/main" id="{63BDDAAB-AD77-BF73-CCA1-26F88A0453F1}"/>
              </a:ext>
            </a:extLst>
          </p:cNvPr>
          <p:cNvCxnSpPr>
            <a:cxnSpLocks/>
            <a:endCxn id="1024" idx="1"/>
          </p:cNvCxnSpPr>
          <p:nvPr/>
        </p:nvCxnSpPr>
        <p:spPr>
          <a:xfrm rot="16200000" flipH="1">
            <a:off x="2037418" y="5325004"/>
            <a:ext cx="966374" cy="247728"/>
          </a:xfrm>
          <a:prstGeom prst="bentConnector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1024" name="TextBox 1023">
            <a:extLst>
              <a:ext uri="{FF2B5EF4-FFF2-40B4-BE49-F238E27FC236}">
                <a16:creationId xmlns:a16="http://schemas.microsoft.com/office/drawing/2014/main" id="{0E743DEC-3ACD-765F-A386-0163AE7B7B48}"/>
              </a:ext>
            </a:extLst>
          </p:cNvPr>
          <p:cNvSpPr txBox="1"/>
          <p:nvPr/>
        </p:nvSpPr>
        <p:spPr>
          <a:xfrm>
            <a:off x="2644469" y="5747389"/>
            <a:ext cx="2756251" cy="369332"/>
          </a:xfrm>
          <a:prstGeom prst="rect">
            <a:avLst/>
          </a:prstGeom>
          <a:noFill/>
        </p:spPr>
        <p:txBody>
          <a:bodyPr wrap="square" rtlCol="0">
            <a:spAutoFit/>
          </a:bodyPr>
          <a:lstStyle/>
          <a:p>
            <a:r>
              <a:rPr lang="en-GB" dirty="0">
                <a:latin typeface="Aptos SemiBold" panose="020B0004020202020204" pitchFamily="34" charset="0"/>
              </a:rPr>
              <a:t>Emergency drain tanks</a:t>
            </a:r>
            <a:endParaRPr lang="en-GB" sz="1400" dirty="0">
              <a:latin typeface="Aptos SemiBold" panose="020B0004020202020204" pitchFamily="34" charset="0"/>
            </a:endParaRPr>
          </a:p>
        </p:txBody>
      </p:sp>
      <p:sp>
        <p:nvSpPr>
          <p:cNvPr id="1025" name="TextBox 1024">
            <a:extLst>
              <a:ext uri="{FF2B5EF4-FFF2-40B4-BE49-F238E27FC236}">
                <a16:creationId xmlns:a16="http://schemas.microsoft.com/office/drawing/2014/main" id="{8D062C49-3650-EE1D-FC71-560DD95B7908}"/>
              </a:ext>
            </a:extLst>
          </p:cNvPr>
          <p:cNvSpPr txBox="1"/>
          <p:nvPr/>
        </p:nvSpPr>
        <p:spPr>
          <a:xfrm>
            <a:off x="2644467" y="6028055"/>
            <a:ext cx="4105343" cy="307777"/>
          </a:xfrm>
          <a:prstGeom prst="rect">
            <a:avLst/>
          </a:prstGeom>
          <a:noFill/>
        </p:spPr>
        <p:txBody>
          <a:bodyPr wrap="square" rtlCol="0">
            <a:spAutoFit/>
          </a:bodyPr>
          <a:lstStyle/>
          <a:p>
            <a:r>
              <a:rPr lang="en-GB" sz="1400" dirty="0"/>
              <a:t>Subcritical drain tanks for passive safety</a:t>
            </a:r>
          </a:p>
        </p:txBody>
      </p:sp>
    </p:spTree>
    <p:extLst>
      <p:ext uri="{BB962C8B-B14F-4D97-AF65-F5344CB8AC3E}">
        <p14:creationId xmlns:p14="http://schemas.microsoft.com/office/powerpoint/2010/main" val="2038010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 fill="hold"/>
                                        <p:tgtEl>
                                          <p:spTgt spid="17"/>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2000" fill="hold"/>
                                        <p:tgtEl>
                                          <p:spTgt spid="20"/>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2000" fill="hold"/>
                                        <p:tgtEl>
                                          <p:spTgt spid="19"/>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2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2000" fill="hold"/>
                                        <p:tgtEl>
                                          <p:spTgt spid="21"/>
                                        </p:tgtEl>
                                        <p:attrNameLst>
                                          <p:attrName>r</p:attrName>
                                        </p:attrNameLst>
                                      </p:cBhvr>
                                    </p:animRot>
                                  </p:childTnLst>
                                </p:cTn>
                              </p:par>
                              <p:par>
                                <p:cTn id="15" presetID="8" presetClass="emph" presetSubtype="0" repeatCount="indefinite" fill="hold" nodeType="withEffect">
                                  <p:stCondLst>
                                    <p:cond delay="0"/>
                                  </p:stCondLst>
                                  <p:childTnLst>
                                    <p:animRot by="21600000">
                                      <p:cBhvr>
                                        <p:cTn id="16" dur="2000" fill="hold"/>
                                        <p:tgtEl>
                                          <p:spTgt spid="22"/>
                                        </p:tgtEl>
                                        <p:attrNameLst>
                                          <p:attrName>r</p:attrName>
                                        </p:attrNameLst>
                                      </p:cBhvr>
                                    </p:animRot>
                                  </p:childTnLst>
                                </p:cTn>
                              </p:par>
                              <p:par>
                                <p:cTn id="17" presetID="8" presetClass="emph" presetSubtype="0" repeatCount="indefinite" fill="hold" nodeType="withEffect">
                                  <p:stCondLst>
                                    <p:cond delay="0"/>
                                  </p:stCondLst>
                                  <p:childTnLst>
                                    <p:animRot by="-21600000">
                                      <p:cBhvr>
                                        <p:cTn id="18" dur="4500" fill="hold"/>
                                        <p:tgtEl>
                                          <p:spTgt spid="16"/>
                                        </p:tgtEl>
                                        <p:attrNameLst>
                                          <p:attrName>r</p:attrName>
                                        </p:attrNameLst>
                                      </p:cBhvr>
                                    </p:animRot>
                                  </p:childTnLst>
                                </p:cTn>
                              </p:par>
                              <p:par>
                                <p:cTn id="19" presetID="6" presetClass="emph" presetSubtype="0" repeatCount="indefinite" autoRev="1" fill="hold" grpId="0" nodeType="withEffect">
                                  <p:stCondLst>
                                    <p:cond delay="0"/>
                                  </p:stCondLst>
                                  <p:childTnLst>
                                    <p:animScale>
                                      <p:cBhvr>
                                        <p:cTn id="20" dur="1000" fill="hold"/>
                                        <p:tgtEl>
                                          <p:spTgt spid="182"/>
                                        </p:tgtEl>
                                      </p:cBhvr>
                                      <p:by x="125000" y="125000"/>
                                    </p:animScale>
                                  </p:childTnLst>
                                </p:cTn>
                              </p:par>
                              <p:par>
                                <p:cTn id="21" presetID="6" presetClass="emph" presetSubtype="0" repeatCount="indefinite" autoRev="1" fill="hold" grpId="0" nodeType="withEffect">
                                  <p:stCondLst>
                                    <p:cond delay="0"/>
                                  </p:stCondLst>
                                  <p:childTnLst>
                                    <p:animScale>
                                      <p:cBhvr>
                                        <p:cTn id="22" dur="1000" fill="hold"/>
                                        <p:tgtEl>
                                          <p:spTgt spid="184"/>
                                        </p:tgtEl>
                                      </p:cBhvr>
                                      <p:by x="125000" y="125000"/>
                                    </p:animScale>
                                  </p:childTnLst>
                                </p:cTn>
                              </p:par>
                              <p:par>
                                <p:cTn id="23" presetID="6" presetClass="emph" presetSubtype="0" repeatCount="indefinite" autoRev="1" fill="hold" grpId="0" nodeType="withEffect">
                                  <p:stCondLst>
                                    <p:cond delay="0"/>
                                  </p:stCondLst>
                                  <p:childTnLst>
                                    <p:animScale>
                                      <p:cBhvr>
                                        <p:cTn id="24" dur="1000" fill="hold"/>
                                        <p:tgtEl>
                                          <p:spTgt spid="186"/>
                                        </p:tgtEl>
                                      </p:cBhvr>
                                      <p:by x="125000" y="125000"/>
                                    </p:animScale>
                                  </p:childTnLst>
                                </p:cTn>
                              </p:par>
                              <p:par>
                                <p:cTn id="25" presetID="6" presetClass="emph" presetSubtype="0" repeatCount="indefinite" autoRev="1" fill="hold" grpId="0" nodeType="withEffect">
                                  <p:stCondLst>
                                    <p:cond delay="0"/>
                                  </p:stCondLst>
                                  <p:childTnLst>
                                    <p:animScale>
                                      <p:cBhvr>
                                        <p:cTn id="26" dur="1000" fill="hold"/>
                                        <p:tgtEl>
                                          <p:spTgt spid="188"/>
                                        </p:tgtEl>
                                      </p:cBhvr>
                                      <p:by x="125000" y="125000"/>
                                    </p:animScale>
                                  </p:childTnLst>
                                </p:cTn>
                              </p:par>
                              <p:par>
                                <p:cTn id="27" presetID="6" presetClass="emph" presetSubtype="0" repeatCount="indefinite" autoRev="1" fill="hold" grpId="0" nodeType="withEffect">
                                  <p:stCondLst>
                                    <p:cond delay="0"/>
                                  </p:stCondLst>
                                  <p:childTnLst>
                                    <p:animScale>
                                      <p:cBhvr>
                                        <p:cTn id="28" dur="1000" fill="hold"/>
                                        <p:tgtEl>
                                          <p:spTgt spid="189"/>
                                        </p:tgtEl>
                                      </p:cBhvr>
                                      <p:by x="125000" y="125000"/>
                                    </p:animScale>
                                  </p:childTnLst>
                                </p:cTn>
                              </p:par>
                              <p:par>
                                <p:cTn id="29" presetID="6" presetClass="emph" presetSubtype="0" repeatCount="indefinite" autoRev="1" fill="hold" grpId="0" nodeType="withEffect">
                                  <p:stCondLst>
                                    <p:cond delay="0"/>
                                  </p:stCondLst>
                                  <p:childTnLst>
                                    <p:animScale>
                                      <p:cBhvr>
                                        <p:cTn id="30" dur="1000" fill="hold"/>
                                        <p:tgtEl>
                                          <p:spTgt spid="191"/>
                                        </p:tgtEl>
                                      </p:cBhvr>
                                      <p:by x="125000" y="125000"/>
                                    </p:animScale>
                                  </p:childTnLst>
                                </p:cTn>
                              </p:par>
                              <p:par>
                                <p:cTn id="31" presetID="6" presetClass="emph" presetSubtype="0" repeatCount="indefinite" autoRev="1" fill="hold" grpId="0" nodeType="withEffect">
                                  <p:stCondLst>
                                    <p:cond delay="0"/>
                                  </p:stCondLst>
                                  <p:childTnLst>
                                    <p:animScale>
                                      <p:cBhvr>
                                        <p:cTn id="32" dur="1000" fill="hold"/>
                                        <p:tgtEl>
                                          <p:spTgt spid="192"/>
                                        </p:tgtEl>
                                      </p:cBhvr>
                                      <p:by x="125000" y="125000"/>
                                    </p:animScale>
                                  </p:childTnLst>
                                </p:cTn>
                              </p:par>
                              <p:par>
                                <p:cTn id="33" presetID="6" presetClass="emph" presetSubtype="0" repeatCount="indefinite" autoRev="1" fill="hold" grpId="0" nodeType="withEffect">
                                  <p:stCondLst>
                                    <p:cond delay="0"/>
                                  </p:stCondLst>
                                  <p:childTnLst>
                                    <p:animScale>
                                      <p:cBhvr>
                                        <p:cTn id="34" dur="1000" fill="hold"/>
                                        <p:tgtEl>
                                          <p:spTgt spid="194"/>
                                        </p:tgtEl>
                                      </p:cBhvr>
                                      <p:by x="125000" y="125000"/>
                                    </p:animScale>
                                  </p:childTnLst>
                                </p:cTn>
                              </p:par>
                              <p:par>
                                <p:cTn id="35" presetID="6" presetClass="emph" presetSubtype="0" repeatCount="indefinite" autoRev="1" fill="hold" grpId="0" nodeType="withEffect">
                                  <p:stCondLst>
                                    <p:cond delay="0"/>
                                  </p:stCondLst>
                                  <p:childTnLst>
                                    <p:animScale>
                                      <p:cBhvr>
                                        <p:cTn id="36" dur="1000" fill="hold"/>
                                        <p:tgtEl>
                                          <p:spTgt spid="196"/>
                                        </p:tgtEl>
                                      </p:cBhvr>
                                      <p:by x="125000" y="125000"/>
                                    </p:animScale>
                                  </p:childTnLst>
                                </p:cTn>
                              </p:par>
                              <p:par>
                                <p:cTn id="37" presetID="6" presetClass="emph" presetSubtype="0" repeatCount="indefinite" autoRev="1" fill="hold" grpId="0" nodeType="withEffect">
                                  <p:stCondLst>
                                    <p:cond delay="0"/>
                                  </p:stCondLst>
                                  <p:childTnLst>
                                    <p:animScale>
                                      <p:cBhvr>
                                        <p:cTn id="38" dur="1000" fill="hold"/>
                                        <p:tgtEl>
                                          <p:spTgt spid="198"/>
                                        </p:tgtEl>
                                      </p:cBhvr>
                                      <p:by x="125000" y="125000"/>
                                    </p:animScale>
                                  </p:childTnLst>
                                </p:cTn>
                              </p:par>
                              <p:par>
                                <p:cTn id="39" presetID="6" presetClass="emph" presetSubtype="0" repeatCount="indefinite" autoRev="1" fill="hold" grpId="0" nodeType="withEffect">
                                  <p:stCondLst>
                                    <p:cond delay="0"/>
                                  </p:stCondLst>
                                  <p:childTnLst>
                                    <p:animScale>
                                      <p:cBhvr>
                                        <p:cTn id="40" dur="1000" fill="hold"/>
                                        <p:tgtEl>
                                          <p:spTgt spid="201"/>
                                        </p:tgtEl>
                                      </p:cBhvr>
                                      <p:by x="125000" y="125000"/>
                                    </p:animScale>
                                  </p:childTnLst>
                                </p:cTn>
                              </p:par>
                              <p:par>
                                <p:cTn id="41" presetID="6" presetClass="emph" presetSubtype="0" repeatCount="indefinite" autoRev="1" fill="hold" grpId="0" nodeType="withEffect">
                                  <p:stCondLst>
                                    <p:cond delay="0"/>
                                  </p:stCondLst>
                                  <p:childTnLst>
                                    <p:animScale>
                                      <p:cBhvr>
                                        <p:cTn id="42" dur="1000" fill="hold"/>
                                        <p:tgtEl>
                                          <p:spTgt spid="202"/>
                                        </p:tgtEl>
                                      </p:cBhvr>
                                      <p:by x="125000" y="125000"/>
                                    </p:animScale>
                                  </p:childTnLst>
                                </p:cTn>
                              </p:par>
                              <p:par>
                                <p:cTn id="43" presetID="6" presetClass="emph" presetSubtype="0" repeatCount="indefinite" autoRev="1" fill="hold" grpId="0" nodeType="withEffect">
                                  <p:stCondLst>
                                    <p:cond delay="0"/>
                                  </p:stCondLst>
                                  <p:childTnLst>
                                    <p:animScale>
                                      <p:cBhvr>
                                        <p:cTn id="44" dur="1000" fill="hold"/>
                                        <p:tgtEl>
                                          <p:spTgt spid="204"/>
                                        </p:tgtEl>
                                      </p:cBhvr>
                                      <p:by x="125000" y="125000"/>
                                    </p:animScale>
                                  </p:childTnLst>
                                </p:cTn>
                              </p:par>
                              <p:par>
                                <p:cTn id="45" presetID="6" presetClass="emph" presetSubtype="0" repeatCount="indefinite" autoRev="1" fill="hold" grpId="0" nodeType="withEffect">
                                  <p:stCondLst>
                                    <p:cond delay="0"/>
                                  </p:stCondLst>
                                  <p:childTnLst>
                                    <p:animScale>
                                      <p:cBhvr>
                                        <p:cTn id="46" dur="1000" fill="hold"/>
                                        <p:tgtEl>
                                          <p:spTgt spid="207"/>
                                        </p:tgtEl>
                                      </p:cBhvr>
                                      <p:by x="125000" y="125000"/>
                                    </p:animScale>
                                  </p:childTnLst>
                                </p:cTn>
                              </p:par>
                              <p:par>
                                <p:cTn id="47" presetID="6" presetClass="emph" presetSubtype="0" repeatCount="indefinite" autoRev="1" fill="hold" grpId="0" nodeType="withEffect">
                                  <p:stCondLst>
                                    <p:cond delay="0"/>
                                  </p:stCondLst>
                                  <p:childTnLst>
                                    <p:animScale>
                                      <p:cBhvr>
                                        <p:cTn id="48" dur="1000" fill="hold"/>
                                        <p:tgtEl>
                                          <p:spTgt spid="209"/>
                                        </p:tgtEl>
                                      </p:cBhvr>
                                      <p:by x="125000" y="125000"/>
                                    </p:animScale>
                                  </p:childTnLst>
                                </p:cTn>
                              </p:par>
                              <p:par>
                                <p:cTn id="49" presetID="6" presetClass="emph" presetSubtype="0" repeatCount="indefinite" autoRev="1" fill="hold" grpId="0" nodeType="withEffect">
                                  <p:stCondLst>
                                    <p:cond delay="0"/>
                                  </p:stCondLst>
                                  <p:childTnLst>
                                    <p:animScale>
                                      <p:cBhvr>
                                        <p:cTn id="50" dur="1000" fill="hold"/>
                                        <p:tgtEl>
                                          <p:spTgt spid="211"/>
                                        </p:tgtEl>
                                      </p:cBhvr>
                                      <p:by x="125000" y="125000"/>
                                    </p:animScale>
                                  </p:childTnLst>
                                </p:cTn>
                              </p:par>
                              <p:par>
                                <p:cTn id="51" presetID="6" presetClass="emph" presetSubtype="0" repeatCount="indefinite" autoRev="1" fill="hold" grpId="0" nodeType="withEffect">
                                  <p:stCondLst>
                                    <p:cond delay="0"/>
                                  </p:stCondLst>
                                  <p:childTnLst>
                                    <p:animScale>
                                      <p:cBhvr>
                                        <p:cTn id="52" dur="1000" fill="hold"/>
                                        <p:tgtEl>
                                          <p:spTgt spid="213"/>
                                        </p:tgtEl>
                                      </p:cBhvr>
                                      <p:by x="125000" y="125000"/>
                                    </p:animScale>
                                  </p:childTnLst>
                                </p:cTn>
                              </p:par>
                              <p:par>
                                <p:cTn id="53" presetID="6" presetClass="emph" presetSubtype="0" repeatCount="indefinite" autoRev="1" fill="hold" grpId="0" nodeType="withEffect">
                                  <p:stCondLst>
                                    <p:cond delay="0"/>
                                  </p:stCondLst>
                                  <p:childTnLst>
                                    <p:animScale>
                                      <p:cBhvr>
                                        <p:cTn id="54" dur="1000" fill="hold"/>
                                        <p:tgtEl>
                                          <p:spTgt spid="214"/>
                                        </p:tgtEl>
                                      </p:cBhvr>
                                      <p:by x="125000" y="125000"/>
                                    </p:animScale>
                                  </p:childTnLst>
                                </p:cTn>
                              </p:par>
                              <p:par>
                                <p:cTn id="55" presetID="6" presetClass="emph" presetSubtype="0" repeatCount="indefinite" autoRev="1" fill="hold" grpId="0" nodeType="withEffect">
                                  <p:stCondLst>
                                    <p:cond delay="0"/>
                                  </p:stCondLst>
                                  <p:childTnLst>
                                    <p:animScale>
                                      <p:cBhvr>
                                        <p:cTn id="56" dur="1000" fill="hold"/>
                                        <p:tgtEl>
                                          <p:spTgt spid="3"/>
                                        </p:tgtEl>
                                      </p:cBhvr>
                                      <p:by x="125000" y="125000"/>
                                    </p:animScale>
                                  </p:childTnLst>
                                </p:cTn>
                              </p:par>
                              <p:par>
                                <p:cTn id="57" presetID="6" presetClass="emph" presetSubtype="0" repeatCount="indefinite" autoRev="1" fill="hold" grpId="0" nodeType="withEffect">
                                  <p:stCondLst>
                                    <p:cond delay="0"/>
                                  </p:stCondLst>
                                  <p:childTnLst>
                                    <p:animScale>
                                      <p:cBhvr>
                                        <p:cTn id="58" dur="1000" fill="hold"/>
                                        <p:tgtEl>
                                          <p:spTgt spid="6"/>
                                        </p:tgtEl>
                                      </p:cBhvr>
                                      <p:by x="125000" y="125000"/>
                                    </p:animScale>
                                  </p:childTnLst>
                                </p:cTn>
                              </p:par>
                              <p:par>
                                <p:cTn id="59" presetID="6" presetClass="emph" presetSubtype="0" repeatCount="indefinite" autoRev="1" fill="hold" grpId="0" nodeType="withEffect">
                                  <p:stCondLst>
                                    <p:cond delay="0"/>
                                  </p:stCondLst>
                                  <p:childTnLst>
                                    <p:animScale>
                                      <p:cBhvr>
                                        <p:cTn id="60" dur="1000" fill="hold"/>
                                        <p:tgtEl>
                                          <p:spTgt spid="7"/>
                                        </p:tgtEl>
                                      </p:cBhvr>
                                      <p:by x="125000" y="125000"/>
                                    </p:animScale>
                                  </p:childTnLst>
                                </p:cTn>
                              </p:par>
                              <p:par>
                                <p:cTn id="61" presetID="6" presetClass="emph" presetSubtype="0" repeatCount="indefinite" autoRev="1" fill="hold" grpId="0" nodeType="withEffect">
                                  <p:stCondLst>
                                    <p:cond delay="0"/>
                                  </p:stCondLst>
                                  <p:childTnLst>
                                    <p:animScale>
                                      <p:cBhvr>
                                        <p:cTn id="62" dur="1000" fill="hold"/>
                                        <p:tgtEl>
                                          <p:spTgt spid="14"/>
                                        </p:tgtEl>
                                      </p:cBhvr>
                                      <p:by x="125000" y="125000"/>
                                    </p:animScale>
                                  </p:childTnLst>
                                </p:cTn>
                              </p:par>
                              <p:par>
                                <p:cTn id="63" presetID="6" presetClass="emph" presetSubtype="0" repeatCount="indefinite" autoRev="1" fill="hold" grpId="0" nodeType="withEffect">
                                  <p:stCondLst>
                                    <p:cond delay="0"/>
                                  </p:stCondLst>
                                  <p:childTnLst>
                                    <p:animScale>
                                      <p:cBhvr>
                                        <p:cTn id="64" dur="1000" fill="hold"/>
                                        <p:tgtEl>
                                          <p:spTgt spid="1136"/>
                                        </p:tgtEl>
                                      </p:cBhvr>
                                      <p:by x="125000" y="125000"/>
                                    </p:animScale>
                                  </p:childTnLst>
                                </p:cTn>
                              </p:par>
                              <p:par>
                                <p:cTn id="65" presetID="6" presetClass="emph" presetSubtype="0" repeatCount="indefinite" autoRev="1" fill="hold" grpId="0" nodeType="withEffect">
                                  <p:stCondLst>
                                    <p:cond delay="0"/>
                                  </p:stCondLst>
                                  <p:childTnLst>
                                    <p:animScale>
                                      <p:cBhvr>
                                        <p:cTn id="66" dur="1000" fill="hold"/>
                                        <p:tgtEl>
                                          <p:spTgt spid="1137"/>
                                        </p:tgtEl>
                                      </p:cBhvr>
                                      <p:by x="125000" y="125000"/>
                                    </p:animScale>
                                  </p:childTnLst>
                                </p:cTn>
                              </p:par>
                              <p:par>
                                <p:cTn id="67" presetID="6" presetClass="emph" presetSubtype="0" repeatCount="indefinite" autoRev="1" fill="hold" grpId="0" nodeType="withEffect">
                                  <p:stCondLst>
                                    <p:cond delay="0"/>
                                  </p:stCondLst>
                                  <p:childTnLst>
                                    <p:animScale>
                                      <p:cBhvr>
                                        <p:cTn id="68" dur="1000" fill="hold"/>
                                        <p:tgtEl>
                                          <p:spTgt spid="1139"/>
                                        </p:tgtEl>
                                      </p:cBhvr>
                                      <p:by x="125000" y="125000"/>
                                    </p:animScale>
                                  </p:childTnLst>
                                </p:cTn>
                              </p:par>
                              <p:par>
                                <p:cTn id="69" presetID="6" presetClass="emph" presetSubtype="0" repeatCount="indefinite" autoRev="1" fill="hold" grpId="0" nodeType="withEffect">
                                  <p:stCondLst>
                                    <p:cond delay="0"/>
                                  </p:stCondLst>
                                  <p:childTnLst>
                                    <p:animScale>
                                      <p:cBhvr>
                                        <p:cTn id="70" dur="1000" fill="hold"/>
                                        <p:tgtEl>
                                          <p:spTgt spid="1154"/>
                                        </p:tgtEl>
                                      </p:cBhvr>
                                      <p:by x="125000" y="125000"/>
                                    </p:animScale>
                                  </p:childTnLst>
                                </p:cTn>
                              </p:par>
                              <p:par>
                                <p:cTn id="71" presetID="6" presetClass="emph" presetSubtype="0" repeatCount="indefinite" autoRev="1" fill="hold" grpId="0" nodeType="withEffect">
                                  <p:stCondLst>
                                    <p:cond delay="0"/>
                                  </p:stCondLst>
                                  <p:childTnLst>
                                    <p:animScale>
                                      <p:cBhvr>
                                        <p:cTn id="72" dur="1000" fill="hold"/>
                                        <p:tgtEl>
                                          <p:spTgt spid="1155"/>
                                        </p:tgtEl>
                                      </p:cBhvr>
                                      <p:by x="125000" y="125000"/>
                                    </p:animScale>
                                  </p:childTnLst>
                                </p:cTn>
                              </p:par>
                              <p:par>
                                <p:cTn id="73" presetID="6" presetClass="emph" presetSubtype="0" repeatCount="indefinite" autoRev="1" fill="hold" grpId="0" nodeType="withEffect">
                                  <p:stCondLst>
                                    <p:cond delay="0"/>
                                  </p:stCondLst>
                                  <p:childTnLst>
                                    <p:animScale>
                                      <p:cBhvr>
                                        <p:cTn id="74" dur="1000" fill="hold"/>
                                        <p:tgtEl>
                                          <p:spTgt spid="1157"/>
                                        </p:tgtEl>
                                      </p:cBhvr>
                                      <p:by x="125000" y="125000"/>
                                    </p:animScale>
                                  </p:childTnLst>
                                </p:cTn>
                              </p:par>
                              <p:par>
                                <p:cTn id="75" presetID="6" presetClass="emph" presetSubtype="0" repeatCount="indefinite" autoRev="1" fill="hold" grpId="0" nodeType="withEffect">
                                  <p:stCondLst>
                                    <p:cond delay="0"/>
                                  </p:stCondLst>
                                  <p:childTnLst>
                                    <p:animScale>
                                      <p:cBhvr>
                                        <p:cTn id="76" dur="1000" fill="hold"/>
                                        <p:tgtEl>
                                          <p:spTgt spid="1158"/>
                                        </p:tgtEl>
                                      </p:cBhvr>
                                      <p:by x="125000" y="125000"/>
                                    </p:animScale>
                                  </p:childTnLst>
                                </p:cTn>
                              </p:par>
                              <p:par>
                                <p:cTn id="77" presetID="6" presetClass="emph" presetSubtype="0" repeatCount="indefinite" autoRev="1" fill="hold" grpId="0" nodeType="withEffect">
                                  <p:stCondLst>
                                    <p:cond delay="0"/>
                                  </p:stCondLst>
                                  <p:childTnLst>
                                    <p:animScale>
                                      <p:cBhvr>
                                        <p:cTn id="78" dur="1000" fill="hold"/>
                                        <p:tgtEl>
                                          <p:spTgt spid="1159"/>
                                        </p:tgtEl>
                                      </p:cBhvr>
                                      <p:by x="125000" y="125000"/>
                                    </p:animScale>
                                  </p:childTnLst>
                                </p:cTn>
                              </p:par>
                              <p:par>
                                <p:cTn id="79" presetID="6" presetClass="emph" presetSubtype="0" repeatCount="indefinite" autoRev="1" fill="hold" grpId="0" nodeType="withEffect">
                                  <p:stCondLst>
                                    <p:cond delay="0"/>
                                  </p:stCondLst>
                                  <p:childTnLst>
                                    <p:animScale>
                                      <p:cBhvr>
                                        <p:cTn id="80" dur="1000" fill="hold"/>
                                        <p:tgtEl>
                                          <p:spTgt spid="1160"/>
                                        </p:tgtEl>
                                      </p:cBhvr>
                                      <p:by x="125000" y="125000"/>
                                    </p:animScale>
                                  </p:childTnLst>
                                </p:cTn>
                              </p:par>
                              <p:par>
                                <p:cTn id="81" presetID="6" presetClass="emph" presetSubtype="0" repeatCount="indefinite" autoRev="1" fill="hold" grpId="0" nodeType="withEffect">
                                  <p:stCondLst>
                                    <p:cond delay="0"/>
                                  </p:stCondLst>
                                  <p:childTnLst>
                                    <p:animScale>
                                      <p:cBhvr>
                                        <p:cTn id="82" dur="1000" fill="hold"/>
                                        <p:tgtEl>
                                          <p:spTgt spid="1161"/>
                                        </p:tgtEl>
                                      </p:cBhvr>
                                      <p:by x="125000" y="125000"/>
                                    </p:animScale>
                                  </p:childTnLst>
                                </p:cTn>
                              </p:par>
                              <p:par>
                                <p:cTn id="83" presetID="6" presetClass="emph" presetSubtype="0" repeatCount="indefinite" autoRev="1" fill="hold" grpId="0" nodeType="withEffect">
                                  <p:stCondLst>
                                    <p:cond delay="0"/>
                                  </p:stCondLst>
                                  <p:childTnLst>
                                    <p:animScale>
                                      <p:cBhvr>
                                        <p:cTn id="84" dur="1000" fill="hold"/>
                                        <p:tgtEl>
                                          <p:spTgt spid="1162"/>
                                        </p:tgtEl>
                                      </p:cBhvr>
                                      <p:by x="125000" y="125000"/>
                                    </p:animScale>
                                  </p:childTnLst>
                                </p:cTn>
                              </p:par>
                              <p:par>
                                <p:cTn id="85" presetID="6" presetClass="emph" presetSubtype="0" repeatCount="indefinite" autoRev="1" fill="hold" grpId="0" nodeType="withEffect">
                                  <p:stCondLst>
                                    <p:cond delay="0"/>
                                  </p:stCondLst>
                                  <p:childTnLst>
                                    <p:animScale>
                                      <p:cBhvr>
                                        <p:cTn id="86" dur="1000" fill="hold"/>
                                        <p:tgtEl>
                                          <p:spTgt spid="1163"/>
                                        </p:tgtEl>
                                      </p:cBhvr>
                                      <p:by x="125000" y="125000"/>
                                    </p:animScale>
                                  </p:childTnLst>
                                </p:cTn>
                              </p:par>
                              <p:par>
                                <p:cTn id="87" presetID="6" presetClass="emph" presetSubtype="0" repeatCount="indefinite" autoRev="1" fill="hold" grpId="0" nodeType="withEffect">
                                  <p:stCondLst>
                                    <p:cond delay="0"/>
                                  </p:stCondLst>
                                  <p:childTnLst>
                                    <p:animScale>
                                      <p:cBhvr>
                                        <p:cTn id="88" dur="1000" fill="hold"/>
                                        <p:tgtEl>
                                          <p:spTgt spid="1164"/>
                                        </p:tgtEl>
                                      </p:cBhvr>
                                      <p:by x="125000" y="125000"/>
                                    </p:animScale>
                                  </p:childTnLst>
                                </p:cTn>
                              </p:par>
                              <p:par>
                                <p:cTn id="89" presetID="6" presetClass="emph" presetSubtype="0" repeatCount="indefinite" autoRev="1" fill="hold" grpId="0" nodeType="withEffect">
                                  <p:stCondLst>
                                    <p:cond delay="0"/>
                                  </p:stCondLst>
                                  <p:childTnLst>
                                    <p:animScale>
                                      <p:cBhvr>
                                        <p:cTn id="90" dur="1000" fill="hold"/>
                                        <p:tgtEl>
                                          <p:spTgt spid="1165"/>
                                        </p:tgtEl>
                                      </p:cBhvr>
                                      <p:by x="125000" y="125000"/>
                                    </p:animScale>
                                  </p:childTnLst>
                                </p:cTn>
                              </p:par>
                              <p:par>
                                <p:cTn id="91" presetID="6" presetClass="emph" presetSubtype="0" repeatCount="indefinite" autoRev="1" fill="hold" grpId="0" nodeType="withEffect">
                                  <p:stCondLst>
                                    <p:cond delay="0"/>
                                  </p:stCondLst>
                                  <p:childTnLst>
                                    <p:animScale>
                                      <p:cBhvr>
                                        <p:cTn id="92" dur="1000" fill="hold"/>
                                        <p:tgtEl>
                                          <p:spTgt spid="1167"/>
                                        </p:tgtEl>
                                      </p:cBhvr>
                                      <p:by x="125000" y="125000"/>
                                    </p:animScale>
                                  </p:childTnLst>
                                </p:cTn>
                              </p:par>
                              <p:par>
                                <p:cTn id="93" presetID="6" presetClass="emph" presetSubtype="0" repeatCount="indefinite" autoRev="1" fill="hold" grpId="0" nodeType="withEffect">
                                  <p:stCondLst>
                                    <p:cond delay="0"/>
                                  </p:stCondLst>
                                  <p:childTnLst>
                                    <p:animScale>
                                      <p:cBhvr>
                                        <p:cTn id="94" dur="1000" fill="hold"/>
                                        <p:tgtEl>
                                          <p:spTgt spid="1169"/>
                                        </p:tgtEl>
                                      </p:cBhvr>
                                      <p:by x="125000" y="125000"/>
                                    </p:animScale>
                                  </p:childTnLst>
                                </p:cTn>
                              </p:par>
                              <p:par>
                                <p:cTn id="95" presetID="6" presetClass="emph" presetSubtype="0" repeatCount="indefinite" autoRev="1" fill="hold" grpId="0" nodeType="withEffect">
                                  <p:stCondLst>
                                    <p:cond delay="0"/>
                                  </p:stCondLst>
                                  <p:childTnLst>
                                    <p:animScale>
                                      <p:cBhvr>
                                        <p:cTn id="96" dur="1000" fill="hold"/>
                                        <p:tgtEl>
                                          <p:spTgt spid="1170"/>
                                        </p:tgtEl>
                                      </p:cBhvr>
                                      <p:by x="125000" y="125000"/>
                                    </p:animScale>
                                  </p:childTnLst>
                                </p:cTn>
                              </p:par>
                              <p:par>
                                <p:cTn id="97" presetID="6" presetClass="emph" presetSubtype="0" repeatCount="indefinite" autoRev="1" fill="hold" grpId="0" nodeType="withEffect">
                                  <p:stCondLst>
                                    <p:cond delay="0"/>
                                  </p:stCondLst>
                                  <p:childTnLst>
                                    <p:animScale>
                                      <p:cBhvr>
                                        <p:cTn id="98" dur="1000" fill="hold"/>
                                        <p:tgtEl>
                                          <p:spTgt spid="1171"/>
                                        </p:tgtEl>
                                      </p:cBhvr>
                                      <p:by x="125000" y="125000"/>
                                    </p:animScale>
                                  </p:childTnLst>
                                </p:cTn>
                              </p:par>
                              <p:par>
                                <p:cTn id="99" presetID="6" presetClass="emph" presetSubtype="0" repeatCount="indefinite" autoRev="1" fill="hold" grpId="0" nodeType="withEffect">
                                  <p:stCondLst>
                                    <p:cond delay="0"/>
                                  </p:stCondLst>
                                  <p:childTnLst>
                                    <p:animScale>
                                      <p:cBhvr>
                                        <p:cTn id="100" dur="1000" fill="hold"/>
                                        <p:tgtEl>
                                          <p:spTgt spid="1172"/>
                                        </p:tgtEl>
                                      </p:cBhvr>
                                      <p:by x="125000" y="125000"/>
                                    </p:animScale>
                                  </p:childTnLst>
                                </p:cTn>
                              </p:par>
                              <p:par>
                                <p:cTn id="101" presetID="6" presetClass="emph" presetSubtype="0" repeatCount="indefinite" autoRev="1" fill="hold" grpId="0" nodeType="withEffect">
                                  <p:stCondLst>
                                    <p:cond delay="0"/>
                                  </p:stCondLst>
                                  <p:childTnLst>
                                    <p:animScale>
                                      <p:cBhvr>
                                        <p:cTn id="102" dur="1000" fill="hold"/>
                                        <p:tgtEl>
                                          <p:spTgt spid="1173"/>
                                        </p:tgtEl>
                                      </p:cBhvr>
                                      <p:by x="125000" y="125000"/>
                                    </p:animScale>
                                  </p:childTnLst>
                                </p:cTn>
                              </p:par>
                              <p:par>
                                <p:cTn id="103" presetID="6" presetClass="emph" presetSubtype="0" repeatCount="indefinite" autoRev="1" fill="hold" grpId="0" nodeType="withEffect">
                                  <p:stCondLst>
                                    <p:cond delay="0"/>
                                  </p:stCondLst>
                                  <p:childTnLst>
                                    <p:animScale>
                                      <p:cBhvr>
                                        <p:cTn id="104" dur="1000" fill="hold"/>
                                        <p:tgtEl>
                                          <p:spTgt spid="1174"/>
                                        </p:tgtEl>
                                      </p:cBhvr>
                                      <p:by x="125000" y="125000"/>
                                    </p:animScale>
                                  </p:childTnLst>
                                </p:cTn>
                              </p:par>
                              <p:par>
                                <p:cTn id="105" presetID="6" presetClass="emph" presetSubtype="0" repeatCount="indefinite" autoRev="1" fill="hold" grpId="0" nodeType="withEffect">
                                  <p:stCondLst>
                                    <p:cond delay="0"/>
                                  </p:stCondLst>
                                  <p:childTnLst>
                                    <p:animScale>
                                      <p:cBhvr>
                                        <p:cTn id="106" dur="1000" fill="hold"/>
                                        <p:tgtEl>
                                          <p:spTgt spid="1175"/>
                                        </p:tgtEl>
                                      </p:cBhvr>
                                      <p:by x="125000" y="125000"/>
                                    </p:animScale>
                                  </p:childTnLst>
                                </p:cTn>
                              </p:par>
                              <p:par>
                                <p:cTn id="107" presetID="6" presetClass="emph" presetSubtype="0" repeatCount="indefinite" autoRev="1" fill="hold" grpId="0" nodeType="withEffect">
                                  <p:stCondLst>
                                    <p:cond delay="0"/>
                                  </p:stCondLst>
                                  <p:childTnLst>
                                    <p:animScale>
                                      <p:cBhvr>
                                        <p:cTn id="108" dur="1000" fill="hold"/>
                                        <p:tgtEl>
                                          <p:spTgt spid="1176"/>
                                        </p:tgtEl>
                                      </p:cBhvr>
                                      <p:by x="125000" y="125000"/>
                                    </p:animScale>
                                  </p:childTnLst>
                                </p:cTn>
                              </p:par>
                              <p:par>
                                <p:cTn id="109" presetID="6" presetClass="emph" presetSubtype="0" repeatCount="indefinite" autoRev="1" fill="hold" grpId="0" nodeType="withEffect">
                                  <p:stCondLst>
                                    <p:cond delay="0"/>
                                  </p:stCondLst>
                                  <p:childTnLst>
                                    <p:animScale>
                                      <p:cBhvr>
                                        <p:cTn id="110" dur="1000" fill="hold"/>
                                        <p:tgtEl>
                                          <p:spTgt spid="1177"/>
                                        </p:tgtEl>
                                      </p:cBhvr>
                                      <p:by x="125000" y="125000"/>
                                    </p:animScale>
                                  </p:childTnLst>
                                </p:cTn>
                              </p:par>
                              <p:par>
                                <p:cTn id="111" presetID="6" presetClass="emph" presetSubtype="0" repeatCount="indefinite" autoRev="1" fill="hold" grpId="0" nodeType="withEffect">
                                  <p:stCondLst>
                                    <p:cond delay="0"/>
                                  </p:stCondLst>
                                  <p:childTnLst>
                                    <p:animScale>
                                      <p:cBhvr>
                                        <p:cTn id="112" dur="1000" fill="hold"/>
                                        <p:tgtEl>
                                          <p:spTgt spid="1178"/>
                                        </p:tgtEl>
                                      </p:cBhvr>
                                      <p:by x="125000" y="125000"/>
                                    </p:animScale>
                                  </p:childTnLst>
                                </p:cTn>
                              </p:par>
                              <p:par>
                                <p:cTn id="113" presetID="6" presetClass="emph" presetSubtype="0" repeatCount="indefinite" autoRev="1" fill="hold" grpId="0" nodeType="withEffect">
                                  <p:stCondLst>
                                    <p:cond delay="0"/>
                                  </p:stCondLst>
                                  <p:childTnLst>
                                    <p:animScale>
                                      <p:cBhvr>
                                        <p:cTn id="114" dur="1000" fill="hold"/>
                                        <p:tgtEl>
                                          <p:spTgt spid="1179"/>
                                        </p:tgtEl>
                                      </p:cBhvr>
                                      <p:by x="125000" y="125000"/>
                                    </p:animScale>
                                  </p:childTnLst>
                                </p:cTn>
                              </p:par>
                              <p:par>
                                <p:cTn id="115" presetID="6" presetClass="emph" presetSubtype="0" repeatCount="indefinite" autoRev="1" fill="hold" grpId="0" nodeType="withEffect">
                                  <p:stCondLst>
                                    <p:cond delay="0"/>
                                  </p:stCondLst>
                                  <p:childTnLst>
                                    <p:animScale>
                                      <p:cBhvr>
                                        <p:cTn id="116" dur="1000" fill="hold"/>
                                        <p:tgtEl>
                                          <p:spTgt spid="1180"/>
                                        </p:tgtEl>
                                      </p:cBhvr>
                                      <p:by x="125000" y="125000"/>
                                    </p:animScale>
                                  </p:childTnLst>
                                </p:cTn>
                              </p:par>
                              <p:par>
                                <p:cTn id="117" presetID="6" presetClass="emph" presetSubtype="0" repeatCount="indefinite" autoRev="1" fill="hold" grpId="0" nodeType="withEffect">
                                  <p:stCondLst>
                                    <p:cond delay="0"/>
                                  </p:stCondLst>
                                  <p:childTnLst>
                                    <p:animScale>
                                      <p:cBhvr>
                                        <p:cTn id="118" dur="1000" fill="hold"/>
                                        <p:tgtEl>
                                          <p:spTgt spid="1181"/>
                                        </p:tgtEl>
                                      </p:cBhvr>
                                      <p:by x="125000" y="125000"/>
                                    </p:animScale>
                                  </p:childTnLst>
                                </p:cTn>
                              </p:par>
                              <p:par>
                                <p:cTn id="119" presetID="6" presetClass="emph" presetSubtype="0" repeatCount="indefinite" autoRev="1" fill="hold" grpId="0" nodeType="withEffect">
                                  <p:stCondLst>
                                    <p:cond delay="0"/>
                                  </p:stCondLst>
                                  <p:childTnLst>
                                    <p:animScale>
                                      <p:cBhvr>
                                        <p:cTn id="120" dur="1000" fill="hold"/>
                                        <p:tgtEl>
                                          <p:spTgt spid="1182"/>
                                        </p:tgtEl>
                                      </p:cBhvr>
                                      <p:by x="125000" y="125000"/>
                                    </p:animScale>
                                  </p:childTnLst>
                                </p:cTn>
                              </p:par>
                              <p:par>
                                <p:cTn id="121" presetID="6" presetClass="emph" presetSubtype="0" repeatCount="indefinite" autoRev="1" fill="hold" grpId="0" nodeType="withEffect">
                                  <p:stCondLst>
                                    <p:cond delay="0"/>
                                  </p:stCondLst>
                                  <p:childTnLst>
                                    <p:animScale>
                                      <p:cBhvr>
                                        <p:cTn id="122" dur="1000" fill="hold"/>
                                        <p:tgtEl>
                                          <p:spTgt spid="1183"/>
                                        </p:tgtEl>
                                      </p:cBhvr>
                                      <p:by x="125000" y="125000"/>
                                    </p:animScale>
                                  </p:childTnLst>
                                </p:cTn>
                              </p:par>
                              <p:par>
                                <p:cTn id="123" presetID="6" presetClass="emph" presetSubtype="0" repeatCount="indefinite" autoRev="1" fill="hold" grpId="0" nodeType="withEffect">
                                  <p:stCondLst>
                                    <p:cond delay="0"/>
                                  </p:stCondLst>
                                  <p:childTnLst>
                                    <p:animScale>
                                      <p:cBhvr>
                                        <p:cTn id="124" dur="1000" fill="hold"/>
                                        <p:tgtEl>
                                          <p:spTgt spid="32"/>
                                        </p:tgtEl>
                                      </p:cBhvr>
                                      <p:by x="125000" y="125000"/>
                                    </p:animScale>
                                  </p:childTnLst>
                                </p:cTn>
                              </p:par>
                              <p:par>
                                <p:cTn id="125" presetID="6" presetClass="emph" presetSubtype="0" repeatCount="indefinite" autoRev="1" fill="hold" grpId="0" nodeType="withEffect">
                                  <p:stCondLst>
                                    <p:cond delay="0"/>
                                  </p:stCondLst>
                                  <p:childTnLst>
                                    <p:animScale>
                                      <p:cBhvr>
                                        <p:cTn id="126" dur="1000" fill="hold"/>
                                        <p:tgtEl>
                                          <p:spTgt spid="33"/>
                                        </p:tgtEl>
                                      </p:cBhvr>
                                      <p:by x="125000" y="125000"/>
                                    </p:animScale>
                                  </p:childTnLst>
                                </p:cTn>
                              </p:par>
                              <p:par>
                                <p:cTn id="127" presetID="6" presetClass="emph" presetSubtype="0" repeatCount="indefinite" autoRev="1" fill="hold" grpId="0" nodeType="withEffect">
                                  <p:stCondLst>
                                    <p:cond delay="0"/>
                                  </p:stCondLst>
                                  <p:childTnLst>
                                    <p:animScale>
                                      <p:cBhvr>
                                        <p:cTn id="128" dur="1000" fill="hold"/>
                                        <p:tgtEl>
                                          <p:spTgt spid="34"/>
                                        </p:tgtEl>
                                      </p:cBhvr>
                                      <p:by x="125000" y="125000"/>
                                    </p:animScale>
                                  </p:childTnLst>
                                </p:cTn>
                              </p:par>
                              <p:par>
                                <p:cTn id="129" presetID="6" presetClass="emph" presetSubtype="0" repeatCount="indefinite" autoRev="1" fill="hold" grpId="0" nodeType="withEffect">
                                  <p:stCondLst>
                                    <p:cond delay="0"/>
                                  </p:stCondLst>
                                  <p:childTnLst>
                                    <p:animScale>
                                      <p:cBhvr>
                                        <p:cTn id="130" dur="1000" fill="hold"/>
                                        <p:tgtEl>
                                          <p:spTgt spid="35"/>
                                        </p:tgtEl>
                                      </p:cBhvr>
                                      <p:by x="125000" y="125000"/>
                                    </p:animScale>
                                  </p:childTnLst>
                                </p:cTn>
                              </p:par>
                              <p:par>
                                <p:cTn id="131" presetID="6" presetClass="emph" presetSubtype="0" repeatCount="indefinite" autoRev="1" fill="hold" grpId="0" nodeType="withEffect">
                                  <p:stCondLst>
                                    <p:cond delay="0"/>
                                  </p:stCondLst>
                                  <p:childTnLst>
                                    <p:animScale>
                                      <p:cBhvr>
                                        <p:cTn id="132" dur="1000" fill="hold"/>
                                        <p:tgtEl>
                                          <p:spTgt spid="36"/>
                                        </p:tgtEl>
                                      </p:cBhvr>
                                      <p:by x="125000" y="125000"/>
                                    </p:animScale>
                                  </p:childTnLst>
                                </p:cTn>
                              </p:par>
                              <p:par>
                                <p:cTn id="133" presetID="6" presetClass="emph" presetSubtype="0" repeatCount="indefinite" autoRev="1" fill="hold" grpId="0" nodeType="withEffect">
                                  <p:stCondLst>
                                    <p:cond delay="0"/>
                                  </p:stCondLst>
                                  <p:childTnLst>
                                    <p:animScale>
                                      <p:cBhvr>
                                        <p:cTn id="134" dur="1000" fill="hold"/>
                                        <p:tgtEl>
                                          <p:spTgt spid="37"/>
                                        </p:tgtEl>
                                      </p:cBhvr>
                                      <p:by x="125000" y="125000"/>
                                    </p:animScale>
                                  </p:childTnLst>
                                </p:cTn>
                              </p:par>
                              <p:par>
                                <p:cTn id="135" presetID="6" presetClass="emph" presetSubtype="0" repeatCount="indefinite" autoRev="1" fill="hold" grpId="0" nodeType="withEffect">
                                  <p:stCondLst>
                                    <p:cond delay="0"/>
                                  </p:stCondLst>
                                  <p:childTnLst>
                                    <p:animScale>
                                      <p:cBhvr>
                                        <p:cTn id="136" dur="1000" fill="hold"/>
                                        <p:tgtEl>
                                          <p:spTgt spid="38"/>
                                        </p:tgtEl>
                                      </p:cBhvr>
                                      <p:by x="125000" y="125000"/>
                                    </p:animScale>
                                  </p:childTnLst>
                                </p:cTn>
                              </p:par>
                              <p:par>
                                <p:cTn id="137" presetID="6" presetClass="emph" presetSubtype="0" repeatCount="indefinite" autoRev="1" fill="hold" grpId="0" nodeType="withEffect">
                                  <p:stCondLst>
                                    <p:cond delay="0"/>
                                  </p:stCondLst>
                                  <p:childTnLst>
                                    <p:animScale>
                                      <p:cBhvr>
                                        <p:cTn id="138" dur="1000" fill="hold"/>
                                        <p:tgtEl>
                                          <p:spTgt spid="40"/>
                                        </p:tgtEl>
                                      </p:cBhvr>
                                      <p:by x="125000" y="125000"/>
                                    </p:animScale>
                                  </p:childTnLst>
                                </p:cTn>
                              </p:par>
                              <p:par>
                                <p:cTn id="139" presetID="6" presetClass="emph" presetSubtype="0" repeatCount="indefinite" autoRev="1" fill="hold" grpId="0" nodeType="withEffect">
                                  <p:stCondLst>
                                    <p:cond delay="0"/>
                                  </p:stCondLst>
                                  <p:childTnLst>
                                    <p:animScale>
                                      <p:cBhvr>
                                        <p:cTn id="140" dur="1000" fill="hold"/>
                                        <p:tgtEl>
                                          <p:spTgt spid="41"/>
                                        </p:tgtEl>
                                      </p:cBhvr>
                                      <p:by x="125000" y="125000"/>
                                    </p:animScale>
                                  </p:childTnLst>
                                </p:cTn>
                              </p:par>
                              <p:par>
                                <p:cTn id="141" presetID="6" presetClass="emph" presetSubtype="0" repeatCount="indefinite" autoRev="1" fill="hold" grpId="0" nodeType="withEffect">
                                  <p:stCondLst>
                                    <p:cond delay="0"/>
                                  </p:stCondLst>
                                  <p:childTnLst>
                                    <p:animScale>
                                      <p:cBhvr>
                                        <p:cTn id="142" dur="1000" fill="hold"/>
                                        <p:tgtEl>
                                          <p:spTgt spid="42"/>
                                        </p:tgtEl>
                                      </p:cBhvr>
                                      <p:by x="125000" y="125000"/>
                                    </p:animScale>
                                  </p:childTnLst>
                                </p:cTn>
                              </p:par>
                              <p:par>
                                <p:cTn id="143" presetID="6" presetClass="emph" presetSubtype="0" repeatCount="indefinite" autoRev="1" fill="hold" grpId="0" nodeType="withEffect">
                                  <p:stCondLst>
                                    <p:cond delay="0"/>
                                  </p:stCondLst>
                                  <p:childTnLst>
                                    <p:animScale>
                                      <p:cBhvr>
                                        <p:cTn id="144" dur="1000" fill="hold"/>
                                        <p:tgtEl>
                                          <p:spTgt spid="43"/>
                                        </p:tgtEl>
                                      </p:cBhvr>
                                      <p:by x="125000" y="125000"/>
                                    </p:animScale>
                                  </p:childTnLst>
                                </p:cTn>
                              </p:par>
                              <p:par>
                                <p:cTn id="145" presetID="6" presetClass="emph" presetSubtype="0" repeatCount="indefinite" autoRev="1" fill="hold" grpId="0" nodeType="withEffect">
                                  <p:stCondLst>
                                    <p:cond delay="0"/>
                                  </p:stCondLst>
                                  <p:childTnLst>
                                    <p:animScale>
                                      <p:cBhvr>
                                        <p:cTn id="146" dur="1000" fill="hold"/>
                                        <p:tgtEl>
                                          <p:spTgt spid="44"/>
                                        </p:tgtEl>
                                      </p:cBhvr>
                                      <p:by x="125000" y="125000"/>
                                    </p:animScale>
                                  </p:childTnLst>
                                </p:cTn>
                              </p:par>
                              <p:par>
                                <p:cTn id="147" presetID="6" presetClass="emph" presetSubtype="0" repeatCount="indefinite" autoRev="1" fill="hold" grpId="0" nodeType="withEffect">
                                  <p:stCondLst>
                                    <p:cond delay="0"/>
                                  </p:stCondLst>
                                  <p:childTnLst>
                                    <p:animScale>
                                      <p:cBhvr>
                                        <p:cTn id="148" dur="1000" fill="hold"/>
                                        <p:tgtEl>
                                          <p:spTgt spid="45"/>
                                        </p:tgtEl>
                                      </p:cBhvr>
                                      <p:by x="125000" y="125000"/>
                                    </p:animScale>
                                  </p:childTnLst>
                                </p:cTn>
                              </p:par>
                              <p:par>
                                <p:cTn id="149" presetID="6" presetClass="emph" presetSubtype="0" repeatCount="indefinite" autoRev="1" fill="hold" grpId="0" nodeType="withEffect">
                                  <p:stCondLst>
                                    <p:cond delay="0"/>
                                  </p:stCondLst>
                                  <p:childTnLst>
                                    <p:animScale>
                                      <p:cBhvr>
                                        <p:cTn id="150" dur="1000" fill="hold"/>
                                        <p:tgtEl>
                                          <p:spTgt spid="48"/>
                                        </p:tgtEl>
                                      </p:cBhvr>
                                      <p:by x="125000" y="125000"/>
                                    </p:animScale>
                                  </p:childTnLst>
                                </p:cTn>
                              </p:par>
                              <p:par>
                                <p:cTn id="151" presetID="6" presetClass="emph" presetSubtype="0" repeatCount="indefinite" autoRev="1" fill="hold" grpId="0" nodeType="withEffect">
                                  <p:stCondLst>
                                    <p:cond delay="0"/>
                                  </p:stCondLst>
                                  <p:childTnLst>
                                    <p:animScale>
                                      <p:cBhvr>
                                        <p:cTn id="152" dur="1000" fill="hold"/>
                                        <p:tgtEl>
                                          <p:spTgt spid="51"/>
                                        </p:tgtEl>
                                      </p:cBhvr>
                                      <p:by x="125000" y="125000"/>
                                    </p:animScale>
                                  </p:childTnLst>
                                </p:cTn>
                              </p:par>
                              <p:par>
                                <p:cTn id="153" presetID="6" presetClass="emph" presetSubtype="0" repeatCount="indefinite" autoRev="1" fill="hold" grpId="0" nodeType="withEffect">
                                  <p:stCondLst>
                                    <p:cond delay="0"/>
                                  </p:stCondLst>
                                  <p:childTnLst>
                                    <p:animScale>
                                      <p:cBhvr>
                                        <p:cTn id="154" dur="1000" fill="hold"/>
                                        <p:tgtEl>
                                          <p:spTgt spid="58"/>
                                        </p:tgtEl>
                                      </p:cBhvr>
                                      <p:by x="125000" y="125000"/>
                                    </p:animScale>
                                  </p:childTnLst>
                                </p:cTn>
                              </p:par>
                              <p:par>
                                <p:cTn id="155" presetID="6" presetClass="emph" presetSubtype="0" repeatCount="indefinite" autoRev="1" fill="hold" grpId="0" nodeType="withEffect">
                                  <p:stCondLst>
                                    <p:cond delay="0"/>
                                  </p:stCondLst>
                                  <p:childTnLst>
                                    <p:animScale>
                                      <p:cBhvr>
                                        <p:cTn id="156" dur="1000" fill="hold"/>
                                        <p:tgtEl>
                                          <p:spTgt spid="59"/>
                                        </p:tgtEl>
                                      </p:cBhvr>
                                      <p:by x="125000" y="125000"/>
                                    </p:animScale>
                                  </p:childTnLst>
                                </p:cTn>
                              </p:par>
                              <p:par>
                                <p:cTn id="157" presetID="6" presetClass="emph" presetSubtype="0" repeatCount="indefinite" autoRev="1" fill="hold" grpId="0" nodeType="withEffect">
                                  <p:stCondLst>
                                    <p:cond delay="0"/>
                                  </p:stCondLst>
                                  <p:childTnLst>
                                    <p:animScale>
                                      <p:cBhvr>
                                        <p:cTn id="158" dur="1000" fill="hold"/>
                                        <p:tgtEl>
                                          <p:spTgt spid="60"/>
                                        </p:tgtEl>
                                      </p:cBhvr>
                                      <p:by x="125000" y="125000"/>
                                    </p:animScale>
                                  </p:childTnLst>
                                </p:cTn>
                              </p:par>
                              <p:par>
                                <p:cTn id="159" presetID="6" presetClass="emph" presetSubtype="0" repeatCount="indefinite" autoRev="1" fill="hold" grpId="0" nodeType="withEffect">
                                  <p:stCondLst>
                                    <p:cond delay="0"/>
                                  </p:stCondLst>
                                  <p:childTnLst>
                                    <p:animScale>
                                      <p:cBhvr>
                                        <p:cTn id="160" dur="1000" fill="hold"/>
                                        <p:tgtEl>
                                          <p:spTgt spid="61"/>
                                        </p:tgtEl>
                                      </p:cBhvr>
                                      <p:by x="125000" y="125000"/>
                                    </p:animScale>
                                  </p:childTnLst>
                                </p:cTn>
                              </p:par>
                              <p:par>
                                <p:cTn id="161" presetID="6" presetClass="emph" presetSubtype="0" repeatCount="indefinite" autoRev="1" fill="hold" grpId="0" nodeType="withEffect">
                                  <p:stCondLst>
                                    <p:cond delay="0"/>
                                  </p:stCondLst>
                                  <p:childTnLst>
                                    <p:animScale>
                                      <p:cBhvr>
                                        <p:cTn id="162" dur="1000" fill="hold"/>
                                        <p:tgtEl>
                                          <p:spTgt spid="62"/>
                                        </p:tgtEl>
                                      </p:cBhvr>
                                      <p:by x="125000" y="125000"/>
                                    </p:animScale>
                                  </p:childTnLst>
                                </p:cTn>
                              </p:par>
                              <p:par>
                                <p:cTn id="163" presetID="6" presetClass="emph" presetSubtype="0" repeatCount="indefinite" autoRev="1" fill="hold" grpId="0" nodeType="withEffect">
                                  <p:stCondLst>
                                    <p:cond delay="0"/>
                                  </p:stCondLst>
                                  <p:childTnLst>
                                    <p:animScale>
                                      <p:cBhvr>
                                        <p:cTn id="164" dur="1000" fill="hold"/>
                                        <p:tgtEl>
                                          <p:spTgt spid="64"/>
                                        </p:tgtEl>
                                      </p:cBhvr>
                                      <p:by x="125000" y="125000"/>
                                    </p:animScale>
                                  </p:childTnLst>
                                </p:cTn>
                              </p:par>
                              <p:par>
                                <p:cTn id="165" presetID="6" presetClass="emph" presetSubtype="0" repeatCount="indefinite" autoRev="1" fill="hold" grpId="0" nodeType="withEffect">
                                  <p:stCondLst>
                                    <p:cond delay="0"/>
                                  </p:stCondLst>
                                  <p:childTnLst>
                                    <p:animScale>
                                      <p:cBhvr>
                                        <p:cTn id="166" dur="1000" fill="hold"/>
                                        <p:tgtEl>
                                          <p:spTgt spid="65"/>
                                        </p:tgtEl>
                                      </p:cBhvr>
                                      <p:by x="125000" y="125000"/>
                                    </p:animScale>
                                  </p:childTnLst>
                                </p:cTn>
                              </p:par>
                              <p:par>
                                <p:cTn id="167" presetID="6" presetClass="emph" presetSubtype="0" repeatCount="indefinite" autoRev="1" fill="hold" grpId="0" nodeType="withEffect">
                                  <p:stCondLst>
                                    <p:cond delay="0"/>
                                  </p:stCondLst>
                                  <p:childTnLst>
                                    <p:animScale>
                                      <p:cBhvr>
                                        <p:cTn id="168" dur="1000" fill="hold"/>
                                        <p:tgtEl>
                                          <p:spTgt spid="66"/>
                                        </p:tgtEl>
                                      </p:cBhvr>
                                      <p:by x="125000" y="125000"/>
                                    </p:animScale>
                                  </p:childTnLst>
                                </p:cTn>
                              </p:par>
                              <p:par>
                                <p:cTn id="169" presetID="6" presetClass="emph" presetSubtype="0" repeatCount="indefinite" autoRev="1" fill="hold" grpId="0" nodeType="withEffect">
                                  <p:stCondLst>
                                    <p:cond delay="0"/>
                                  </p:stCondLst>
                                  <p:childTnLst>
                                    <p:animScale>
                                      <p:cBhvr>
                                        <p:cTn id="170" dur="1000" fill="hold"/>
                                        <p:tgtEl>
                                          <p:spTgt spid="68"/>
                                        </p:tgtEl>
                                      </p:cBhvr>
                                      <p:by x="125000" y="125000"/>
                                    </p:animScale>
                                  </p:childTnLst>
                                </p:cTn>
                              </p:par>
                              <p:par>
                                <p:cTn id="171" presetID="6" presetClass="emph" presetSubtype="0" repeatCount="indefinite" autoRev="1" fill="hold" grpId="0" nodeType="withEffect">
                                  <p:stCondLst>
                                    <p:cond delay="0"/>
                                  </p:stCondLst>
                                  <p:childTnLst>
                                    <p:animScale>
                                      <p:cBhvr>
                                        <p:cTn id="172" dur="1000" fill="hold"/>
                                        <p:tgtEl>
                                          <p:spTgt spid="69"/>
                                        </p:tgtEl>
                                      </p:cBhvr>
                                      <p:by x="125000" y="125000"/>
                                    </p:animScale>
                                  </p:childTnLst>
                                </p:cTn>
                              </p:par>
                              <p:par>
                                <p:cTn id="173" presetID="6" presetClass="emph" presetSubtype="0" repeatCount="indefinite" autoRev="1" fill="hold" grpId="0" nodeType="withEffect">
                                  <p:stCondLst>
                                    <p:cond delay="0"/>
                                  </p:stCondLst>
                                  <p:childTnLst>
                                    <p:animScale>
                                      <p:cBhvr>
                                        <p:cTn id="174" dur="1000" fill="hold"/>
                                        <p:tgtEl>
                                          <p:spTgt spid="76"/>
                                        </p:tgtEl>
                                      </p:cBhvr>
                                      <p:by x="125000" y="125000"/>
                                    </p:animScale>
                                  </p:childTnLst>
                                </p:cTn>
                              </p:par>
                              <p:par>
                                <p:cTn id="175" presetID="6" presetClass="emph" presetSubtype="0" repeatCount="indefinite" autoRev="1" fill="hold" grpId="0" nodeType="withEffect">
                                  <p:stCondLst>
                                    <p:cond delay="0"/>
                                  </p:stCondLst>
                                  <p:childTnLst>
                                    <p:animScale>
                                      <p:cBhvr>
                                        <p:cTn id="176" dur="1000" fill="hold"/>
                                        <p:tgtEl>
                                          <p:spTgt spid="78"/>
                                        </p:tgtEl>
                                      </p:cBhvr>
                                      <p:by x="125000" y="125000"/>
                                    </p:animScale>
                                  </p:childTnLst>
                                </p:cTn>
                              </p:par>
                              <p:par>
                                <p:cTn id="177" presetID="6" presetClass="emph" presetSubtype="0" repeatCount="indefinite" autoRev="1" fill="hold" grpId="0" nodeType="withEffect">
                                  <p:stCondLst>
                                    <p:cond delay="0"/>
                                  </p:stCondLst>
                                  <p:childTnLst>
                                    <p:animScale>
                                      <p:cBhvr>
                                        <p:cTn id="178" dur="1000" fill="hold"/>
                                        <p:tgtEl>
                                          <p:spTgt spid="136"/>
                                        </p:tgtEl>
                                      </p:cBhvr>
                                      <p:by x="125000" y="125000"/>
                                    </p:animScale>
                                  </p:childTnLst>
                                </p:cTn>
                              </p:par>
                              <p:par>
                                <p:cTn id="179" presetID="6" presetClass="emph" presetSubtype="0" repeatCount="indefinite" autoRev="1" fill="hold" grpId="0" nodeType="withEffect">
                                  <p:stCondLst>
                                    <p:cond delay="0"/>
                                  </p:stCondLst>
                                  <p:childTnLst>
                                    <p:animScale>
                                      <p:cBhvr>
                                        <p:cTn id="180" dur="1000" fill="hold"/>
                                        <p:tgtEl>
                                          <p:spTgt spid="137"/>
                                        </p:tgtEl>
                                      </p:cBhvr>
                                      <p:by x="125000" y="125000"/>
                                    </p:animScale>
                                  </p:childTnLst>
                                </p:cTn>
                              </p:par>
                              <p:par>
                                <p:cTn id="181" presetID="6" presetClass="emph" presetSubtype="0" repeatCount="indefinite" autoRev="1" fill="hold" grpId="0" nodeType="withEffect">
                                  <p:stCondLst>
                                    <p:cond delay="0"/>
                                  </p:stCondLst>
                                  <p:childTnLst>
                                    <p:animScale>
                                      <p:cBhvr>
                                        <p:cTn id="182" dur="1000" fill="hold"/>
                                        <p:tgtEl>
                                          <p:spTgt spid="138"/>
                                        </p:tgtEl>
                                      </p:cBhvr>
                                      <p:by x="125000" y="125000"/>
                                    </p:animScale>
                                  </p:childTnLst>
                                </p:cTn>
                              </p:par>
                              <p:par>
                                <p:cTn id="183" presetID="6" presetClass="emph" presetSubtype="0" repeatCount="indefinite" autoRev="1" fill="hold" grpId="0" nodeType="withEffect">
                                  <p:stCondLst>
                                    <p:cond delay="0"/>
                                  </p:stCondLst>
                                  <p:childTnLst>
                                    <p:animScale>
                                      <p:cBhvr>
                                        <p:cTn id="184" dur="1000" fill="hold"/>
                                        <p:tgtEl>
                                          <p:spTgt spid="145"/>
                                        </p:tgtEl>
                                      </p:cBhvr>
                                      <p:by x="125000" y="125000"/>
                                    </p:animScale>
                                  </p:childTnLst>
                                </p:cTn>
                              </p:par>
                              <p:par>
                                <p:cTn id="185" presetID="6" presetClass="emph" presetSubtype="0" repeatCount="indefinite" autoRev="1" fill="hold" grpId="0" nodeType="withEffect">
                                  <p:stCondLst>
                                    <p:cond delay="0"/>
                                  </p:stCondLst>
                                  <p:childTnLst>
                                    <p:animScale>
                                      <p:cBhvr>
                                        <p:cTn id="186" dur="1000" fill="hold"/>
                                        <p:tgtEl>
                                          <p:spTgt spid="146"/>
                                        </p:tgtEl>
                                      </p:cBhvr>
                                      <p:by x="125000" y="125000"/>
                                    </p:animScale>
                                  </p:childTnLst>
                                </p:cTn>
                              </p:par>
                              <p:par>
                                <p:cTn id="187" presetID="6" presetClass="emph" presetSubtype="0" repeatCount="indefinite" autoRev="1" fill="hold" grpId="0" nodeType="withEffect">
                                  <p:stCondLst>
                                    <p:cond delay="0"/>
                                  </p:stCondLst>
                                  <p:childTnLst>
                                    <p:animScale>
                                      <p:cBhvr>
                                        <p:cTn id="188" dur="1000" fill="hold"/>
                                        <p:tgtEl>
                                          <p:spTgt spid="147"/>
                                        </p:tgtEl>
                                      </p:cBhvr>
                                      <p:by x="125000" y="125000"/>
                                    </p:animScale>
                                  </p:childTnLst>
                                </p:cTn>
                              </p:par>
                              <p:par>
                                <p:cTn id="189" presetID="6" presetClass="emph" presetSubtype="0" repeatCount="indefinite" autoRev="1" fill="hold" grpId="0" nodeType="withEffect">
                                  <p:stCondLst>
                                    <p:cond delay="0"/>
                                  </p:stCondLst>
                                  <p:childTnLst>
                                    <p:animScale>
                                      <p:cBhvr>
                                        <p:cTn id="190" dur="1000" fill="hold"/>
                                        <p:tgtEl>
                                          <p:spTgt spid="149"/>
                                        </p:tgtEl>
                                      </p:cBhvr>
                                      <p:by x="125000" y="125000"/>
                                    </p:animScale>
                                  </p:childTnLst>
                                </p:cTn>
                              </p:par>
                              <p:par>
                                <p:cTn id="191" presetID="6" presetClass="emph" presetSubtype="0" repeatCount="indefinite" autoRev="1" fill="hold" grpId="0" nodeType="withEffect">
                                  <p:stCondLst>
                                    <p:cond delay="0"/>
                                  </p:stCondLst>
                                  <p:childTnLst>
                                    <p:animScale>
                                      <p:cBhvr>
                                        <p:cTn id="192" dur="1000" fill="hold"/>
                                        <p:tgtEl>
                                          <p:spTgt spid="154"/>
                                        </p:tgtEl>
                                      </p:cBhvr>
                                      <p:by x="125000" y="125000"/>
                                    </p:animScale>
                                  </p:childTnLst>
                                </p:cTn>
                              </p:par>
                              <p:par>
                                <p:cTn id="193" presetID="6" presetClass="emph" presetSubtype="0" repeatCount="indefinite" autoRev="1" fill="hold" grpId="0" nodeType="withEffect">
                                  <p:stCondLst>
                                    <p:cond delay="0"/>
                                  </p:stCondLst>
                                  <p:childTnLst>
                                    <p:animScale>
                                      <p:cBhvr>
                                        <p:cTn id="194" dur="1000" fill="hold"/>
                                        <p:tgtEl>
                                          <p:spTgt spid="155"/>
                                        </p:tgtEl>
                                      </p:cBhvr>
                                      <p:by x="125000" y="125000"/>
                                    </p:animScale>
                                  </p:childTnLst>
                                </p:cTn>
                              </p:par>
                              <p:par>
                                <p:cTn id="195" presetID="6" presetClass="emph" presetSubtype="0" repeatCount="indefinite" autoRev="1" fill="hold" grpId="0" nodeType="withEffect">
                                  <p:stCondLst>
                                    <p:cond delay="0"/>
                                  </p:stCondLst>
                                  <p:childTnLst>
                                    <p:animScale>
                                      <p:cBhvr>
                                        <p:cTn id="196" dur="1000" fill="hold"/>
                                        <p:tgtEl>
                                          <p:spTgt spid="156"/>
                                        </p:tgtEl>
                                      </p:cBhvr>
                                      <p:by x="125000" y="125000"/>
                                    </p:animScale>
                                  </p:childTnLst>
                                </p:cTn>
                              </p:par>
                              <p:par>
                                <p:cTn id="197" presetID="6" presetClass="emph" presetSubtype="0" repeatCount="indefinite" autoRev="1" fill="hold" grpId="0" nodeType="withEffect">
                                  <p:stCondLst>
                                    <p:cond delay="0"/>
                                  </p:stCondLst>
                                  <p:childTnLst>
                                    <p:animScale>
                                      <p:cBhvr>
                                        <p:cTn id="198" dur="1000" fill="hold"/>
                                        <p:tgtEl>
                                          <p:spTgt spid="157"/>
                                        </p:tgtEl>
                                      </p:cBhvr>
                                      <p:by x="125000" y="125000"/>
                                    </p:animScale>
                                  </p:childTnLst>
                                </p:cTn>
                              </p:par>
                              <p:par>
                                <p:cTn id="199" presetID="6" presetClass="emph" presetSubtype="0" repeatCount="indefinite" autoRev="1" fill="hold" grpId="0" nodeType="withEffect">
                                  <p:stCondLst>
                                    <p:cond delay="0"/>
                                  </p:stCondLst>
                                  <p:childTnLst>
                                    <p:animScale>
                                      <p:cBhvr>
                                        <p:cTn id="200" dur="1000" fill="hold"/>
                                        <p:tgtEl>
                                          <p:spTgt spid="158"/>
                                        </p:tgtEl>
                                      </p:cBhvr>
                                      <p:by x="125000" y="125000"/>
                                    </p:animScale>
                                  </p:childTnLst>
                                </p:cTn>
                              </p:par>
                              <p:par>
                                <p:cTn id="201" presetID="6" presetClass="emph" presetSubtype="0" repeatCount="indefinite" autoRev="1" fill="hold" grpId="0" nodeType="withEffect">
                                  <p:stCondLst>
                                    <p:cond delay="0"/>
                                  </p:stCondLst>
                                  <p:childTnLst>
                                    <p:animScale>
                                      <p:cBhvr>
                                        <p:cTn id="202" dur="1000" fill="hold"/>
                                        <p:tgtEl>
                                          <p:spTgt spid="159"/>
                                        </p:tgtEl>
                                      </p:cBhvr>
                                      <p:by x="125000" y="125000"/>
                                    </p:animScale>
                                  </p:childTnLst>
                                </p:cTn>
                              </p:par>
                              <p:par>
                                <p:cTn id="203" presetID="6" presetClass="emph" presetSubtype="0" repeatCount="indefinite" autoRev="1" fill="hold" grpId="0" nodeType="withEffect">
                                  <p:stCondLst>
                                    <p:cond delay="0"/>
                                  </p:stCondLst>
                                  <p:childTnLst>
                                    <p:animScale>
                                      <p:cBhvr>
                                        <p:cTn id="204" dur="1000" fill="hold"/>
                                        <p:tgtEl>
                                          <p:spTgt spid="1029"/>
                                        </p:tgtEl>
                                      </p:cBhvr>
                                      <p:by x="125000" y="125000"/>
                                    </p:animScale>
                                  </p:childTnLst>
                                </p:cTn>
                              </p:par>
                              <p:par>
                                <p:cTn id="205" presetID="6" presetClass="emph" presetSubtype="0" repeatCount="indefinite" autoRev="1" fill="hold" grpId="0" nodeType="withEffect">
                                  <p:stCondLst>
                                    <p:cond delay="0"/>
                                  </p:stCondLst>
                                  <p:childTnLst>
                                    <p:animScale>
                                      <p:cBhvr>
                                        <p:cTn id="206" dur="1000" fill="hold"/>
                                        <p:tgtEl>
                                          <p:spTgt spid="1047"/>
                                        </p:tgtEl>
                                      </p:cBhvr>
                                      <p:by x="125000" y="125000"/>
                                    </p:animScale>
                                  </p:childTnLst>
                                </p:cTn>
                              </p:par>
                              <p:par>
                                <p:cTn id="207" presetID="6" presetClass="emph" presetSubtype="0" repeatCount="indefinite" autoRev="1" fill="hold" grpId="0" nodeType="withEffect">
                                  <p:stCondLst>
                                    <p:cond delay="0"/>
                                  </p:stCondLst>
                                  <p:childTnLst>
                                    <p:animScale>
                                      <p:cBhvr>
                                        <p:cTn id="208" dur="1000" fill="hold"/>
                                        <p:tgtEl>
                                          <p:spTgt spid="1048"/>
                                        </p:tgtEl>
                                      </p:cBhvr>
                                      <p:by x="125000" y="125000"/>
                                    </p:animScale>
                                  </p:childTnLst>
                                </p:cTn>
                              </p:par>
                              <p:par>
                                <p:cTn id="209" presetID="6" presetClass="emph" presetSubtype="0" repeatCount="indefinite" autoRev="1" fill="hold" grpId="0" nodeType="withEffect">
                                  <p:stCondLst>
                                    <p:cond delay="0"/>
                                  </p:stCondLst>
                                  <p:childTnLst>
                                    <p:animScale>
                                      <p:cBhvr>
                                        <p:cTn id="210" dur="1000" fill="hold"/>
                                        <p:tgtEl>
                                          <p:spTgt spid="1049"/>
                                        </p:tgtEl>
                                      </p:cBhvr>
                                      <p:by x="125000" y="125000"/>
                                    </p:animScale>
                                  </p:childTnLst>
                                </p:cTn>
                              </p:par>
                              <p:par>
                                <p:cTn id="211" presetID="6" presetClass="emph" presetSubtype="0" repeatCount="indefinite" autoRev="1" fill="hold" grpId="0" nodeType="withEffect">
                                  <p:stCondLst>
                                    <p:cond delay="0"/>
                                  </p:stCondLst>
                                  <p:childTnLst>
                                    <p:animScale>
                                      <p:cBhvr>
                                        <p:cTn id="212" dur="1000" fill="hold"/>
                                        <p:tgtEl>
                                          <p:spTgt spid="1050"/>
                                        </p:tgtEl>
                                      </p:cBhvr>
                                      <p:by x="125000" y="125000"/>
                                    </p:animScale>
                                  </p:childTnLst>
                                </p:cTn>
                              </p:par>
                              <p:par>
                                <p:cTn id="213" presetID="6" presetClass="emph" presetSubtype="0" repeatCount="indefinite" autoRev="1" fill="hold" grpId="0" nodeType="withEffect">
                                  <p:stCondLst>
                                    <p:cond delay="0"/>
                                  </p:stCondLst>
                                  <p:childTnLst>
                                    <p:animScale>
                                      <p:cBhvr>
                                        <p:cTn id="214" dur="1000" fill="hold"/>
                                        <p:tgtEl>
                                          <p:spTgt spid="1051"/>
                                        </p:tgtEl>
                                      </p:cBhvr>
                                      <p:by x="125000" y="125000"/>
                                    </p:animScale>
                                  </p:childTnLst>
                                </p:cTn>
                              </p:par>
                              <p:par>
                                <p:cTn id="215" presetID="6" presetClass="emph" presetSubtype="0" repeatCount="indefinite" autoRev="1" fill="hold" grpId="0" nodeType="withEffect">
                                  <p:stCondLst>
                                    <p:cond delay="0"/>
                                  </p:stCondLst>
                                  <p:childTnLst>
                                    <p:animScale>
                                      <p:cBhvr>
                                        <p:cTn id="216" dur="1000" fill="hold"/>
                                        <p:tgtEl>
                                          <p:spTgt spid="1052"/>
                                        </p:tgtEl>
                                      </p:cBhvr>
                                      <p:by x="125000" y="125000"/>
                                    </p:animScale>
                                  </p:childTnLst>
                                </p:cTn>
                              </p:par>
                              <p:par>
                                <p:cTn id="217" presetID="6" presetClass="emph" presetSubtype="0" repeatCount="indefinite" autoRev="1" fill="hold" grpId="0" nodeType="withEffect">
                                  <p:stCondLst>
                                    <p:cond delay="0"/>
                                  </p:stCondLst>
                                  <p:childTnLst>
                                    <p:animScale>
                                      <p:cBhvr>
                                        <p:cTn id="218" dur="1000" fill="hold"/>
                                        <p:tgtEl>
                                          <p:spTgt spid="1053"/>
                                        </p:tgtEl>
                                      </p:cBhvr>
                                      <p:by x="125000" y="125000"/>
                                    </p:animScale>
                                  </p:childTnLst>
                                </p:cTn>
                              </p:par>
                              <p:par>
                                <p:cTn id="219" presetID="6" presetClass="emph" presetSubtype="0" repeatCount="indefinite" autoRev="1" fill="hold" grpId="0" nodeType="withEffect">
                                  <p:stCondLst>
                                    <p:cond delay="0"/>
                                  </p:stCondLst>
                                  <p:childTnLst>
                                    <p:animScale>
                                      <p:cBhvr>
                                        <p:cTn id="220" dur="1000" fill="hold"/>
                                        <p:tgtEl>
                                          <p:spTgt spid="1054"/>
                                        </p:tgtEl>
                                      </p:cBhvr>
                                      <p:by x="125000" y="125000"/>
                                    </p:animScale>
                                  </p:childTnLst>
                                </p:cTn>
                              </p:par>
                              <p:par>
                                <p:cTn id="221" presetID="6" presetClass="emph" presetSubtype="0" repeatCount="indefinite" autoRev="1" fill="hold" grpId="0" nodeType="withEffect">
                                  <p:stCondLst>
                                    <p:cond delay="0"/>
                                  </p:stCondLst>
                                  <p:childTnLst>
                                    <p:animScale>
                                      <p:cBhvr>
                                        <p:cTn id="222" dur="1000" fill="hold"/>
                                        <p:tgtEl>
                                          <p:spTgt spid="160"/>
                                        </p:tgtEl>
                                      </p:cBhvr>
                                      <p:by x="125000" y="125000"/>
                                    </p:animScale>
                                  </p:childTnLst>
                                </p:cTn>
                              </p:par>
                              <p:par>
                                <p:cTn id="223" presetID="6" presetClass="emph" presetSubtype="0" repeatCount="indefinite" autoRev="1" fill="hold" grpId="0" nodeType="withEffect">
                                  <p:stCondLst>
                                    <p:cond delay="0"/>
                                  </p:stCondLst>
                                  <p:childTnLst>
                                    <p:animScale>
                                      <p:cBhvr>
                                        <p:cTn id="224" dur="1000" fill="hold"/>
                                        <p:tgtEl>
                                          <p:spTgt spid="162"/>
                                        </p:tgtEl>
                                      </p:cBhvr>
                                      <p:by x="125000" y="125000"/>
                                    </p:animScale>
                                  </p:childTnLst>
                                </p:cTn>
                              </p:par>
                              <p:par>
                                <p:cTn id="225" presetID="6" presetClass="emph" presetSubtype="0" repeatCount="indefinite" autoRev="1" fill="hold" grpId="0" nodeType="withEffect">
                                  <p:stCondLst>
                                    <p:cond delay="0"/>
                                  </p:stCondLst>
                                  <p:childTnLst>
                                    <p:animScale>
                                      <p:cBhvr>
                                        <p:cTn id="226" dur="1000" fill="hold"/>
                                        <p:tgtEl>
                                          <p:spTgt spid="163"/>
                                        </p:tgtEl>
                                      </p:cBhvr>
                                      <p:by x="125000" y="125000"/>
                                    </p:animScale>
                                  </p:childTnLst>
                                </p:cTn>
                              </p:par>
                              <p:par>
                                <p:cTn id="227" presetID="6" presetClass="emph" presetSubtype="0" repeatCount="indefinite" autoRev="1" fill="hold" grpId="0" nodeType="withEffect">
                                  <p:stCondLst>
                                    <p:cond delay="0"/>
                                  </p:stCondLst>
                                  <p:childTnLst>
                                    <p:animScale>
                                      <p:cBhvr>
                                        <p:cTn id="228" dur="1000" fill="hold"/>
                                        <p:tgtEl>
                                          <p:spTgt spid="164"/>
                                        </p:tgtEl>
                                      </p:cBhvr>
                                      <p:by x="125000" y="125000"/>
                                    </p:animScale>
                                  </p:childTnLst>
                                </p:cTn>
                              </p:par>
                              <p:par>
                                <p:cTn id="229" presetID="6" presetClass="emph" presetSubtype="0" repeatCount="indefinite" autoRev="1" fill="hold" grpId="0" nodeType="withEffect">
                                  <p:stCondLst>
                                    <p:cond delay="0"/>
                                  </p:stCondLst>
                                  <p:childTnLst>
                                    <p:animScale>
                                      <p:cBhvr>
                                        <p:cTn id="230" dur="1000" fill="hold"/>
                                        <p:tgtEl>
                                          <p:spTgt spid="166"/>
                                        </p:tgtEl>
                                      </p:cBhvr>
                                      <p:by x="125000" y="125000"/>
                                    </p:animScale>
                                  </p:childTnLst>
                                </p:cTn>
                              </p:par>
                              <p:par>
                                <p:cTn id="231" presetID="6" presetClass="emph" presetSubtype="0" repeatCount="indefinite" autoRev="1" fill="hold" grpId="0" nodeType="withEffect">
                                  <p:stCondLst>
                                    <p:cond delay="0"/>
                                  </p:stCondLst>
                                  <p:childTnLst>
                                    <p:animScale>
                                      <p:cBhvr>
                                        <p:cTn id="232" dur="1000" fill="hold"/>
                                        <p:tgtEl>
                                          <p:spTgt spid="168"/>
                                        </p:tgtEl>
                                      </p:cBhvr>
                                      <p:by x="125000" y="125000"/>
                                    </p:animScale>
                                  </p:childTnLst>
                                </p:cTn>
                              </p:par>
                              <p:par>
                                <p:cTn id="233" presetID="6" presetClass="emph" presetSubtype="0" repeatCount="indefinite" autoRev="1" fill="hold" grpId="0" nodeType="withEffect">
                                  <p:stCondLst>
                                    <p:cond delay="0"/>
                                  </p:stCondLst>
                                  <p:childTnLst>
                                    <p:animScale>
                                      <p:cBhvr>
                                        <p:cTn id="234" dur="1000" fill="hold"/>
                                        <p:tgtEl>
                                          <p:spTgt spid="169"/>
                                        </p:tgtEl>
                                      </p:cBhvr>
                                      <p:by x="125000" y="125000"/>
                                    </p:animScale>
                                  </p:childTnLst>
                                </p:cTn>
                              </p:par>
                              <p:par>
                                <p:cTn id="235" presetID="6" presetClass="emph" presetSubtype="0" repeatCount="indefinite" autoRev="1" fill="hold" grpId="0" nodeType="withEffect">
                                  <p:stCondLst>
                                    <p:cond delay="0"/>
                                  </p:stCondLst>
                                  <p:childTnLst>
                                    <p:animScale>
                                      <p:cBhvr>
                                        <p:cTn id="236" dur="1000" fill="hold"/>
                                        <p:tgtEl>
                                          <p:spTgt spid="170"/>
                                        </p:tgtEl>
                                      </p:cBhvr>
                                      <p:by x="125000" y="125000"/>
                                    </p:animScale>
                                  </p:childTnLst>
                                </p:cTn>
                              </p:par>
                              <p:par>
                                <p:cTn id="237" presetID="6" presetClass="emph" presetSubtype="0" repeatCount="indefinite" autoRev="1" fill="hold" grpId="0" nodeType="withEffect">
                                  <p:stCondLst>
                                    <p:cond delay="0"/>
                                  </p:stCondLst>
                                  <p:childTnLst>
                                    <p:animScale>
                                      <p:cBhvr>
                                        <p:cTn id="238" dur="1000" fill="hold"/>
                                        <p:tgtEl>
                                          <p:spTgt spid="4"/>
                                        </p:tgtEl>
                                      </p:cBhvr>
                                      <p:by x="125000" y="125000"/>
                                    </p:animScale>
                                  </p:childTnLst>
                                </p:cTn>
                              </p:par>
                              <p:par>
                                <p:cTn id="239" presetID="6" presetClass="emph" presetSubtype="0" repeatCount="indefinite" autoRev="1" fill="hold" grpId="0" nodeType="withEffect">
                                  <p:stCondLst>
                                    <p:cond delay="0"/>
                                  </p:stCondLst>
                                  <p:childTnLst>
                                    <p:animScale>
                                      <p:cBhvr>
                                        <p:cTn id="240" dur="1000" fill="hold"/>
                                        <p:tgtEl>
                                          <p:spTgt spid="5"/>
                                        </p:tgtEl>
                                      </p:cBhvr>
                                      <p:by x="125000" y="125000"/>
                                    </p:animScale>
                                  </p:childTnLst>
                                </p:cTn>
                              </p:par>
                              <p:par>
                                <p:cTn id="241" presetID="6" presetClass="emph" presetSubtype="0" repeatCount="indefinite" autoRev="1" fill="hold" grpId="0" nodeType="withEffect">
                                  <p:stCondLst>
                                    <p:cond delay="0"/>
                                  </p:stCondLst>
                                  <p:childTnLst>
                                    <p:animScale>
                                      <p:cBhvr>
                                        <p:cTn id="242" dur="1000" fill="hold"/>
                                        <p:tgtEl>
                                          <p:spTgt spid="8"/>
                                        </p:tgtEl>
                                      </p:cBhvr>
                                      <p:by x="125000" y="125000"/>
                                    </p:animScale>
                                  </p:childTnLst>
                                </p:cTn>
                              </p:par>
                              <p:par>
                                <p:cTn id="243" presetID="6" presetClass="emph" presetSubtype="0" repeatCount="indefinite" autoRev="1" fill="hold" grpId="0" nodeType="withEffect">
                                  <p:stCondLst>
                                    <p:cond delay="0"/>
                                  </p:stCondLst>
                                  <p:childTnLst>
                                    <p:animScale>
                                      <p:cBhvr>
                                        <p:cTn id="244" dur="1000" fill="hold"/>
                                        <p:tgtEl>
                                          <p:spTgt spid="9"/>
                                        </p:tgtEl>
                                      </p:cBhvr>
                                      <p:by x="125000" y="125000"/>
                                    </p:animScale>
                                  </p:childTnLst>
                                </p:cTn>
                              </p:par>
                              <p:par>
                                <p:cTn id="245" presetID="6" presetClass="emph" presetSubtype="0" repeatCount="indefinite" autoRev="1" fill="hold" grpId="0" nodeType="withEffect">
                                  <p:stCondLst>
                                    <p:cond delay="0"/>
                                  </p:stCondLst>
                                  <p:childTnLst>
                                    <p:animScale>
                                      <p:cBhvr>
                                        <p:cTn id="246" dur="1000" fill="hold"/>
                                        <p:tgtEl>
                                          <p:spTgt spid="23"/>
                                        </p:tgtEl>
                                      </p:cBhvr>
                                      <p:by x="125000" y="125000"/>
                                    </p:animScale>
                                  </p:childTnLst>
                                </p:cTn>
                              </p:par>
                              <p:par>
                                <p:cTn id="247" presetID="6" presetClass="emph" presetSubtype="0" repeatCount="indefinite" autoRev="1" fill="hold" grpId="0" nodeType="withEffect">
                                  <p:stCondLst>
                                    <p:cond delay="0"/>
                                  </p:stCondLst>
                                  <p:childTnLst>
                                    <p:animScale>
                                      <p:cBhvr>
                                        <p:cTn id="248" dur="1000" fill="hold"/>
                                        <p:tgtEl>
                                          <p:spTgt spid="24"/>
                                        </p:tgtEl>
                                      </p:cBhvr>
                                      <p:by x="125000" y="125000"/>
                                    </p:animScale>
                                  </p:childTnLst>
                                </p:cTn>
                              </p:par>
                              <p:par>
                                <p:cTn id="249" presetID="6" presetClass="emph" presetSubtype="0" repeatCount="indefinite" autoRev="1" fill="hold" grpId="0" nodeType="withEffect">
                                  <p:stCondLst>
                                    <p:cond delay="0"/>
                                  </p:stCondLst>
                                  <p:childTnLst>
                                    <p:animScale>
                                      <p:cBhvr>
                                        <p:cTn id="250" dur="1000" fill="hold"/>
                                        <p:tgtEl>
                                          <p:spTgt spid="25"/>
                                        </p:tgtEl>
                                      </p:cBhvr>
                                      <p:by x="125000" y="125000"/>
                                    </p:animScale>
                                  </p:childTnLst>
                                </p:cTn>
                              </p:par>
                              <p:par>
                                <p:cTn id="251" presetID="6" presetClass="emph" presetSubtype="0" repeatCount="indefinite" autoRev="1" fill="hold" grpId="0" nodeType="withEffect">
                                  <p:stCondLst>
                                    <p:cond delay="0"/>
                                  </p:stCondLst>
                                  <p:childTnLst>
                                    <p:animScale>
                                      <p:cBhvr>
                                        <p:cTn id="252" dur="1000" fill="hold"/>
                                        <p:tgtEl>
                                          <p:spTgt spid="26"/>
                                        </p:tgtEl>
                                      </p:cBhvr>
                                      <p:by x="125000" y="125000"/>
                                    </p:animScale>
                                  </p:childTnLst>
                                </p:cTn>
                              </p:par>
                              <p:par>
                                <p:cTn id="253" presetID="10" presetClass="entr" presetSubtype="0" fill="hold" grpId="0" nodeType="withEffect">
                                  <p:stCondLst>
                                    <p:cond delay="0"/>
                                  </p:stCondLst>
                                  <p:childTnLst>
                                    <p:set>
                                      <p:cBhvr>
                                        <p:cTn id="254" dur="1" fill="hold">
                                          <p:stCondLst>
                                            <p:cond delay="0"/>
                                          </p:stCondLst>
                                        </p:cTn>
                                        <p:tgtEl>
                                          <p:spTgt spid="82"/>
                                        </p:tgtEl>
                                        <p:attrNameLst>
                                          <p:attrName>style.visibility</p:attrName>
                                        </p:attrNameLst>
                                      </p:cBhvr>
                                      <p:to>
                                        <p:strVal val="visible"/>
                                      </p:to>
                                    </p:set>
                                    <p:animEffect transition="in" filter="fade">
                                      <p:cBhvr>
                                        <p:cTn id="255" dur="500"/>
                                        <p:tgtEl>
                                          <p:spTgt spid="82"/>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83"/>
                                        </p:tgtEl>
                                        <p:attrNameLst>
                                          <p:attrName>style.visibility</p:attrName>
                                        </p:attrNameLst>
                                      </p:cBhvr>
                                      <p:to>
                                        <p:strVal val="visible"/>
                                      </p:to>
                                    </p:set>
                                    <p:animEffect transition="in" filter="fade">
                                      <p:cBhvr>
                                        <p:cTn id="258" dur="500"/>
                                        <p:tgtEl>
                                          <p:spTgt spid="83"/>
                                        </p:tgtEl>
                                      </p:cBhvr>
                                    </p:animEffect>
                                  </p:childTnLst>
                                </p:cTn>
                              </p:par>
                              <p:par>
                                <p:cTn id="259" presetID="10" presetClass="entr" presetSubtype="0" fill="hold" nodeType="withEffect">
                                  <p:stCondLst>
                                    <p:cond delay="0"/>
                                  </p:stCondLst>
                                  <p:childTnLst>
                                    <p:set>
                                      <p:cBhvr>
                                        <p:cTn id="260" dur="1" fill="hold">
                                          <p:stCondLst>
                                            <p:cond delay="0"/>
                                          </p:stCondLst>
                                        </p:cTn>
                                        <p:tgtEl>
                                          <p:spTgt spid="81"/>
                                        </p:tgtEl>
                                        <p:attrNameLst>
                                          <p:attrName>style.visibility</p:attrName>
                                        </p:attrNameLst>
                                      </p:cBhvr>
                                      <p:to>
                                        <p:strVal val="visible"/>
                                      </p:to>
                                    </p:set>
                                    <p:animEffect transition="in" filter="fade">
                                      <p:cBhvr>
                                        <p:cTn id="261" dur="500"/>
                                        <p:tgtEl>
                                          <p:spTgt spid="81"/>
                                        </p:tgtEl>
                                      </p:cBhvr>
                                    </p:animEffect>
                                  </p:childTnLst>
                                </p:cTn>
                              </p:par>
                              <p:par>
                                <p:cTn id="262" presetID="10" presetClass="entr" presetSubtype="0" fill="hold" nodeType="withEffect">
                                  <p:stCondLst>
                                    <p:cond delay="0"/>
                                  </p:stCondLst>
                                  <p:childTnLst>
                                    <p:set>
                                      <p:cBhvr>
                                        <p:cTn id="263" dur="1" fill="hold">
                                          <p:stCondLst>
                                            <p:cond delay="0"/>
                                          </p:stCondLst>
                                        </p:cTn>
                                        <p:tgtEl>
                                          <p:spTgt spid="27"/>
                                        </p:tgtEl>
                                        <p:attrNameLst>
                                          <p:attrName>style.visibility</p:attrName>
                                        </p:attrNameLst>
                                      </p:cBhvr>
                                      <p:to>
                                        <p:strVal val="visible"/>
                                      </p:to>
                                    </p:set>
                                    <p:animEffect transition="in" filter="fade">
                                      <p:cBhvr>
                                        <p:cTn id="264" dur="500"/>
                                        <p:tgtEl>
                                          <p:spTgt spid="27"/>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39"/>
                                        </p:tgtEl>
                                        <p:attrNameLst>
                                          <p:attrName>style.visibility</p:attrName>
                                        </p:attrNameLst>
                                      </p:cBhvr>
                                      <p:to>
                                        <p:strVal val="visible"/>
                                      </p:to>
                                    </p:set>
                                    <p:animEffect transition="in" filter="fade">
                                      <p:cBhvr>
                                        <p:cTn id="267" dur="500"/>
                                        <p:tgtEl>
                                          <p:spTgt spid="39"/>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67"/>
                                        </p:tgtEl>
                                        <p:attrNameLst>
                                          <p:attrName>style.visibility</p:attrName>
                                        </p:attrNameLst>
                                      </p:cBhvr>
                                      <p:to>
                                        <p:strVal val="visible"/>
                                      </p:to>
                                    </p:set>
                                    <p:animEffect transition="in" filter="fade">
                                      <p:cBhvr>
                                        <p:cTn id="270" dur="500"/>
                                        <p:tgtEl>
                                          <p:spTgt spid="67"/>
                                        </p:tgtEl>
                                      </p:cBhvr>
                                    </p:animEffect>
                                  </p:childTnLst>
                                </p:cTn>
                              </p:par>
                              <p:par>
                                <p:cTn id="271" presetID="10" presetClass="entr" presetSubtype="0" fill="hold" nodeType="withEffect">
                                  <p:stCondLst>
                                    <p:cond delay="0"/>
                                  </p:stCondLst>
                                  <p:childTnLst>
                                    <p:set>
                                      <p:cBhvr>
                                        <p:cTn id="272" dur="1" fill="hold">
                                          <p:stCondLst>
                                            <p:cond delay="0"/>
                                          </p:stCondLst>
                                        </p:cTn>
                                        <p:tgtEl>
                                          <p:spTgt spid="84"/>
                                        </p:tgtEl>
                                        <p:attrNameLst>
                                          <p:attrName>style.visibility</p:attrName>
                                        </p:attrNameLst>
                                      </p:cBhvr>
                                      <p:to>
                                        <p:strVal val="visible"/>
                                      </p:to>
                                    </p:set>
                                    <p:animEffect transition="in" filter="fade">
                                      <p:cBhvr>
                                        <p:cTn id="273" dur="500"/>
                                        <p:tgtEl>
                                          <p:spTgt spid="84"/>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85"/>
                                        </p:tgtEl>
                                        <p:attrNameLst>
                                          <p:attrName>style.visibility</p:attrName>
                                        </p:attrNameLst>
                                      </p:cBhvr>
                                      <p:to>
                                        <p:strVal val="visible"/>
                                      </p:to>
                                    </p:set>
                                    <p:animEffect transition="in" filter="fade">
                                      <p:cBhvr>
                                        <p:cTn id="276" dur="500"/>
                                        <p:tgtEl>
                                          <p:spTgt spid="85"/>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86"/>
                                        </p:tgtEl>
                                        <p:attrNameLst>
                                          <p:attrName>style.visibility</p:attrName>
                                        </p:attrNameLst>
                                      </p:cBhvr>
                                      <p:to>
                                        <p:strVal val="visible"/>
                                      </p:to>
                                    </p:set>
                                    <p:animEffect transition="in" filter="fade">
                                      <p:cBhvr>
                                        <p:cTn id="279" dur="500"/>
                                        <p:tgtEl>
                                          <p:spTgt spid="86"/>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93"/>
                                        </p:tgtEl>
                                        <p:attrNameLst>
                                          <p:attrName>style.visibility</p:attrName>
                                        </p:attrNameLst>
                                      </p:cBhvr>
                                      <p:to>
                                        <p:strVal val="visible"/>
                                      </p:to>
                                    </p:set>
                                    <p:animEffect transition="in" filter="fade">
                                      <p:cBhvr>
                                        <p:cTn id="282" dur="500"/>
                                        <p:tgtEl>
                                          <p:spTgt spid="93"/>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91"/>
                                        </p:tgtEl>
                                        <p:attrNameLst>
                                          <p:attrName>style.visibility</p:attrName>
                                        </p:attrNameLst>
                                      </p:cBhvr>
                                      <p:to>
                                        <p:strVal val="visible"/>
                                      </p:to>
                                    </p:set>
                                    <p:animEffect transition="in" filter="fade">
                                      <p:cBhvr>
                                        <p:cTn id="285" dur="500"/>
                                        <p:tgtEl>
                                          <p:spTgt spid="91"/>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92"/>
                                        </p:tgtEl>
                                        <p:attrNameLst>
                                          <p:attrName>style.visibility</p:attrName>
                                        </p:attrNameLst>
                                      </p:cBhvr>
                                      <p:to>
                                        <p:strVal val="visible"/>
                                      </p:to>
                                    </p:set>
                                    <p:animEffect transition="in" filter="fade">
                                      <p:cBhvr>
                                        <p:cTn id="288" dur="500"/>
                                        <p:tgtEl>
                                          <p:spTgt spid="92"/>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94"/>
                                        </p:tgtEl>
                                        <p:attrNameLst>
                                          <p:attrName>style.visibility</p:attrName>
                                        </p:attrNameLst>
                                      </p:cBhvr>
                                      <p:to>
                                        <p:strVal val="visible"/>
                                      </p:to>
                                    </p:set>
                                    <p:animEffect transition="in" filter="fade">
                                      <p:cBhvr>
                                        <p:cTn id="291" dur="500"/>
                                        <p:tgtEl>
                                          <p:spTgt spid="94"/>
                                        </p:tgtEl>
                                      </p:cBhvr>
                                    </p:animEffect>
                                  </p:childTnLst>
                                </p:cTn>
                              </p:par>
                            </p:childTnLst>
                          </p:cTn>
                        </p:par>
                      </p:childTnLst>
                    </p:cTn>
                  </p:par>
                  <p:par>
                    <p:cTn id="292" fill="hold">
                      <p:stCondLst>
                        <p:cond delay="indefinite"/>
                      </p:stCondLst>
                      <p:childTnLst>
                        <p:par>
                          <p:cTn id="293" fill="hold">
                            <p:stCondLst>
                              <p:cond delay="0"/>
                            </p:stCondLst>
                            <p:childTnLst>
                              <p:par>
                                <p:cTn id="294" presetID="10" presetClass="entr" presetSubtype="0" fill="hold" nodeType="clickEffect">
                                  <p:stCondLst>
                                    <p:cond delay="0"/>
                                  </p:stCondLst>
                                  <p:childTnLst>
                                    <p:set>
                                      <p:cBhvr>
                                        <p:cTn id="295" dur="1" fill="hold">
                                          <p:stCondLst>
                                            <p:cond delay="0"/>
                                          </p:stCondLst>
                                        </p:cTn>
                                        <p:tgtEl>
                                          <p:spTgt spid="95"/>
                                        </p:tgtEl>
                                        <p:attrNameLst>
                                          <p:attrName>style.visibility</p:attrName>
                                        </p:attrNameLst>
                                      </p:cBhvr>
                                      <p:to>
                                        <p:strVal val="visible"/>
                                      </p:to>
                                    </p:set>
                                    <p:animEffect transition="in" filter="fade">
                                      <p:cBhvr>
                                        <p:cTn id="296" dur="500"/>
                                        <p:tgtEl>
                                          <p:spTgt spid="95"/>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1024"/>
                                        </p:tgtEl>
                                        <p:attrNameLst>
                                          <p:attrName>style.visibility</p:attrName>
                                        </p:attrNameLst>
                                      </p:cBhvr>
                                      <p:to>
                                        <p:strVal val="visible"/>
                                      </p:to>
                                    </p:set>
                                    <p:animEffect transition="in" filter="fade">
                                      <p:cBhvr>
                                        <p:cTn id="299" dur="500"/>
                                        <p:tgtEl>
                                          <p:spTgt spid="1024"/>
                                        </p:tgtEl>
                                      </p:cBhvr>
                                    </p:animEffect>
                                  </p:childTnLst>
                                </p:cTn>
                              </p:par>
                              <p:par>
                                <p:cTn id="300" presetID="10" presetClass="entr" presetSubtype="0" fill="hold" grpId="0" nodeType="withEffect">
                                  <p:stCondLst>
                                    <p:cond delay="0"/>
                                  </p:stCondLst>
                                  <p:childTnLst>
                                    <p:set>
                                      <p:cBhvr>
                                        <p:cTn id="301" dur="1" fill="hold">
                                          <p:stCondLst>
                                            <p:cond delay="0"/>
                                          </p:stCondLst>
                                        </p:cTn>
                                        <p:tgtEl>
                                          <p:spTgt spid="1025"/>
                                        </p:tgtEl>
                                        <p:attrNameLst>
                                          <p:attrName>style.visibility</p:attrName>
                                        </p:attrNameLst>
                                      </p:cBhvr>
                                      <p:to>
                                        <p:strVal val="visible"/>
                                      </p:to>
                                    </p:set>
                                    <p:animEffect transition="in" filter="fade">
                                      <p:cBhvr>
                                        <p:cTn id="302" dur="500"/>
                                        <p:tgtEl>
                                          <p:spTgt spid="1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 grpId="0" animBg="1"/>
      <p:bldP spid="182" grpId="0" animBg="1"/>
      <p:bldP spid="184" grpId="0" animBg="1"/>
      <p:bldP spid="186" grpId="0" animBg="1"/>
      <p:bldP spid="188" grpId="0" animBg="1"/>
      <p:bldP spid="189" grpId="0" animBg="1"/>
      <p:bldP spid="191" grpId="0" animBg="1"/>
      <p:bldP spid="192" grpId="0" animBg="1"/>
      <p:bldP spid="194" grpId="0" animBg="1"/>
      <p:bldP spid="196" grpId="0" animBg="1"/>
      <p:bldP spid="198" grpId="0" animBg="1"/>
      <p:bldP spid="201" grpId="0" animBg="1"/>
      <p:bldP spid="202" grpId="0" animBg="1"/>
      <p:bldP spid="204" grpId="0" animBg="1"/>
      <p:bldP spid="207" grpId="0" animBg="1"/>
      <p:bldP spid="209" grpId="0" animBg="1"/>
      <p:bldP spid="211" grpId="0" animBg="1"/>
      <p:bldP spid="213" grpId="0" animBg="1"/>
      <p:bldP spid="214" grpId="0" animBg="1"/>
      <p:bldP spid="3" grpId="0" animBg="1"/>
      <p:bldP spid="6" grpId="0" animBg="1"/>
      <p:bldP spid="7" grpId="0" animBg="1"/>
      <p:bldP spid="14" grpId="0" animBg="1"/>
      <p:bldP spid="1136" grpId="0" animBg="1"/>
      <p:bldP spid="1137" grpId="0" animBg="1"/>
      <p:bldP spid="1139" grpId="0" animBg="1"/>
      <p:bldP spid="1154" grpId="0" animBg="1"/>
      <p:bldP spid="1155" grpId="0" animBg="1"/>
      <p:bldP spid="1157" grpId="0" animBg="1"/>
      <p:bldP spid="1158" grpId="0" animBg="1"/>
      <p:bldP spid="1159" grpId="0" animBg="1"/>
      <p:bldP spid="1160" grpId="0" animBg="1"/>
      <p:bldP spid="1161" grpId="0" animBg="1"/>
      <p:bldP spid="1162" grpId="0" animBg="1"/>
      <p:bldP spid="1164" grpId="0" animBg="1"/>
      <p:bldP spid="1165" grpId="0" animBg="1"/>
      <p:bldP spid="1167" grpId="0" animBg="1"/>
      <p:bldP spid="1169" grpId="0" animBg="1"/>
      <p:bldP spid="1170" grpId="0" animBg="1"/>
      <p:bldP spid="1171" grpId="0" animBg="1"/>
      <p:bldP spid="1172" grpId="0" animBg="1"/>
      <p:bldP spid="1173" grpId="0" animBg="1"/>
      <p:bldP spid="1174" grpId="0" animBg="1"/>
      <p:bldP spid="1175" grpId="0" animBg="1"/>
      <p:bldP spid="1176" grpId="0" animBg="1"/>
      <p:bldP spid="1177" grpId="0" animBg="1"/>
      <p:bldP spid="1178" grpId="0" animBg="1"/>
      <p:bldP spid="1179" grpId="0" animBg="1"/>
      <p:bldP spid="1180" grpId="0" animBg="1"/>
      <p:bldP spid="1181" grpId="0" animBg="1"/>
      <p:bldP spid="1182" grpId="0" animBg="1"/>
      <p:bldP spid="1183"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P spid="45" grpId="0" animBg="1"/>
      <p:bldP spid="48" grpId="0" animBg="1"/>
      <p:bldP spid="51" grpId="0" animBg="1"/>
      <p:bldP spid="58" grpId="0" animBg="1"/>
      <p:bldP spid="59" grpId="0" animBg="1"/>
      <p:bldP spid="60" grpId="0" animBg="1"/>
      <p:bldP spid="61" grpId="0" animBg="1"/>
      <p:bldP spid="62" grpId="0" animBg="1"/>
      <p:bldP spid="64" grpId="0" animBg="1"/>
      <p:bldP spid="65" grpId="0" animBg="1"/>
      <p:bldP spid="66" grpId="0" animBg="1"/>
      <p:bldP spid="68" grpId="0" animBg="1"/>
      <p:bldP spid="69" grpId="0" animBg="1"/>
      <p:bldP spid="76" grpId="0" animBg="1"/>
      <p:bldP spid="78" grpId="0" animBg="1"/>
      <p:bldP spid="136" grpId="0" animBg="1"/>
      <p:bldP spid="137" grpId="0" animBg="1"/>
      <p:bldP spid="138" grpId="0" animBg="1"/>
      <p:bldP spid="145" grpId="0" animBg="1"/>
      <p:bldP spid="146" grpId="0" animBg="1"/>
      <p:bldP spid="147" grpId="0" animBg="1"/>
      <p:bldP spid="149" grpId="0" animBg="1"/>
      <p:bldP spid="154" grpId="0" animBg="1"/>
      <p:bldP spid="155" grpId="0" animBg="1"/>
      <p:bldP spid="156" grpId="0" animBg="1"/>
      <p:bldP spid="157" grpId="0" animBg="1"/>
      <p:bldP spid="158" grpId="0" animBg="1"/>
      <p:bldP spid="159" grpId="0" animBg="1"/>
      <p:bldP spid="1029" grpId="0" animBg="1"/>
      <p:bldP spid="1047" grpId="0" animBg="1"/>
      <p:bldP spid="1048" grpId="0" animBg="1"/>
      <p:bldP spid="1049" grpId="0" animBg="1"/>
      <p:bldP spid="1050" grpId="0" animBg="1"/>
      <p:bldP spid="1051" grpId="0" animBg="1"/>
      <p:bldP spid="1052" grpId="0" animBg="1"/>
      <p:bldP spid="1053" grpId="0" animBg="1"/>
      <p:bldP spid="1054" grpId="0" animBg="1"/>
      <p:bldP spid="160" grpId="0" animBg="1"/>
      <p:bldP spid="162" grpId="0" animBg="1"/>
      <p:bldP spid="163" grpId="0" animBg="1"/>
      <p:bldP spid="164" grpId="0" animBg="1"/>
      <p:bldP spid="166" grpId="0" animBg="1"/>
      <p:bldP spid="168" grpId="0" animBg="1"/>
      <p:bldP spid="169" grpId="0" animBg="1"/>
      <p:bldP spid="170" grpId="0" animBg="1"/>
      <p:bldP spid="4" grpId="0" animBg="1"/>
      <p:bldP spid="5" grpId="0" animBg="1"/>
      <p:bldP spid="8" grpId="0" animBg="1"/>
      <p:bldP spid="9" grpId="0" animBg="1"/>
      <p:bldP spid="23" grpId="0" animBg="1"/>
      <p:bldP spid="24" grpId="0" animBg="1"/>
      <p:bldP spid="25" grpId="0" animBg="1"/>
      <p:bldP spid="26" grpId="0" animBg="1"/>
      <p:bldP spid="82" grpId="0"/>
      <p:bldP spid="83" grpId="0"/>
      <p:bldP spid="39" grpId="0"/>
      <p:bldP spid="67" grpId="0"/>
      <p:bldP spid="85" grpId="0"/>
      <p:bldP spid="86" grpId="0"/>
      <p:bldP spid="91" grpId="0"/>
      <p:bldP spid="92" grpId="0"/>
      <p:bldP spid="93" grpId="0"/>
      <p:bldP spid="94" grpId="0"/>
      <p:bldP spid="1024" grpId="0"/>
      <p:bldP spid="10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9BB36-AD73-2C5D-5506-A2392B93F07C}"/>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4271705B-A84C-4A74-9266-A78E5C6F7533}"/>
              </a:ext>
            </a:extLst>
          </p:cNvPr>
          <p:cNvSpPr/>
          <p:nvPr/>
        </p:nvSpPr>
        <p:spPr>
          <a:xfrm>
            <a:off x="1897380" y="954701"/>
            <a:ext cx="7632700" cy="4348819"/>
          </a:xfrm>
          <a:prstGeom prst="rect">
            <a:avLst/>
          </a:prstGeom>
          <a:solidFill>
            <a:schemeClr val="bg1">
              <a:lumMod val="85000"/>
            </a:schemeClr>
          </a:solidFill>
          <a:ln w="101600" cmpd="tri">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C40A5347-3FFB-84F3-7242-BB95CECCE4DF}"/>
              </a:ext>
            </a:extLst>
          </p:cNvPr>
          <p:cNvSpPr/>
          <p:nvPr/>
        </p:nvSpPr>
        <p:spPr>
          <a:xfrm>
            <a:off x="3726043" y="1038733"/>
            <a:ext cx="5734050" cy="4182766"/>
          </a:xfrm>
          <a:prstGeom prst="rect">
            <a:avLst/>
          </a:prstGeom>
          <a:solidFill>
            <a:schemeClr val="tx2">
              <a:lumMod val="10000"/>
              <a:lumOff val="90000"/>
            </a:schemeClr>
          </a:solidFill>
          <a:ln w="76200" cmpd="sng">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768EBD84-262E-F677-6737-F33A4F3AA1F4}"/>
              </a:ext>
            </a:extLst>
          </p:cNvPr>
          <p:cNvSpPr/>
          <p:nvPr/>
        </p:nvSpPr>
        <p:spPr>
          <a:xfrm>
            <a:off x="2213892" y="870663"/>
            <a:ext cx="757907"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30 mbar</a:t>
            </a:r>
          </a:p>
        </p:txBody>
      </p:sp>
      <p:sp>
        <p:nvSpPr>
          <p:cNvPr id="2" name="Oval 1">
            <a:extLst>
              <a:ext uri="{FF2B5EF4-FFF2-40B4-BE49-F238E27FC236}">
                <a16:creationId xmlns:a16="http://schemas.microsoft.com/office/drawing/2014/main" id="{56885FFA-2606-87A8-E756-7BBF5A186BB3}"/>
              </a:ext>
            </a:extLst>
          </p:cNvPr>
          <p:cNvSpPr/>
          <p:nvPr/>
        </p:nvSpPr>
        <p:spPr>
          <a:xfrm>
            <a:off x="4593803" y="2201917"/>
            <a:ext cx="2365309" cy="2099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FE7B8F75-84F4-96CB-9597-FCCB815BE8C3}"/>
              </a:ext>
            </a:extLst>
          </p:cNvPr>
          <p:cNvSpPr/>
          <p:nvPr/>
        </p:nvSpPr>
        <p:spPr>
          <a:xfrm>
            <a:off x="4667596" y="2209612"/>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E23E249E-60C6-139A-6AF4-7F1404821972}"/>
              </a:ext>
            </a:extLst>
          </p:cNvPr>
          <p:cNvSpPr/>
          <p:nvPr/>
        </p:nvSpPr>
        <p:spPr>
          <a:xfrm flipH="1">
            <a:off x="5301646" y="2052672"/>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Free-form: Shape 139">
            <a:extLst>
              <a:ext uri="{FF2B5EF4-FFF2-40B4-BE49-F238E27FC236}">
                <a16:creationId xmlns:a16="http://schemas.microsoft.com/office/drawing/2014/main" id="{FEEE2520-E1FE-CEC2-F335-22D63984ABCD}"/>
              </a:ext>
            </a:extLst>
          </p:cNvPr>
          <p:cNvSpPr/>
          <p:nvPr/>
        </p:nvSpPr>
        <p:spPr>
          <a:xfrm rot="5400000">
            <a:off x="5281573" y="2921187"/>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2">
            <a:extLst>
              <a:ext uri="{FF2B5EF4-FFF2-40B4-BE49-F238E27FC236}">
                <a16:creationId xmlns:a16="http://schemas.microsoft.com/office/drawing/2014/main" id="{EC404C9A-49AD-AB11-88E2-E407296BB310}"/>
              </a:ext>
            </a:extLst>
          </p:cNvPr>
          <p:cNvSpPr/>
          <p:nvPr/>
        </p:nvSpPr>
        <p:spPr>
          <a:xfrm flipH="1">
            <a:off x="5953747" y="21035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18926DB6-4A97-EA7E-FE3D-6CE1B5BFA03E}"/>
              </a:ext>
            </a:extLst>
          </p:cNvPr>
          <p:cNvSpPr/>
          <p:nvPr/>
        </p:nvSpPr>
        <p:spPr>
          <a:xfrm flipH="1">
            <a:off x="7313876" y="1729995"/>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gradFill>
            <a:gsLst>
              <a:gs pos="20000">
                <a:srgbClr val="FF0800"/>
              </a:gs>
              <a:gs pos="0">
                <a:srgbClr val="FF0000"/>
              </a:gs>
              <a:gs pos="90000">
                <a:srgbClr val="FFFF00"/>
              </a:gs>
              <a:gs pos="50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Freeform: Shape 14">
            <a:extLst>
              <a:ext uri="{FF2B5EF4-FFF2-40B4-BE49-F238E27FC236}">
                <a16:creationId xmlns:a16="http://schemas.microsoft.com/office/drawing/2014/main" id="{F211EF6D-6B76-6FD7-58CA-6A5643B16475}"/>
              </a:ext>
            </a:extLst>
          </p:cNvPr>
          <p:cNvSpPr/>
          <p:nvPr/>
        </p:nvSpPr>
        <p:spPr>
          <a:xfrm flipH="1">
            <a:off x="7315830" y="1729719"/>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0E7498CB-7BCB-D19A-C3AA-FFBFC044BCE8}"/>
              </a:ext>
            </a:extLst>
          </p:cNvPr>
          <p:cNvSpPr/>
          <p:nvPr/>
        </p:nvSpPr>
        <p:spPr>
          <a:xfrm>
            <a:off x="8369037" y="2229787"/>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gradFill>
            <a:gsLst>
              <a:gs pos="0">
                <a:srgbClr val="FF0000"/>
              </a:gs>
              <a:gs pos="50000">
                <a:srgbClr val="FFC000"/>
              </a:gs>
              <a:gs pos="10000">
                <a:srgbClr val="FF0000"/>
              </a:gs>
              <a:gs pos="90000">
                <a:srgbClr val="FFFF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Freeform: Shape 62">
            <a:extLst>
              <a:ext uri="{FF2B5EF4-FFF2-40B4-BE49-F238E27FC236}">
                <a16:creationId xmlns:a16="http://schemas.microsoft.com/office/drawing/2014/main" id="{FF343A3D-60B2-6B38-8312-3F7A1D3598B7}"/>
              </a:ext>
            </a:extLst>
          </p:cNvPr>
          <p:cNvSpPr/>
          <p:nvPr/>
        </p:nvSpPr>
        <p:spPr>
          <a:xfrm>
            <a:off x="-326354" y="1729309"/>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gradFill>
            <a:gsLst>
              <a:gs pos="0">
                <a:schemeClr val="accent4">
                  <a:lumMod val="40000"/>
                  <a:lumOff val="60000"/>
                </a:schemeClr>
              </a:gs>
              <a:gs pos="100000">
                <a:schemeClr val="accent4">
                  <a:lumMod val="50000"/>
                </a:schemeClr>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8" name="Freeform: Shape 37">
            <a:extLst>
              <a:ext uri="{FF2B5EF4-FFF2-40B4-BE49-F238E27FC236}">
                <a16:creationId xmlns:a16="http://schemas.microsoft.com/office/drawing/2014/main" id="{217412EF-4713-705A-E82C-74799855465F}"/>
              </a:ext>
            </a:extLst>
          </p:cNvPr>
          <p:cNvSpPr/>
          <p:nvPr/>
        </p:nvSpPr>
        <p:spPr>
          <a:xfrm>
            <a:off x="-326354" y="1732185"/>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1" name="Free-form: Shape 140">
            <a:extLst>
              <a:ext uri="{FF2B5EF4-FFF2-40B4-BE49-F238E27FC236}">
                <a16:creationId xmlns:a16="http://schemas.microsoft.com/office/drawing/2014/main" id="{B4592EA0-FEAD-65F6-BB77-3E64E6EAA2EC}"/>
              </a:ext>
            </a:extLst>
          </p:cNvPr>
          <p:cNvSpPr/>
          <p:nvPr/>
        </p:nvSpPr>
        <p:spPr>
          <a:xfrm>
            <a:off x="2519361" y="2083432"/>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Free-form: Shape 140">
            <a:extLst>
              <a:ext uri="{FF2B5EF4-FFF2-40B4-BE49-F238E27FC236}">
                <a16:creationId xmlns:a16="http://schemas.microsoft.com/office/drawing/2014/main" id="{8E3EE953-CD8B-F27C-8A51-EBA8AA837C86}"/>
              </a:ext>
            </a:extLst>
          </p:cNvPr>
          <p:cNvSpPr/>
          <p:nvPr/>
        </p:nvSpPr>
        <p:spPr>
          <a:xfrm>
            <a:off x="2519587" y="2078898"/>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0" name="Freeform: Shape 29">
            <a:extLst>
              <a:ext uri="{FF2B5EF4-FFF2-40B4-BE49-F238E27FC236}">
                <a16:creationId xmlns:a16="http://schemas.microsoft.com/office/drawing/2014/main" id="{5A7DCD84-81ED-C7F1-1E62-72D2B3C076E1}"/>
              </a:ext>
            </a:extLst>
          </p:cNvPr>
          <p:cNvSpPr/>
          <p:nvPr/>
        </p:nvSpPr>
        <p:spPr>
          <a:xfrm>
            <a:off x="2557460" y="1884112"/>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3" name="Freeform: Shape 63">
            <a:extLst>
              <a:ext uri="{FF2B5EF4-FFF2-40B4-BE49-F238E27FC236}">
                <a16:creationId xmlns:a16="http://schemas.microsoft.com/office/drawing/2014/main" id="{7E95DA63-DB22-BB4A-5F23-E01DB4EC6D2E}"/>
              </a:ext>
            </a:extLst>
          </p:cNvPr>
          <p:cNvSpPr/>
          <p:nvPr/>
        </p:nvSpPr>
        <p:spPr>
          <a:xfrm>
            <a:off x="2174831" y="4704242"/>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1" name="Freeform: Shape 30">
            <a:extLst>
              <a:ext uri="{FF2B5EF4-FFF2-40B4-BE49-F238E27FC236}">
                <a16:creationId xmlns:a16="http://schemas.microsoft.com/office/drawing/2014/main" id="{97F10661-FBB9-D6B7-4B8E-4A2038855FEF}"/>
              </a:ext>
            </a:extLst>
          </p:cNvPr>
          <p:cNvSpPr/>
          <p:nvPr/>
        </p:nvSpPr>
        <p:spPr>
          <a:xfrm>
            <a:off x="2557007" y="1883988"/>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9" name="Free-form: Shape 138">
            <a:extLst>
              <a:ext uri="{FF2B5EF4-FFF2-40B4-BE49-F238E27FC236}">
                <a16:creationId xmlns:a16="http://schemas.microsoft.com/office/drawing/2014/main" id="{CF5D5C65-1571-10CC-1334-B3FEE5E4853C}"/>
              </a:ext>
            </a:extLst>
          </p:cNvPr>
          <p:cNvSpPr/>
          <p:nvPr/>
        </p:nvSpPr>
        <p:spPr>
          <a:xfrm>
            <a:off x="5873771" y="1054255"/>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0" name="Freeform: Shape 69">
            <a:extLst>
              <a:ext uri="{FF2B5EF4-FFF2-40B4-BE49-F238E27FC236}">
                <a16:creationId xmlns:a16="http://schemas.microsoft.com/office/drawing/2014/main" id="{204CC030-088D-FBF2-AD23-7FD204A6B9FB}"/>
              </a:ext>
            </a:extLst>
          </p:cNvPr>
          <p:cNvSpPr/>
          <p:nvPr/>
        </p:nvSpPr>
        <p:spPr>
          <a:xfrm>
            <a:off x="3005139" y="4705347"/>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97A53792-2F8B-121F-26DC-A524256C8775}"/>
              </a:ext>
            </a:extLst>
          </p:cNvPr>
          <p:cNvSpPr/>
          <p:nvPr/>
        </p:nvSpPr>
        <p:spPr>
          <a:xfrm>
            <a:off x="3800475" y="4705348"/>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Freeform: Shape 46">
            <a:extLst>
              <a:ext uri="{FF2B5EF4-FFF2-40B4-BE49-F238E27FC236}">
                <a16:creationId xmlns:a16="http://schemas.microsoft.com/office/drawing/2014/main" id="{5A662B21-B92F-7EF3-F220-12EB70F9F94E}"/>
              </a:ext>
            </a:extLst>
          </p:cNvPr>
          <p:cNvSpPr/>
          <p:nvPr/>
        </p:nvSpPr>
        <p:spPr>
          <a:xfrm>
            <a:off x="6272948" y="4717912"/>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E18FC730-970B-C3CA-E83F-105A2090A6FC}"/>
              </a:ext>
            </a:extLst>
          </p:cNvPr>
          <p:cNvSpPr/>
          <p:nvPr/>
        </p:nvSpPr>
        <p:spPr>
          <a:xfrm>
            <a:off x="7385901" y="4717912"/>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Shape 63">
            <a:extLst>
              <a:ext uri="{FF2B5EF4-FFF2-40B4-BE49-F238E27FC236}">
                <a16:creationId xmlns:a16="http://schemas.microsoft.com/office/drawing/2014/main" id="{385E52BB-90C1-D533-91B3-26CAC64FE5BD}"/>
              </a:ext>
            </a:extLst>
          </p:cNvPr>
          <p:cNvSpPr/>
          <p:nvPr/>
        </p:nvSpPr>
        <p:spPr>
          <a:xfrm>
            <a:off x="2174831" y="4703690"/>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rgbClr val="125874"/>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Freeform: Shape 5">
            <a:extLst>
              <a:ext uri="{FF2B5EF4-FFF2-40B4-BE49-F238E27FC236}">
                <a16:creationId xmlns:a16="http://schemas.microsoft.com/office/drawing/2014/main" id="{5378342A-12B0-9B23-AF14-EF27982DFACE}"/>
              </a:ext>
            </a:extLst>
          </p:cNvPr>
          <p:cNvSpPr/>
          <p:nvPr/>
        </p:nvSpPr>
        <p:spPr>
          <a:xfrm>
            <a:off x="3005139" y="4704795"/>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rgbClr val="00276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Shape 6">
            <a:extLst>
              <a:ext uri="{FF2B5EF4-FFF2-40B4-BE49-F238E27FC236}">
                <a16:creationId xmlns:a16="http://schemas.microsoft.com/office/drawing/2014/main" id="{5EFC2FD8-FA01-367F-4853-1C5F1ED88EB2}"/>
              </a:ext>
            </a:extLst>
          </p:cNvPr>
          <p:cNvSpPr/>
          <p:nvPr/>
        </p:nvSpPr>
        <p:spPr>
          <a:xfrm>
            <a:off x="3800475" y="4704796"/>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8" name="Freeform: Shape 7">
            <a:extLst>
              <a:ext uri="{FF2B5EF4-FFF2-40B4-BE49-F238E27FC236}">
                <a16:creationId xmlns:a16="http://schemas.microsoft.com/office/drawing/2014/main" id="{6B3B8E98-7C14-305D-FE6F-6115E4337EF0}"/>
              </a:ext>
            </a:extLst>
          </p:cNvPr>
          <p:cNvSpPr/>
          <p:nvPr/>
        </p:nvSpPr>
        <p:spPr>
          <a:xfrm>
            <a:off x="6272948" y="4717360"/>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rgbClr val="FFFF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9" name="Freeform: Shape 8">
            <a:extLst>
              <a:ext uri="{FF2B5EF4-FFF2-40B4-BE49-F238E27FC236}">
                <a16:creationId xmlns:a16="http://schemas.microsoft.com/office/drawing/2014/main" id="{45933B2A-0961-068A-C8D3-86AC04625163}"/>
              </a:ext>
            </a:extLst>
          </p:cNvPr>
          <p:cNvSpPr/>
          <p:nvPr/>
        </p:nvSpPr>
        <p:spPr>
          <a:xfrm>
            <a:off x="7385901" y="4717360"/>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rgbClr val="FFFF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55" name="Freeform: Shape 1054">
            <a:extLst>
              <a:ext uri="{FF2B5EF4-FFF2-40B4-BE49-F238E27FC236}">
                <a16:creationId xmlns:a16="http://schemas.microsoft.com/office/drawing/2014/main" id="{1EA1BC5D-A2C1-2A70-A7B7-9A791378AB08}"/>
              </a:ext>
            </a:extLst>
          </p:cNvPr>
          <p:cNvSpPr/>
          <p:nvPr/>
        </p:nvSpPr>
        <p:spPr>
          <a:xfrm>
            <a:off x="4668872" y="422070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sp>
        <p:nvSpPr>
          <p:cNvPr id="10" name="Freeform: Shape 9">
            <a:extLst>
              <a:ext uri="{FF2B5EF4-FFF2-40B4-BE49-F238E27FC236}">
                <a16:creationId xmlns:a16="http://schemas.microsoft.com/office/drawing/2014/main" id="{7063536D-5C44-C572-1929-7D577A763958}"/>
              </a:ext>
            </a:extLst>
          </p:cNvPr>
          <p:cNvSpPr/>
          <p:nvPr/>
        </p:nvSpPr>
        <p:spPr>
          <a:xfrm>
            <a:off x="8369037" y="2226273"/>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solidFill>
            <a:srgbClr val="FFFF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17" name="Group 16">
            <a:extLst>
              <a:ext uri="{FF2B5EF4-FFF2-40B4-BE49-F238E27FC236}">
                <a16:creationId xmlns:a16="http://schemas.microsoft.com/office/drawing/2014/main" id="{962A0E46-A126-AFB0-E150-366B2F23BF7E}"/>
              </a:ext>
            </a:extLst>
          </p:cNvPr>
          <p:cNvGrpSpPr/>
          <p:nvPr/>
        </p:nvGrpSpPr>
        <p:grpSpPr>
          <a:xfrm flipH="1">
            <a:off x="4687012" y="4237862"/>
            <a:ext cx="178065" cy="178065"/>
            <a:chOff x="4839416" y="4237862"/>
            <a:chExt cx="178065" cy="178065"/>
          </a:xfrm>
        </p:grpSpPr>
        <p:sp>
          <p:nvSpPr>
            <p:cNvPr id="1056" name="Flowchart: Summing Junction 1055">
              <a:extLst>
                <a:ext uri="{FF2B5EF4-FFF2-40B4-BE49-F238E27FC236}">
                  <a16:creationId xmlns:a16="http://schemas.microsoft.com/office/drawing/2014/main" id="{E03A6D3D-02C8-496B-A29F-7DFEF713DBE9}"/>
                </a:ext>
              </a:extLst>
            </p:cNvPr>
            <p:cNvSpPr/>
            <p:nvPr/>
          </p:nvSpPr>
          <p:spPr>
            <a:xfrm flipH="1">
              <a:off x="4839416" y="423786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57" name="Flowchart: Summing Junction 1056">
              <a:extLst>
                <a:ext uri="{FF2B5EF4-FFF2-40B4-BE49-F238E27FC236}">
                  <a16:creationId xmlns:a16="http://schemas.microsoft.com/office/drawing/2014/main" id="{13D30F81-B484-3D9D-FCC4-EE9F256D7D47}"/>
                </a:ext>
              </a:extLst>
            </p:cNvPr>
            <p:cNvSpPr/>
            <p:nvPr/>
          </p:nvSpPr>
          <p:spPr>
            <a:xfrm rot="18880844" flipH="1">
              <a:off x="4839416" y="423786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59" name="Freeform: Shape 1058">
            <a:extLst>
              <a:ext uri="{FF2B5EF4-FFF2-40B4-BE49-F238E27FC236}">
                <a16:creationId xmlns:a16="http://schemas.microsoft.com/office/drawing/2014/main" id="{FDB11168-F8DB-4F88-E8DB-914CCFE5583F}"/>
              </a:ext>
            </a:extLst>
          </p:cNvPr>
          <p:cNvSpPr/>
          <p:nvPr/>
        </p:nvSpPr>
        <p:spPr>
          <a:xfrm flipH="1">
            <a:off x="7852393" y="4422277"/>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1" name="Group 20">
            <a:extLst>
              <a:ext uri="{FF2B5EF4-FFF2-40B4-BE49-F238E27FC236}">
                <a16:creationId xmlns:a16="http://schemas.microsoft.com/office/drawing/2014/main" id="{C7EB735E-A7D6-6DA9-9453-F498C786CBB5}"/>
              </a:ext>
            </a:extLst>
          </p:cNvPr>
          <p:cNvGrpSpPr/>
          <p:nvPr/>
        </p:nvGrpSpPr>
        <p:grpSpPr>
          <a:xfrm>
            <a:off x="7946735" y="4439430"/>
            <a:ext cx="178065" cy="178065"/>
            <a:chOff x="7946735" y="4439430"/>
            <a:chExt cx="178065" cy="178065"/>
          </a:xfrm>
        </p:grpSpPr>
        <p:sp>
          <p:nvSpPr>
            <p:cNvPr id="1060" name="Flowchart: Summing Junction 1059">
              <a:extLst>
                <a:ext uri="{FF2B5EF4-FFF2-40B4-BE49-F238E27FC236}">
                  <a16:creationId xmlns:a16="http://schemas.microsoft.com/office/drawing/2014/main" id="{93A6E341-89B1-641D-BCC4-93B2BE7EFB47}"/>
                </a:ext>
              </a:extLst>
            </p:cNvPr>
            <p:cNvSpPr/>
            <p:nvPr/>
          </p:nvSpPr>
          <p:spPr>
            <a:xfrm flipH="1">
              <a:off x="7946735" y="4439430"/>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1" name="Flowchart: Summing Junction 1060">
              <a:extLst>
                <a:ext uri="{FF2B5EF4-FFF2-40B4-BE49-F238E27FC236}">
                  <a16:creationId xmlns:a16="http://schemas.microsoft.com/office/drawing/2014/main" id="{ECB8DBC0-D60F-6EAB-24DE-5235BCDDF929}"/>
                </a:ext>
              </a:extLst>
            </p:cNvPr>
            <p:cNvSpPr/>
            <p:nvPr/>
          </p:nvSpPr>
          <p:spPr>
            <a:xfrm rot="18880844" flipH="1">
              <a:off x="7946735" y="4439430"/>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3" name="Freeform: Shape 1062">
            <a:extLst>
              <a:ext uri="{FF2B5EF4-FFF2-40B4-BE49-F238E27FC236}">
                <a16:creationId xmlns:a16="http://schemas.microsoft.com/office/drawing/2014/main" id="{884A2318-3CE0-1EA7-05E8-9D2E99FBB141}"/>
              </a:ext>
            </a:extLst>
          </p:cNvPr>
          <p:cNvSpPr/>
          <p:nvPr/>
        </p:nvSpPr>
        <p:spPr>
          <a:xfrm flipH="1">
            <a:off x="9036230" y="399814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2" name="Group 21">
            <a:extLst>
              <a:ext uri="{FF2B5EF4-FFF2-40B4-BE49-F238E27FC236}">
                <a16:creationId xmlns:a16="http://schemas.microsoft.com/office/drawing/2014/main" id="{84B17D61-B516-F710-EF41-493780ACD208}"/>
              </a:ext>
            </a:extLst>
          </p:cNvPr>
          <p:cNvGrpSpPr/>
          <p:nvPr/>
        </p:nvGrpSpPr>
        <p:grpSpPr>
          <a:xfrm flipH="1">
            <a:off x="9134346" y="4015298"/>
            <a:ext cx="178065" cy="178065"/>
            <a:chOff x="8972420" y="4015298"/>
            <a:chExt cx="178065" cy="178065"/>
          </a:xfrm>
        </p:grpSpPr>
        <p:sp>
          <p:nvSpPr>
            <p:cNvPr id="1064" name="Flowchart: Summing Junction 1063">
              <a:extLst>
                <a:ext uri="{FF2B5EF4-FFF2-40B4-BE49-F238E27FC236}">
                  <a16:creationId xmlns:a16="http://schemas.microsoft.com/office/drawing/2014/main" id="{137A9083-FEAB-2BD1-570C-53301FF86CAF}"/>
                </a:ext>
              </a:extLst>
            </p:cNvPr>
            <p:cNvSpPr/>
            <p:nvPr/>
          </p:nvSpPr>
          <p:spPr>
            <a:xfrm>
              <a:off x="8972420" y="401529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5" name="Flowchart: Summing Junction 1064">
              <a:extLst>
                <a:ext uri="{FF2B5EF4-FFF2-40B4-BE49-F238E27FC236}">
                  <a16:creationId xmlns:a16="http://schemas.microsoft.com/office/drawing/2014/main" id="{F5C5AC95-AEA1-ADD4-EC80-0FE01FB9BB2A}"/>
                </a:ext>
              </a:extLst>
            </p:cNvPr>
            <p:cNvSpPr/>
            <p:nvPr/>
          </p:nvSpPr>
          <p:spPr>
            <a:xfrm rot="2719156">
              <a:off x="8972420" y="401529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5" name="Free-form: Shape 139">
            <a:extLst>
              <a:ext uri="{FF2B5EF4-FFF2-40B4-BE49-F238E27FC236}">
                <a16:creationId xmlns:a16="http://schemas.microsoft.com/office/drawing/2014/main" id="{0D3A5F11-FD21-20B4-9EF8-7599DBF81474}"/>
              </a:ext>
            </a:extLst>
          </p:cNvPr>
          <p:cNvSpPr/>
          <p:nvPr/>
        </p:nvSpPr>
        <p:spPr>
          <a:xfrm rot="5400000">
            <a:off x="5281572" y="2920635"/>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067" name="Freeform: Shape 1066">
            <a:extLst>
              <a:ext uri="{FF2B5EF4-FFF2-40B4-BE49-F238E27FC236}">
                <a16:creationId xmlns:a16="http://schemas.microsoft.com/office/drawing/2014/main" id="{9E1A4067-7958-9AF3-0E3C-E7C4A4800009}"/>
              </a:ext>
            </a:extLst>
          </p:cNvPr>
          <p:cNvSpPr/>
          <p:nvPr/>
        </p:nvSpPr>
        <p:spPr>
          <a:xfrm flipH="1">
            <a:off x="6548102" y="413809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0" name="Group 19">
            <a:extLst>
              <a:ext uri="{FF2B5EF4-FFF2-40B4-BE49-F238E27FC236}">
                <a16:creationId xmlns:a16="http://schemas.microsoft.com/office/drawing/2014/main" id="{E47721FD-D517-3D39-2AFE-051446918545}"/>
              </a:ext>
            </a:extLst>
          </p:cNvPr>
          <p:cNvGrpSpPr/>
          <p:nvPr/>
        </p:nvGrpSpPr>
        <p:grpSpPr>
          <a:xfrm>
            <a:off x="6642444" y="4155248"/>
            <a:ext cx="178065" cy="178065"/>
            <a:chOff x="6642444" y="4155248"/>
            <a:chExt cx="178065" cy="178065"/>
          </a:xfrm>
        </p:grpSpPr>
        <p:sp>
          <p:nvSpPr>
            <p:cNvPr id="1068" name="Flowchart: Summing Junction 1067">
              <a:extLst>
                <a:ext uri="{FF2B5EF4-FFF2-40B4-BE49-F238E27FC236}">
                  <a16:creationId xmlns:a16="http://schemas.microsoft.com/office/drawing/2014/main" id="{1F22D07D-F708-5490-D3C4-8A6EA95294AA}"/>
                </a:ext>
              </a:extLst>
            </p:cNvPr>
            <p:cNvSpPr/>
            <p:nvPr/>
          </p:nvSpPr>
          <p:spPr>
            <a:xfrm flipH="1">
              <a:off x="6642444" y="415524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9" name="Flowchart: Summing Junction 1068">
              <a:extLst>
                <a:ext uri="{FF2B5EF4-FFF2-40B4-BE49-F238E27FC236}">
                  <a16:creationId xmlns:a16="http://schemas.microsoft.com/office/drawing/2014/main" id="{7EA7ACF4-65DD-71C5-8374-8A0F87A4798D}"/>
                </a:ext>
              </a:extLst>
            </p:cNvPr>
            <p:cNvSpPr/>
            <p:nvPr/>
          </p:nvSpPr>
          <p:spPr>
            <a:xfrm rot="18880844" flipH="1">
              <a:off x="6642444" y="415524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71" name="Freeform: Shape 1070">
            <a:extLst>
              <a:ext uri="{FF2B5EF4-FFF2-40B4-BE49-F238E27FC236}">
                <a16:creationId xmlns:a16="http://schemas.microsoft.com/office/drawing/2014/main" id="{6F396F69-6456-EF39-E6E8-7560EDED4A18}"/>
              </a:ext>
            </a:extLst>
          </p:cNvPr>
          <p:cNvSpPr/>
          <p:nvPr/>
        </p:nvSpPr>
        <p:spPr>
          <a:xfrm>
            <a:off x="2066781" y="442108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sp>
        <p:nvSpPr>
          <p:cNvPr id="23" name="Free-form: Shape 138">
            <a:extLst>
              <a:ext uri="{FF2B5EF4-FFF2-40B4-BE49-F238E27FC236}">
                <a16:creationId xmlns:a16="http://schemas.microsoft.com/office/drawing/2014/main" id="{2A22D8E3-49ED-921A-039F-19392E7D465B}"/>
              </a:ext>
            </a:extLst>
          </p:cNvPr>
          <p:cNvSpPr/>
          <p:nvPr/>
        </p:nvSpPr>
        <p:spPr>
          <a:xfrm>
            <a:off x="5873771" y="1054254"/>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nvGrpSpPr>
          <p:cNvPr id="18" name="Group 17">
            <a:extLst>
              <a:ext uri="{FF2B5EF4-FFF2-40B4-BE49-F238E27FC236}">
                <a16:creationId xmlns:a16="http://schemas.microsoft.com/office/drawing/2014/main" id="{3422B0C0-94AE-BD1A-EEB0-3B297A683A8D}"/>
              </a:ext>
            </a:extLst>
          </p:cNvPr>
          <p:cNvGrpSpPr/>
          <p:nvPr/>
        </p:nvGrpSpPr>
        <p:grpSpPr>
          <a:xfrm>
            <a:off x="2083934" y="4438239"/>
            <a:ext cx="178065" cy="178065"/>
            <a:chOff x="2083934" y="4438239"/>
            <a:chExt cx="178065" cy="178065"/>
          </a:xfrm>
        </p:grpSpPr>
        <p:sp>
          <p:nvSpPr>
            <p:cNvPr id="1072" name="Flowchart: Summing Junction 1071">
              <a:extLst>
                <a:ext uri="{FF2B5EF4-FFF2-40B4-BE49-F238E27FC236}">
                  <a16:creationId xmlns:a16="http://schemas.microsoft.com/office/drawing/2014/main" id="{E5BAF578-386E-E32F-837D-667DA88B630A}"/>
                </a:ext>
              </a:extLst>
            </p:cNvPr>
            <p:cNvSpPr/>
            <p:nvPr/>
          </p:nvSpPr>
          <p:spPr>
            <a:xfrm>
              <a:off x="2083934" y="4438239"/>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3" name="Flowchart: Summing Junction 1072">
              <a:extLst>
                <a:ext uri="{FF2B5EF4-FFF2-40B4-BE49-F238E27FC236}">
                  <a16:creationId xmlns:a16="http://schemas.microsoft.com/office/drawing/2014/main" id="{FEABF494-278D-6E7D-9D6B-66ED428EBB6C}"/>
                </a:ext>
              </a:extLst>
            </p:cNvPr>
            <p:cNvSpPr/>
            <p:nvPr/>
          </p:nvSpPr>
          <p:spPr>
            <a:xfrm rot="2719156">
              <a:off x="2083934" y="4438239"/>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0" name="Freeform: Shape 1089">
            <a:extLst>
              <a:ext uri="{FF2B5EF4-FFF2-40B4-BE49-F238E27FC236}">
                <a16:creationId xmlns:a16="http://schemas.microsoft.com/office/drawing/2014/main" id="{1B31CBC0-22E2-4173-CE80-89871F38F3E6}"/>
              </a:ext>
            </a:extLst>
          </p:cNvPr>
          <p:cNvSpPr/>
          <p:nvPr/>
        </p:nvSpPr>
        <p:spPr>
          <a:xfrm flipH="1">
            <a:off x="6862132" y="4362610"/>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9" name="Group 18">
            <a:extLst>
              <a:ext uri="{FF2B5EF4-FFF2-40B4-BE49-F238E27FC236}">
                <a16:creationId xmlns:a16="http://schemas.microsoft.com/office/drawing/2014/main" id="{5CAE0EBC-8949-E251-C606-ADF0AE5EAB10}"/>
              </a:ext>
            </a:extLst>
          </p:cNvPr>
          <p:cNvGrpSpPr/>
          <p:nvPr/>
        </p:nvGrpSpPr>
        <p:grpSpPr>
          <a:xfrm>
            <a:off x="6956474" y="4379763"/>
            <a:ext cx="178065" cy="178065"/>
            <a:chOff x="6956474" y="4379763"/>
            <a:chExt cx="178065" cy="178065"/>
          </a:xfrm>
        </p:grpSpPr>
        <p:sp>
          <p:nvSpPr>
            <p:cNvPr id="1091" name="Flowchart: Summing Junction 1090">
              <a:extLst>
                <a:ext uri="{FF2B5EF4-FFF2-40B4-BE49-F238E27FC236}">
                  <a16:creationId xmlns:a16="http://schemas.microsoft.com/office/drawing/2014/main" id="{01E11C13-B865-1EBC-9ABC-5D09084162E1}"/>
                </a:ext>
              </a:extLst>
            </p:cNvPr>
            <p:cNvSpPr/>
            <p:nvPr/>
          </p:nvSpPr>
          <p:spPr>
            <a:xfrm flipH="1">
              <a:off x="6956474" y="4379763"/>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2" name="Flowchart: Summing Junction 1091">
              <a:extLst>
                <a:ext uri="{FF2B5EF4-FFF2-40B4-BE49-F238E27FC236}">
                  <a16:creationId xmlns:a16="http://schemas.microsoft.com/office/drawing/2014/main" id="{5DCF41FB-1200-9875-94CD-29A78140548D}"/>
                </a:ext>
              </a:extLst>
            </p:cNvPr>
            <p:cNvSpPr/>
            <p:nvPr/>
          </p:nvSpPr>
          <p:spPr>
            <a:xfrm rot="18880844" flipH="1">
              <a:off x="6956474" y="4379763"/>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3" name="Oval 52">
            <a:extLst>
              <a:ext uri="{FF2B5EF4-FFF2-40B4-BE49-F238E27FC236}">
                <a16:creationId xmlns:a16="http://schemas.microsoft.com/office/drawing/2014/main" id="{9C30F25D-1DA8-55BD-6015-9C86E73AE225}"/>
              </a:ext>
            </a:extLst>
          </p:cNvPr>
          <p:cNvSpPr/>
          <p:nvPr/>
        </p:nvSpPr>
        <p:spPr>
          <a:xfrm>
            <a:off x="6654448"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EB19E99F-13F6-EB0B-1862-E32EFA718CC2}"/>
              </a:ext>
            </a:extLst>
          </p:cNvPr>
          <p:cNvSpPr/>
          <p:nvPr/>
        </p:nvSpPr>
        <p:spPr>
          <a:xfrm>
            <a:off x="8144020"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Summing Junction 55">
            <a:extLst>
              <a:ext uri="{FF2B5EF4-FFF2-40B4-BE49-F238E27FC236}">
                <a16:creationId xmlns:a16="http://schemas.microsoft.com/office/drawing/2014/main" id="{F4455F81-382B-7724-40DC-BCA68C98C9C0}"/>
              </a:ext>
            </a:extLst>
          </p:cNvPr>
          <p:cNvSpPr/>
          <p:nvPr/>
        </p:nvSpPr>
        <p:spPr>
          <a:xfrm>
            <a:off x="6654807" y="4687505"/>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Summing Junction 56">
            <a:extLst>
              <a:ext uri="{FF2B5EF4-FFF2-40B4-BE49-F238E27FC236}">
                <a16:creationId xmlns:a16="http://schemas.microsoft.com/office/drawing/2014/main" id="{94B1D183-3557-357F-9E49-2891C4ACC1B9}"/>
              </a:ext>
            </a:extLst>
          </p:cNvPr>
          <p:cNvSpPr/>
          <p:nvPr/>
        </p:nvSpPr>
        <p:spPr>
          <a:xfrm>
            <a:off x="8146835" y="468269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8B72CED9-EDE1-C12A-2BE1-17AB8B467CAD}"/>
              </a:ext>
            </a:extLst>
          </p:cNvPr>
          <p:cNvSpPr/>
          <p:nvPr/>
        </p:nvSpPr>
        <p:spPr>
          <a:xfrm>
            <a:off x="3521934" y="4663797"/>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Summing Junction 71">
            <a:extLst>
              <a:ext uri="{FF2B5EF4-FFF2-40B4-BE49-F238E27FC236}">
                <a16:creationId xmlns:a16="http://schemas.microsoft.com/office/drawing/2014/main" id="{D8943BD1-AC48-CFFB-46E9-79925B328957}"/>
              </a:ext>
            </a:extLst>
          </p:cNvPr>
          <p:cNvSpPr/>
          <p:nvPr/>
        </p:nvSpPr>
        <p:spPr>
          <a:xfrm>
            <a:off x="3519892" y="4660228"/>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6E98FABE-B277-E84F-2D24-0AF416FBE3C0}"/>
              </a:ext>
            </a:extLst>
          </p:cNvPr>
          <p:cNvSpPr/>
          <p:nvPr/>
        </p:nvSpPr>
        <p:spPr>
          <a:xfrm>
            <a:off x="3363716" y="4659263"/>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Flowchart: Summing Junction 73">
            <a:extLst>
              <a:ext uri="{FF2B5EF4-FFF2-40B4-BE49-F238E27FC236}">
                <a16:creationId xmlns:a16="http://schemas.microsoft.com/office/drawing/2014/main" id="{3BB45D80-7A26-B5AF-FEA3-5A620E042ED7}"/>
              </a:ext>
            </a:extLst>
          </p:cNvPr>
          <p:cNvSpPr/>
          <p:nvPr/>
        </p:nvSpPr>
        <p:spPr>
          <a:xfrm>
            <a:off x="3362309" y="466340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093BD1D2-1E97-74E0-E966-D5FE5B6F4108}"/>
              </a:ext>
            </a:extLst>
          </p:cNvPr>
          <p:cNvSpPr/>
          <p:nvPr/>
        </p:nvSpPr>
        <p:spPr>
          <a:xfrm>
            <a:off x="2449375" y="468654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Flowchart: Summing Junction 76">
            <a:extLst>
              <a:ext uri="{FF2B5EF4-FFF2-40B4-BE49-F238E27FC236}">
                <a16:creationId xmlns:a16="http://schemas.microsoft.com/office/drawing/2014/main" id="{855E1DAB-8393-62CD-4CC5-AA9002570603}"/>
              </a:ext>
            </a:extLst>
          </p:cNvPr>
          <p:cNvSpPr/>
          <p:nvPr/>
        </p:nvSpPr>
        <p:spPr>
          <a:xfrm>
            <a:off x="2447333" y="4682971"/>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019D9AA3-461B-2576-935B-EE4A8340E770}"/>
              </a:ext>
            </a:extLst>
          </p:cNvPr>
          <p:cNvSpPr/>
          <p:nvPr/>
        </p:nvSpPr>
        <p:spPr>
          <a:xfrm>
            <a:off x="4438235" y="1879560"/>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5" name="Freeform: Shape 34">
            <a:extLst>
              <a:ext uri="{FF2B5EF4-FFF2-40B4-BE49-F238E27FC236}">
                <a16:creationId xmlns:a16="http://schemas.microsoft.com/office/drawing/2014/main" id="{099C4453-4906-E115-0070-A5CBDB889549}"/>
              </a:ext>
            </a:extLst>
          </p:cNvPr>
          <p:cNvSpPr/>
          <p:nvPr/>
        </p:nvSpPr>
        <p:spPr>
          <a:xfrm>
            <a:off x="4438959" y="1879185"/>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075" name="Freeform: Shape 1074">
            <a:extLst>
              <a:ext uri="{FF2B5EF4-FFF2-40B4-BE49-F238E27FC236}">
                <a16:creationId xmlns:a16="http://schemas.microsoft.com/office/drawing/2014/main" id="{A430D858-BC64-E218-23D0-2D953DDE843E}"/>
              </a:ext>
            </a:extLst>
          </p:cNvPr>
          <p:cNvSpPr/>
          <p:nvPr/>
        </p:nvSpPr>
        <p:spPr>
          <a:xfrm rot="16200000">
            <a:off x="4283711" y="328288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EB0AD8DB-A712-34FF-BC4B-93FB32D9D476}"/>
              </a:ext>
            </a:extLst>
          </p:cNvPr>
          <p:cNvGrpSpPr/>
          <p:nvPr/>
        </p:nvGrpSpPr>
        <p:grpSpPr>
          <a:xfrm>
            <a:off x="4332873" y="3345222"/>
            <a:ext cx="178065" cy="178065"/>
            <a:chOff x="4332873" y="3345222"/>
            <a:chExt cx="178065" cy="178065"/>
          </a:xfrm>
        </p:grpSpPr>
        <p:sp>
          <p:nvSpPr>
            <p:cNvPr id="1076" name="Flowchart: Summing Junction 1075">
              <a:extLst>
                <a:ext uri="{FF2B5EF4-FFF2-40B4-BE49-F238E27FC236}">
                  <a16:creationId xmlns:a16="http://schemas.microsoft.com/office/drawing/2014/main" id="{B705EB8B-0120-26C3-3FD5-A28E14D0BD5D}"/>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7" name="Flowchart: Summing Junction 1076">
              <a:extLst>
                <a:ext uri="{FF2B5EF4-FFF2-40B4-BE49-F238E27FC236}">
                  <a16:creationId xmlns:a16="http://schemas.microsoft.com/office/drawing/2014/main" id="{1A7913CD-8CB8-ADF2-D1A8-EDB0D56C039E}"/>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 name="Oval 2">
            <a:extLst>
              <a:ext uri="{FF2B5EF4-FFF2-40B4-BE49-F238E27FC236}">
                <a16:creationId xmlns:a16="http://schemas.microsoft.com/office/drawing/2014/main" id="{D35CEB9F-F7F9-C0A3-AB05-2E7AB8E2C9E5}"/>
              </a:ext>
            </a:extLst>
          </p:cNvPr>
          <p:cNvSpPr/>
          <p:nvPr/>
        </p:nvSpPr>
        <p:spPr>
          <a:xfrm>
            <a:off x="6052663" y="4682691"/>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Flowchart: Summing Junction 3">
            <a:extLst>
              <a:ext uri="{FF2B5EF4-FFF2-40B4-BE49-F238E27FC236}">
                <a16:creationId xmlns:a16="http://schemas.microsoft.com/office/drawing/2014/main" id="{183D1FBD-EE5E-2807-A180-70CC7194FE9A}"/>
              </a:ext>
            </a:extLst>
          </p:cNvPr>
          <p:cNvSpPr/>
          <p:nvPr/>
        </p:nvSpPr>
        <p:spPr>
          <a:xfrm>
            <a:off x="6050621" y="4679122"/>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7802E428-E54C-D45E-21EE-F7F17149ACE8}"/>
              </a:ext>
            </a:extLst>
          </p:cNvPr>
          <p:cNvCxnSpPr>
            <a:cxnSpLocks/>
          </p:cNvCxnSpPr>
          <p:nvPr/>
        </p:nvCxnSpPr>
        <p:spPr>
          <a:xfrm flipH="1" flipV="1">
            <a:off x="5653088" y="1921669"/>
            <a:ext cx="64470" cy="76"/>
          </a:xfrm>
          <a:prstGeom prst="line">
            <a:avLst/>
          </a:prstGeom>
          <a:ln w="41910">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Freeform: Shape 25">
            <a:extLst>
              <a:ext uri="{FF2B5EF4-FFF2-40B4-BE49-F238E27FC236}">
                <a16:creationId xmlns:a16="http://schemas.microsoft.com/office/drawing/2014/main" id="{499ECD4C-662C-D394-7DB5-692A07639B19}"/>
              </a:ext>
            </a:extLst>
          </p:cNvPr>
          <p:cNvSpPr/>
          <p:nvPr/>
        </p:nvSpPr>
        <p:spPr>
          <a:xfrm flipH="1">
            <a:off x="5955067" y="21054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B1924A08-509F-78E1-D073-FA6D9C7741AB}"/>
              </a:ext>
            </a:extLst>
          </p:cNvPr>
          <p:cNvCxnSpPr/>
          <p:nvPr/>
        </p:nvCxnSpPr>
        <p:spPr>
          <a:xfrm>
            <a:off x="3988845" y="4075971"/>
            <a:ext cx="0" cy="86884"/>
          </a:xfrm>
          <a:prstGeom prst="line">
            <a:avLst/>
          </a:prstGeom>
          <a:ln w="28575"/>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745CE64E-72BF-12EA-4370-E1EEAF863884}"/>
              </a:ext>
            </a:extLst>
          </p:cNvPr>
          <p:cNvCxnSpPr/>
          <p:nvPr/>
        </p:nvCxnSpPr>
        <p:spPr>
          <a:xfrm>
            <a:off x="3905501" y="4075971"/>
            <a:ext cx="0" cy="86884"/>
          </a:xfrm>
          <a:prstGeom prst="line">
            <a:avLst/>
          </a:prstGeom>
          <a:ln w="28575"/>
        </p:spPr>
        <p:style>
          <a:lnRef idx="2">
            <a:schemeClr val="dk1"/>
          </a:lnRef>
          <a:fillRef idx="0">
            <a:schemeClr val="dk1"/>
          </a:fillRef>
          <a:effectRef idx="1">
            <a:schemeClr val="dk1"/>
          </a:effectRef>
          <a:fontRef idx="minor">
            <a:schemeClr val="tx1"/>
          </a:fontRef>
        </p:style>
      </p:cxnSp>
      <p:sp>
        <p:nvSpPr>
          <p:cNvPr id="34" name="Freeform: Shape 33">
            <a:extLst>
              <a:ext uri="{FF2B5EF4-FFF2-40B4-BE49-F238E27FC236}">
                <a16:creationId xmlns:a16="http://schemas.microsoft.com/office/drawing/2014/main" id="{C9C0C465-6BC7-3A24-785F-9F3087238878}"/>
              </a:ext>
            </a:extLst>
          </p:cNvPr>
          <p:cNvSpPr/>
          <p:nvPr/>
        </p:nvSpPr>
        <p:spPr>
          <a:xfrm flipH="1">
            <a:off x="5300922" y="2060996"/>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Freeform: Shape 36">
            <a:extLst>
              <a:ext uri="{FF2B5EF4-FFF2-40B4-BE49-F238E27FC236}">
                <a16:creationId xmlns:a16="http://schemas.microsoft.com/office/drawing/2014/main" id="{F9CE40B4-79FF-0C7B-0BEA-9C25CDDA91FE}"/>
              </a:ext>
            </a:extLst>
          </p:cNvPr>
          <p:cNvSpPr/>
          <p:nvPr/>
        </p:nvSpPr>
        <p:spPr>
          <a:xfrm>
            <a:off x="4667596" y="2210685"/>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2" name="Group 51">
            <a:extLst>
              <a:ext uri="{FF2B5EF4-FFF2-40B4-BE49-F238E27FC236}">
                <a16:creationId xmlns:a16="http://schemas.microsoft.com/office/drawing/2014/main" id="{A2196B68-E509-B93F-09BE-DBE5DA6CAA10}"/>
              </a:ext>
            </a:extLst>
          </p:cNvPr>
          <p:cNvGrpSpPr/>
          <p:nvPr/>
        </p:nvGrpSpPr>
        <p:grpSpPr>
          <a:xfrm>
            <a:off x="2295823" y="5101986"/>
            <a:ext cx="6718724" cy="436660"/>
            <a:chOff x="2295823" y="5101986"/>
            <a:chExt cx="6718724" cy="436660"/>
          </a:xfrm>
        </p:grpSpPr>
        <p:pic>
          <p:nvPicPr>
            <p:cNvPr id="1026" name="Picture 2" descr="Heat Arrows Icons - Free SVG &amp; PNG Heat Arrows Images - Noun Project">
              <a:extLst>
                <a:ext uri="{FF2B5EF4-FFF2-40B4-BE49-F238E27FC236}">
                  <a16:creationId xmlns:a16="http://schemas.microsoft.com/office/drawing/2014/main" id="{6DB4D31F-C000-C9E5-AB57-49406292272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2295823" y="5103974"/>
              <a:ext cx="433392" cy="43339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Heat Arrows Icons - Free SVG &amp; PNG Heat Arrows Images - Noun Project">
              <a:extLst>
                <a:ext uri="{FF2B5EF4-FFF2-40B4-BE49-F238E27FC236}">
                  <a16:creationId xmlns:a16="http://schemas.microsoft.com/office/drawing/2014/main" id="{1F4671E0-FB10-331D-3006-07181AA3BF0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3093074" y="5103974"/>
              <a:ext cx="433392" cy="43339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Heat Arrows Icons - Free SVG &amp; PNG Heat Arrows Images - Noun Project">
              <a:extLst>
                <a:ext uri="{FF2B5EF4-FFF2-40B4-BE49-F238E27FC236}">
                  <a16:creationId xmlns:a16="http://schemas.microsoft.com/office/drawing/2014/main" id="{FFA9B046-6679-F047-9119-158504560F6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4318449" y="5105254"/>
              <a:ext cx="433392" cy="43339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Heat Arrows Icons - Free SVG &amp; PNG Heat Arrows Images - Noun Project">
              <a:extLst>
                <a:ext uri="{FF2B5EF4-FFF2-40B4-BE49-F238E27FC236}">
                  <a16:creationId xmlns:a16="http://schemas.microsoft.com/office/drawing/2014/main" id="{19473D63-881D-8CC3-DC70-68FD8BB883A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5115700" y="5105254"/>
              <a:ext cx="433392" cy="43339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Heat Arrows Icons - Free SVG &amp; PNG Heat Arrows Images - Noun Project">
              <a:extLst>
                <a:ext uri="{FF2B5EF4-FFF2-40B4-BE49-F238E27FC236}">
                  <a16:creationId xmlns:a16="http://schemas.microsoft.com/office/drawing/2014/main" id="{698FAA89-80DD-3BBA-3582-6E3D73564C2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6605567" y="5101986"/>
              <a:ext cx="433392" cy="43339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Heat Arrows Icons - Free SVG &amp; PNG Heat Arrows Images - Noun Project">
              <a:extLst>
                <a:ext uri="{FF2B5EF4-FFF2-40B4-BE49-F238E27FC236}">
                  <a16:creationId xmlns:a16="http://schemas.microsoft.com/office/drawing/2014/main" id="{B9ED1E85-AA40-D6E0-B493-B5C91636AD4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7783904" y="5103977"/>
              <a:ext cx="433392" cy="43339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Heat Arrows Icons - Free SVG &amp; PNG Heat Arrows Images - Noun Project">
              <a:extLst>
                <a:ext uri="{FF2B5EF4-FFF2-40B4-BE49-F238E27FC236}">
                  <a16:creationId xmlns:a16="http://schemas.microsoft.com/office/drawing/2014/main" id="{8EA6EB59-52D3-FCA1-397D-B58EA51DA3A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8581155" y="5103977"/>
              <a:ext cx="433392" cy="4333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49483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mph" presetSubtype="2" fill="hold" nodeType="withEffect">
                                  <p:stCondLst>
                                    <p:cond delay="0"/>
                                  </p:stCondLst>
                                  <p:childTnLst>
                                    <p:animClr clrSpc="rgb" dir="cw">
                                      <p:cBhvr>
                                        <p:cTn id="6" dur="1000" fill="hold"/>
                                        <p:tgtEl>
                                          <p:spTgt spid="57"/>
                                        </p:tgtEl>
                                        <p:attrNameLst>
                                          <p:attrName>stroke.color</p:attrName>
                                        </p:attrNameLst>
                                      </p:cBhvr>
                                      <p:to>
                                        <a:srgbClr val="FF0000"/>
                                      </p:to>
                                    </p:animClr>
                                    <p:set>
                                      <p:cBhvr>
                                        <p:cTn id="7" dur="1000" fill="hold"/>
                                        <p:tgtEl>
                                          <p:spTgt spid="57"/>
                                        </p:tgtEl>
                                        <p:attrNameLst>
                                          <p:attrName>stroke.on</p:attrName>
                                        </p:attrNameLst>
                                      </p:cBhvr>
                                      <p:to>
                                        <p:strVal val="true"/>
                                      </p:to>
                                    </p:set>
                                  </p:childTnLst>
                                </p:cTn>
                              </p:par>
                              <p:par>
                                <p:cTn id="8" presetID="7" presetClass="emph" presetSubtype="2" fill="hold" nodeType="withEffect">
                                  <p:stCondLst>
                                    <p:cond delay="0"/>
                                  </p:stCondLst>
                                  <p:childTnLst>
                                    <p:animClr clrSpc="rgb" dir="cw">
                                      <p:cBhvr>
                                        <p:cTn id="9" dur="1000" fill="hold"/>
                                        <p:tgtEl>
                                          <p:spTgt spid="56"/>
                                        </p:tgtEl>
                                        <p:attrNameLst>
                                          <p:attrName>stroke.color</p:attrName>
                                        </p:attrNameLst>
                                      </p:cBhvr>
                                      <p:to>
                                        <a:srgbClr val="FF0000"/>
                                      </p:to>
                                    </p:animClr>
                                    <p:set>
                                      <p:cBhvr>
                                        <p:cTn id="10" dur="1000" fill="hold"/>
                                        <p:tgtEl>
                                          <p:spTgt spid="56"/>
                                        </p:tgtEl>
                                        <p:attrNameLst>
                                          <p:attrName>stroke.on</p:attrName>
                                        </p:attrNameLst>
                                      </p:cBhvr>
                                      <p:to>
                                        <p:strVal val="true"/>
                                      </p:to>
                                    </p:set>
                                  </p:childTnLst>
                                </p:cTn>
                              </p:par>
                              <p:par>
                                <p:cTn id="11" presetID="7" presetClass="emph" presetSubtype="2" fill="hold" nodeType="withEffect">
                                  <p:stCondLst>
                                    <p:cond delay="0"/>
                                  </p:stCondLst>
                                  <p:childTnLst>
                                    <p:animClr clrSpc="rgb" dir="cw">
                                      <p:cBhvr>
                                        <p:cTn id="12" dur="1000" fill="hold"/>
                                        <p:tgtEl>
                                          <p:spTgt spid="4"/>
                                        </p:tgtEl>
                                        <p:attrNameLst>
                                          <p:attrName>stroke.color</p:attrName>
                                        </p:attrNameLst>
                                      </p:cBhvr>
                                      <p:to>
                                        <a:srgbClr val="FF0000"/>
                                      </p:to>
                                    </p:animClr>
                                    <p:set>
                                      <p:cBhvr>
                                        <p:cTn id="13" dur="1000" fill="hold"/>
                                        <p:tgtEl>
                                          <p:spTgt spid="4"/>
                                        </p:tgtEl>
                                        <p:attrNameLst>
                                          <p:attrName>stroke.on</p:attrName>
                                        </p:attrNameLst>
                                      </p:cBhvr>
                                      <p:to>
                                        <p:strVal val="true"/>
                                      </p:to>
                                    </p:set>
                                  </p:childTnLst>
                                </p:cTn>
                              </p:par>
                              <p:par>
                                <p:cTn id="14" presetID="7" presetClass="emph" presetSubtype="2" fill="hold" nodeType="withEffect">
                                  <p:stCondLst>
                                    <p:cond delay="0"/>
                                  </p:stCondLst>
                                  <p:childTnLst>
                                    <p:animClr clrSpc="rgb" dir="cw">
                                      <p:cBhvr>
                                        <p:cTn id="15" dur="1000" fill="hold"/>
                                        <p:tgtEl>
                                          <p:spTgt spid="72"/>
                                        </p:tgtEl>
                                        <p:attrNameLst>
                                          <p:attrName>stroke.color</p:attrName>
                                        </p:attrNameLst>
                                      </p:cBhvr>
                                      <p:to>
                                        <a:srgbClr val="FF0000"/>
                                      </p:to>
                                    </p:animClr>
                                    <p:set>
                                      <p:cBhvr>
                                        <p:cTn id="16" dur="1000" fill="hold"/>
                                        <p:tgtEl>
                                          <p:spTgt spid="72"/>
                                        </p:tgtEl>
                                        <p:attrNameLst>
                                          <p:attrName>stroke.on</p:attrName>
                                        </p:attrNameLst>
                                      </p:cBhvr>
                                      <p:to>
                                        <p:strVal val="true"/>
                                      </p:to>
                                    </p:set>
                                  </p:childTnLst>
                                </p:cTn>
                              </p:par>
                              <p:par>
                                <p:cTn id="17" presetID="7" presetClass="emph" presetSubtype="2" fill="hold" nodeType="withEffect">
                                  <p:stCondLst>
                                    <p:cond delay="0"/>
                                  </p:stCondLst>
                                  <p:childTnLst>
                                    <p:animClr clrSpc="rgb" dir="cw">
                                      <p:cBhvr>
                                        <p:cTn id="18" dur="1000" fill="hold"/>
                                        <p:tgtEl>
                                          <p:spTgt spid="77"/>
                                        </p:tgtEl>
                                        <p:attrNameLst>
                                          <p:attrName>stroke.color</p:attrName>
                                        </p:attrNameLst>
                                      </p:cBhvr>
                                      <p:to>
                                        <a:srgbClr val="FF0000"/>
                                      </p:to>
                                    </p:animClr>
                                    <p:set>
                                      <p:cBhvr>
                                        <p:cTn id="19" dur="1000" fill="hold"/>
                                        <p:tgtEl>
                                          <p:spTgt spid="77"/>
                                        </p:tgtEl>
                                        <p:attrNameLst>
                                          <p:attrName>stroke.on</p:attrName>
                                        </p:attrNameLst>
                                      </p:cBhvr>
                                      <p:to>
                                        <p:strVal val="true"/>
                                      </p:to>
                                    </p:set>
                                  </p:childTnLst>
                                </p:cTn>
                              </p:par>
                              <p:par>
                                <p:cTn id="20" presetID="7" presetClass="emph" presetSubtype="2" fill="hold" nodeType="withEffect">
                                  <p:stCondLst>
                                    <p:cond delay="0"/>
                                  </p:stCondLst>
                                  <p:childTnLst>
                                    <p:animClr clrSpc="rgb" dir="cw">
                                      <p:cBhvr>
                                        <p:cTn id="21" dur="1000" fill="hold"/>
                                        <p:tgtEl>
                                          <p:spTgt spid="74"/>
                                        </p:tgtEl>
                                        <p:attrNameLst>
                                          <p:attrName>stroke.color</p:attrName>
                                        </p:attrNameLst>
                                      </p:cBhvr>
                                      <p:to>
                                        <a:srgbClr val="FF0000"/>
                                      </p:to>
                                    </p:animClr>
                                    <p:set>
                                      <p:cBhvr>
                                        <p:cTn id="22" dur="1000" fill="hold"/>
                                        <p:tgtEl>
                                          <p:spTgt spid="74"/>
                                        </p:tgtEl>
                                        <p:attrNameLst>
                                          <p:attrName>stroke.on</p:attrName>
                                        </p:attrNameLst>
                                      </p:cBhvr>
                                      <p:to>
                                        <p:strVal val="true"/>
                                      </p:to>
                                    </p:set>
                                  </p:childTnLst>
                                </p:cTn>
                              </p:par>
                            </p:childTnLst>
                          </p:cTn>
                        </p:par>
                        <p:par>
                          <p:cTn id="23" fill="hold">
                            <p:stCondLst>
                              <p:cond delay="1000"/>
                            </p:stCondLst>
                            <p:childTnLst>
                              <p:par>
                                <p:cTn id="24" presetID="10" presetClass="exit" presetSubtype="0" fill="hold" grpId="0" nodeType="afterEffect">
                                  <p:stCondLst>
                                    <p:cond delay="0"/>
                                  </p:stCondLst>
                                  <p:childTnLst>
                                    <p:animEffect transition="out" filter="fade">
                                      <p:cBhvr>
                                        <p:cTn id="25" dur="1000"/>
                                        <p:tgtEl>
                                          <p:spTgt spid="57"/>
                                        </p:tgtEl>
                                      </p:cBhvr>
                                    </p:animEffect>
                                    <p:set>
                                      <p:cBhvr>
                                        <p:cTn id="26" dur="1" fill="hold">
                                          <p:stCondLst>
                                            <p:cond delay="999"/>
                                          </p:stCondLst>
                                        </p:cTn>
                                        <p:tgtEl>
                                          <p:spTgt spid="57"/>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1000"/>
                                        <p:tgtEl>
                                          <p:spTgt spid="56"/>
                                        </p:tgtEl>
                                      </p:cBhvr>
                                    </p:animEffect>
                                    <p:set>
                                      <p:cBhvr>
                                        <p:cTn id="29" dur="1" fill="hold">
                                          <p:stCondLst>
                                            <p:cond delay="999"/>
                                          </p:stCondLst>
                                        </p:cTn>
                                        <p:tgtEl>
                                          <p:spTgt spid="56"/>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1000"/>
                                        <p:tgtEl>
                                          <p:spTgt spid="4"/>
                                        </p:tgtEl>
                                      </p:cBhvr>
                                    </p:animEffect>
                                    <p:set>
                                      <p:cBhvr>
                                        <p:cTn id="32" dur="1" fill="hold">
                                          <p:stCondLst>
                                            <p:cond delay="999"/>
                                          </p:stCondLst>
                                        </p:cTn>
                                        <p:tgtEl>
                                          <p:spTgt spid="4"/>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1000"/>
                                        <p:tgtEl>
                                          <p:spTgt spid="72"/>
                                        </p:tgtEl>
                                      </p:cBhvr>
                                    </p:animEffect>
                                    <p:set>
                                      <p:cBhvr>
                                        <p:cTn id="35" dur="1" fill="hold">
                                          <p:stCondLst>
                                            <p:cond delay="999"/>
                                          </p:stCondLst>
                                        </p:cTn>
                                        <p:tgtEl>
                                          <p:spTgt spid="72"/>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1000"/>
                                        <p:tgtEl>
                                          <p:spTgt spid="77"/>
                                        </p:tgtEl>
                                      </p:cBhvr>
                                    </p:animEffect>
                                    <p:set>
                                      <p:cBhvr>
                                        <p:cTn id="38" dur="1" fill="hold">
                                          <p:stCondLst>
                                            <p:cond delay="999"/>
                                          </p:stCondLst>
                                        </p:cTn>
                                        <p:tgtEl>
                                          <p:spTgt spid="77"/>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1000"/>
                                        <p:tgtEl>
                                          <p:spTgt spid="74"/>
                                        </p:tgtEl>
                                      </p:cBhvr>
                                    </p:animEffect>
                                    <p:set>
                                      <p:cBhvr>
                                        <p:cTn id="41" dur="1" fill="hold">
                                          <p:stCondLst>
                                            <p:cond delay="999"/>
                                          </p:stCondLst>
                                        </p:cTn>
                                        <p:tgtEl>
                                          <p:spTgt spid="74"/>
                                        </p:tgtEl>
                                        <p:attrNameLst>
                                          <p:attrName>style.visibility</p:attrName>
                                        </p:attrNameLst>
                                      </p:cBhvr>
                                      <p:to>
                                        <p:strVal val="hidden"/>
                                      </p:to>
                                    </p:set>
                                  </p:childTnLst>
                                </p:cTn>
                              </p:par>
                            </p:childTnLst>
                          </p:cTn>
                        </p:par>
                        <p:par>
                          <p:cTn id="42" fill="hold">
                            <p:stCondLst>
                              <p:cond delay="2000"/>
                            </p:stCondLst>
                            <p:childTnLst>
                              <p:par>
                                <p:cTn id="43" presetID="22" presetClass="entr" presetSubtype="1"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up)">
                                      <p:cBhvr>
                                        <p:cTn id="45" dur="3500"/>
                                        <p:tgtEl>
                                          <p:spTgt spid="38"/>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wipe(up)">
                                      <p:cBhvr>
                                        <p:cTn id="48" dur="3500"/>
                                        <p:tgtEl>
                                          <p:spTgt spid="35"/>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wipe(up)">
                                      <p:cBhvr>
                                        <p:cTn id="51" dur="3500"/>
                                        <p:tgtEl>
                                          <p:spTgt spid="37"/>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wipe(up)">
                                      <p:cBhvr>
                                        <p:cTn id="54" dur="3500"/>
                                        <p:tgtEl>
                                          <p:spTgt spid="36"/>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wipe(up)">
                                      <p:cBhvr>
                                        <p:cTn id="57" dur="3500"/>
                                        <p:tgtEl>
                                          <p:spTgt spid="34"/>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up)">
                                      <p:cBhvr>
                                        <p:cTn id="60" dur="3500"/>
                                        <p:tgtEl>
                                          <p:spTgt spid="31"/>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up)">
                                      <p:cBhvr>
                                        <p:cTn id="63" dur="3500"/>
                                        <p:tgtEl>
                                          <p:spTgt spid="26"/>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up)">
                                      <p:cBhvr>
                                        <p:cTn id="66" dur="3500"/>
                                        <p:tgtEl>
                                          <p:spTgt spid="25"/>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ipe(up)">
                                      <p:cBhvr>
                                        <p:cTn id="69" dur="3500"/>
                                        <p:tgtEl>
                                          <p:spTgt spid="15"/>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up)">
                                      <p:cBhvr>
                                        <p:cTn id="72" dur="3500"/>
                                        <p:tgtEl>
                                          <p:spTgt spid="23"/>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down)">
                                      <p:cBhvr>
                                        <p:cTn id="75" dur="3500"/>
                                        <p:tgtEl>
                                          <p:spTgt spid="9"/>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wipe(down)">
                                      <p:cBhvr>
                                        <p:cTn id="78" dur="3500"/>
                                        <p:tgtEl>
                                          <p:spTgt spid="8"/>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wipe(down)">
                                      <p:cBhvr>
                                        <p:cTn id="81" dur="3500"/>
                                        <p:tgtEl>
                                          <p:spTgt spid="7"/>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6"/>
                                        </p:tgtEl>
                                        <p:attrNameLst>
                                          <p:attrName>style.visibility</p:attrName>
                                        </p:attrNameLst>
                                      </p:cBhvr>
                                      <p:to>
                                        <p:strVal val="visible"/>
                                      </p:to>
                                    </p:set>
                                    <p:animEffect transition="in" filter="wipe(down)">
                                      <p:cBhvr>
                                        <p:cTn id="84" dur="3500"/>
                                        <p:tgtEl>
                                          <p:spTgt spid="6"/>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wipe(down)">
                                      <p:cBhvr>
                                        <p:cTn id="87" dur="3500"/>
                                        <p:tgtEl>
                                          <p:spTgt spid="5"/>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10"/>
                                        </p:tgtEl>
                                        <p:attrNameLst>
                                          <p:attrName>style.visibility</p:attrName>
                                        </p:attrNameLst>
                                      </p:cBhvr>
                                      <p:to>
                                        <p:strVal val="visible"/>
                                      </p:to>
                                    </p:set>
                                    <p:animEffect transition="in" filter="wipe(down)">
                                      <p:cBhvr>
                                        <p:cTn id="90" dur="3500"/>
                                        <p:tgtEl>
                                          <p:spTgt spid="10"/>
                                        </p:tgtEl>
                                      </p:cBhvr>
                                    </p:animEffect>
                                  </p:childTnLst>
                                </p:cTn>
                              </p:par>
                            </p:childTnLst>
                          </p:cTn>
                        </p:par>
                        <p:par>
                          <p:cTn id="91" fill="hold">
                            <p:stCondLst>
                              <p:cond delay="5500"/>
                            </p:stCondLst>
                            <p:childTnLst>
                              <p:par>
                                <p:cTn id="92" presetID="22" presetClass="entr" presetSubtype="1" repeatCount="indefinite" fill="hold" nodeType="after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wipe(up)">
                                      <p:cBhvr>
                                        <p:cTn id="94"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8" grpId="0" animBg="1"/>
      <p:bldP spid="36" grpId="0" animBg="1"/>
      <p:bldP spid="31" grpId="0" animBg="1"/>
      <p:bldP spid="5" grpId="0" animBg="1"/>
      <p:bldP spid="6" grpId="0" animBg="1"/>
      <p:bldP spid="7" grpId="0" animBg="1"/>
      <p:bldP spid="8" grpId="0" animBg="1"/>
      <p:bldP spid="9" grpId="0" animBg="1"/>
      <p:bldP spid="10" grpId="0" animBg="1"/>
      <p:bldP spid="25" grpId="0" animBg="1"/>
      <p:bldP spid="23" grpId="0" animBg="1"/>
      <p:bldP spid="56" grpId="0" animBg="1"/>
      <p:bldP spid="57" grpId="0" animBg="1"/>
      <p:bldP spid="72" grpId="0" animBg="1"/>
      <p:bldP spid="74" grpId="0" animBg="1"/>
      <p:bldP spid="77" grpId="0" animBg="1"/>
      <p:bldP spid="35" grpId="0" animBg="1"/>
      <p:bldP spid="4" grpId="0" animBg="1"/>
      <p:bldP spid="26" grpId="0" animBg="1"/>
      <p:bldP spid="34"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EE417-995D-655D-955E-F1765B8440E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8C7C233-2FE2-5929-6E36-1A613C24D97F}"/>
              </a:ext>
            </a:extLst>
          </p:cNvPr>
          <p:cNvSpPr/>
          <p:nvPr/>
        </p:nvSpPr>
        <p:spPr>
          <a:xfrm>
            <a:off x="1897380" y="954701"/>
            <a:ext cx="7632700" cy="4348819"/>
          </a:xfrm>
          <a:prstGeom prst="rect">
            <a:avLst/>
          </a:prstGeom>
          <a:solidFill>
            <a:schemeClr val="bg1">
              <a:lumMod val="85000"/>
            </a:schemeClr>
          </a:solidFill>
          <a:ln w="101600" cmpd="tri">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BCC1332-2877-FCE5-3B48-47EDAED80117}"/>
              </a:ext>
            </a:extLst>
          </p:cNvPr>
          <p:cNvSpPr/>
          <p:nvPr/>
        </p:nvSpPr>
        <p:spPr>
          <a:xfrm>
            <a:off x="3726043" y="1038733"/>
            <a:ext cx="5734050" cy="4182766"/>
          </a:xfrm>
          <a:prstGeom prst="rect">
            <a:avLst/>
          </a:prstGeom>
          <a:solidFill>
            <a:schemeClr val="tx2">
              <a:lumMod val="10000"/>
              <a:lumOff val="90000"/>
            </a:schemeClr>
          </a:solidFill>
          <a:ln w="76200" cmpd="sng">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Oval 1">
            <a:extLst>
              <a:ext uri="{FF2B5EF4-FFF2-40B4-BE49-F238E27FC236}">
                <a16:creationId xmlns:a16="http://schemas.microsoft.com/office/drawing/2014/main" id="{D7370DA8-A979-93DF-27A5-EFAE3306C611}"/>
              </a:ext>
            </a:extLst>
          </p:cNvPr>
          <p:cNvSpPr/>
          <p:nvPr/>
        </p:nvSpPr>
        <p:spPr>
          <a:xfrm>
            <a:off x="4593803" y="2201917"/>
            <a:ext cx="2365309" cy="2099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5FD12EAB-7FD5-A75D-A7A4-AC1B7DE6395F}"/>
              </a:ext>
            </a:extLst>
          </p:cNvPr>
          <p:cNvSpPr/>
          <p:nvPr/>
        </p:nvSpPr>
        <p:spPr>
          <a:xfrm>
            <a:off x="4667596" y="2209612"/>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2B4562B6-76EC-A657-F6FA-511BFA2BDB8D}"/>
              </a:ext>
            </a:extLst>
          </p:cNvPr>
          <p:cNvSpPr/>
          <p:nvPr/>
        </p:nvSpPr>
        <p:spPr>
          <a:xfrm flipH="1">
            <a:off x="5301646" y="2052672"/>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Free-form: Shape 139">
            <a:extLst>
              <a:ext uri="{FF2B5EF4-FFF2-40B4-BE49-F238E27FC236}">
                <a16:creationId xmlns:a16="http://schemas.microsoft.com/office/drawing/2014/main" id="{882719F7-2043-771E-4EEF-DE963FDD658D}"/>
              </a:ext>
            </a:extLst>
          </p:cNvPr>
          <p:cNvSpPr/>
          <p:nvPr/>
        </p:nvSpPr>
        <p:spPr>
          <a:xfrm rot="5400000">
            <a:off x="5281573" y="2921187"/>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2">
            <a:extLst>
              <a:ext uri="{FF2B5EF4-FFF2-40B4-BE49-F238E27FC236}">
                <a16:creationId xmlns:a16="http://schemas.microsoft.com/office/drawing/2014/main" id="{88F75AE1-0200-16A7-1615-16B33047A96C}"/>
              </a:ext>
            </a:extLst>
          </p:cNvPr>
          <p:cNvSpPr/>
          <p:nvPr/>
        </p:nvSpPr>
        <p:spPr>
          <a:xfrm flipH="1">
            <a:off x="5953747" y="21035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36B426B1-C12A-E6B8-9E49-152AD889E315}"/>
              </a:ext>
            </a:extLst>
          </p:cNvPr>
          <p:cNvSpPr/>
          <p:nvPr/>
        </p:nvSpPr>
        <p:spPr>
          <a:xfrm flipH="1">
            <a:off x="7313876" y="1729995"/>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gradFill>
            <a:gsLst>
              <a:gs pos="20000">
                <a:srgbClr val="FF0800"/>
              </a:gs>
              <a:gs pos="0">
                <a:srgbClr val="FF0000"/>
              </a:gs>
              <a:gs pos="90000">
                <a:srgbClr val="FFFF00"/>
              </a:gs>
              <a:gs pos="50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07EEC46B-A215-319D-EC30-31C93D832FA5}"/>
              </a:ext>
            </a:extLst>
          </p:cNvPr>
          <p:cNvSpPr/>
          <p:nvPr/>
        </p:nvSpPr>
        <p:spPr>
          <a:xfrm>
            <a:off x="8369037" y="2229787"/>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gradFill>
            <a:gsLst>
              <a:gs pos="0">
                <a:srgbClr val="FF0000"/>
              </a:gs>
              <a:gs pos="50000">
                <a:srgbClr val="FFC000"/>
              </a:gs>
              <a:gs pos="10000">
                <a:srgbClr val="FF0000"/>
              </a:gs>
              <a:gs pos="90000">
                <a:srgbClr val="FFFF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Freeform: Shape 62">
            <a:extLst>
              <a:ext uri="{FF2B5EF4-FFF2-40B4-BE49-F238E27FC236}">
                <a16:creationId xmlns:a16="http://schemas.microsoft.com/office/drawing/2014/main" id="{0F691F6B-699E-4001-ADD7-93F621468CB1}"/>
              </a:ext>
            </a:extLst>
          </p:cNvPr>
          <p:cNvSpPr/>
          <p:nvPr/>
        </p:nvSpPr>
        <p:spPr>
          <a:xfrm>
            <a:off x="-326354" y="1729309"/>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gradFill>
            <a:gsLst>
              <a:gs pos="0">
                <a:schemeClr val="accent4">
                  <a:lumMod val="40000"/>
                  <a:lumOff val="60000"/>
                </a:schemeClr>
              </a:gs>
              <a:gs pos="100000">
                <a:schemeClr val="accent4">
                  <a:lumMod val="50000"/>
                </a:schemeClr>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1" name="Free-form: Shape 140">
            <a:extLst>
              <a:ext uri="{FF2B5EF4-FFF2-40B4-BE49-F238E27FC236}">
                <a16:creationId xmlns:a16="http://schemas.microsoft.com/office/drawing/2014/main" id="{6E4113D8-736E-FA75-4841-CDE8551E4DB0}"/>
              </a:ext>
            </a:extLst>
          </p:cNvPr>
          <p:cNvSpPr/>
          <p:nvPr/>
        </p:nvSpPr>
        <p:spPr>
          <a:xfrm>
            <a:off x="2519361" y="2083432"/>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63" name="Arrow: Right 1162">
            <a:extLst>
              <a:ext uri="{FF2B5EF4-FFF2-40B4-BE49-F238E27FC236}">
                <a16:creationId xmlns:a16="http://schemas.microsoft.com/office/drawing/2014/main" id="{1C30AE9E-4851-B3F2-A276-624820CC7B0E}"/>
              </a:ext>
            </a:extLst>
          </p:cNvPr>
          <p:cNvSpPr/>
          <p:nvPr/>
        </p:nvSpPr>
        <p:spPr>
          <a:xfrm rot="10800000" flipH="1">
            <a:off x="3957806" y="4220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Shape 29">
            <a:extLst>
              <a:ext uri="{FF2B5EF4-FFF2-40B4-BE49-F238E27FC236}">
                <a16:creationId xmlns:a16="http://schemas.microsoft.com/office/drawing/2014/main" id="{794F080F-CBD9-0257-0A6E-2C22006D98C4}"/>
              </a:ext>
            </a:extLst>
          </p:cNvPr>
          <p:cNvSpPr/>
          <p:nvPr/>
        </p:nvSpPr>
        <p:spPr>
          <a:xfrm>
            <a:off x="2557460" y="1884112"/>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cxnSp>
        <p:nvCxnSpPr>
          <p:cNvPr id="79" name="Straight Connector 78">
            <a:extLst>
              <a:ext uri="{FF2B5EF4-FFF2-40B4-BE49-F238E27FC236}">
                <a16:creationId xmlns:a16="http://schemas.microsoft.com/office/drawing/2014/main" id="{25631A03-5CA9-750E-E090-89AC134F6339}"/>
              </a:ext>
            </a:extLst>
          </p:cNvPr>
          <p:cNvCxnSpPr/>
          <p:nvPr/>
        </p:nvCxnSpPr>
        <p:spPr>
          <a:xfrm>
            <a:off x="3905501" y="4075971"/>
            <a:ext cx="0" cy="86884"/>
          </a:xfrm>
          <a:prstGeom prst="line">
            <a:avLst/>
          </a:prstGeom>
          <a:ln w="28575"/>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EC190F15-B92B-8523-B9DC-CDFB22B6BFA8}"/>
              </a:ext>
            </a:extLst>
          </p:cNvPr>
          <p:cNvCxnSpPr/>
          <p:nvPr/>
        </p:nvCxnSpPr>
        <p:spPr>
          <a:xfrm>
            <a:off x="3988845" y="4075971"/>
            <a:ext cx="0" cy="86884"/>
          </a:xfrm>
          <a:prstGeom prst="line">
            <a:avLst/>
          </a:prstGeom>
          <a:ln w="28575"/>
        </p:spPr>
        <p:style>
          <a:lnRef idx="2">
            <a:schemeClr val="dk1"/>
          </a:lnRef>
          <a:fillRef idx="0">
            <a:schemeClr val="dk1"/>
          </a:fillRef>
          <a:effectRef idx="1">
            <a:schemeClr val="dk1"/>
          </a:effectRef>
          <a:fontRef idx="minor">
            <a:schemeClr val="tx1"/>
          </a:fontRef>
        </p:style>
      </p:cxnSp>
      <p:sp>
        <p:nvSpPr>
          <p:cNvPr id="143" name="Freeform: Shape 63">
            <a:extLst>
              <a:ext uri="{FF2B5EF4-FFF2-40B4-BE49-F238E27FC236}">
                <a16:creationId xmlns:a16="http://schemas.microsoft.com/office/drawing/2014/main" id="{FB15417C-6825-4D19-0CE0-E34024453997}"/>
              </a:ext>
            </a:extLst>
          </p:cNvPr>
          <p:cNvSpPr/>
          <p:nvPr/>
        </p:nvSpPr>
        <p:spPr>
          <a:xfrm>
            <a:off x="2174831" y="4704242"/>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9" name="Free-form: Shape 138">
            <a:extLst>
              <a:ext uri="{FF2B5EF4-FFF2-40B4-BE49-F238E27FC236}">
                <a16:creationId xmlns:a16="http://schemas.microsoft.com/office/drawing/2014/main" id="{AC02F60A-F583-10B1-596D-CD4587C3BCD2}"/>
              </a:ext>
            </a:extLst>
          </p:cNvPr>
          <p:cNvSpPr/>
          <p:nvPr/>
        </p:nvSpPr>
        <p:spPr>
          <a:xfrm>
            <a:off x="5873771" y="1054255"/>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0" name="Freeform: Shape 69">
            <a:extLst>
              <a:ext uri="{FF2B5EF4-FFF2-40B4-BE49-F238E27FC236}">
                <a16:creationId xmlns:a16="http://schemas.microsoft.com/office/drawing/2014/main" id="{07371368-E0DD-84C7-9713-E2BC38CA17BD}"/>
              </a:ext>
            </a:extLst>
          </p:cNvPr>
          <p:cNvSpPr/>
          <p:nvPr/>
        </p:nvSpPr>
        <p:spPr>
          <a:xfrm>
            <a:off x="3005139" y="4705347"/>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2A774C1E-B090-4DE7-4C1B-C10CCEA11585}"/>
              </a:ext>
            </a:extLst>
          </p:cNvPr>
          <p:cNvSpPr/>
          <p:nvPr/>
        </p:nvSpPr>
        <p:spPr>
          <a:xfrm>
            <a:off x="3800475" y="4705348"/>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Freeform: Shape 46">
            <a:extLst>
              <a:ext uri="{FF2B5EF4-FFF2-40B4-BE49-F238E27FC236}">
                <a16:creationId xmlns:a16="http://schemas.microsoft.com/office/drawing/2014/main" id="{50F4DAEF-5FB0-582A-FF63-9A252BBFB8A7}"/>
              </a:ext>
            </a:extLst>
          </p:cNvPr>
          <p:cNvSpPr/>
          <p:nvPr/>
        </p:nvSpPr>
        <p:spPr>
          <a:xfrm>
            <a:off x="6272948" y="4717912"/>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8223D2A4-0223-2F87-D24D-FCFE2CFBEE48}"/>
              </a:ext>
            </a:extLst>
          </p:cNvPr>
          <p:cNvSpPr/>
          <p:nvPr/>
        </p:nvSpPr>
        <p:spPr>
          <a:xfrm>
            <a:off x="7385901" y="4717912"/>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55" name="Freeform: Shape 1054">
            <a:extLst>
              <a:ext uri="{FF2B5EF4-FFF2-40B4-BE49-F238E27FC236}">
                <a16:creationId xmlns:a16="http://schemas.microsoft.com/office/drawing/2014/main" id="{1A1DCC71-1AF4-3338-BEEA-2041C9768791}"/>
              </a:ext>
            </a:extLst>
          </p:cNvPr>
          <p:cNvSpPr/>
          <p:nvPr/>
        </p:nvSpPr>
        <p:spPr>
          <a:xfrm>
            <a:off x="4668872" y="422070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20ACE4A5-ED1C-F0CC-20E8-B3B32CB9781E}"/>
              </a:ext>
            </a:extLst>
          </p:cNvPr>
          <p:cNvGrpSpPr/>
          <p:nvPr/>
        </p:nvGrpSpPr>
        <p:grpSpPr>
          <a:xfrm flipH="1">
            <a:off x="4687012" y="4237862"/>
            <a:ext cx="178065" cy="178065"/>
            <a:chOff x="4839416" y="4237862"/>
            <a:chExt cx="178065" cy="178065"/>
          </a:xfrm>
        </p:grpSpPr>
        <p:sp>
          <p:nvSpPr>
            <p:cNvPr id="1056" name="Flowchart: Summing Junction 1055">
              <a:extLst>
                <a:ext uri="{FF2B5EF4-FFF2-40B4-BE49-F238E27FC236}">
                  <a16:creationId xmlns:a16="http://schemas.microsoft.com/office/drawing/2014/main" id="{F2177176-E6D0-E334-3B69-1ACEF5C4098F}"/>
                </a:ext>
              </a:extLst>
            </p:cNvPr>
            <p:cNvSpPr/>
            <p:nvPr/>
          </p:nvSpPr>
          <p:spPr>
            <a:xfrm flipH="1">
              <a:off x="4839416" y="423786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57" name="Flowchart: Summing Junction 1056">
              <a:extLst>
                <a:ext uri="{FF2B5EF4-FFF2-40B4-BE49-F238E27FC236}">
                  <a16:creationId xmlns:a16="http://schemas.microsoft.com/office/drawing/2014/main" id="{78D0B08E-5CE0-4686-5219-D64F58C3EDDC}"/>
                </a:ext>
              </a:extLst>
            </p:cNvPr>
            <p:cNvSpPr/>
            <p:nvPr/>
          </p:nvSpPr>
          <p:spPr>
            <a:xfrm rot="18880844" flipH="1">
              <a:off x="4839416" y="423786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59" name="Freeform: Shape 1058">
            <a:extLst>
              <a:ext uri="{FF2B5EF4-FFF2-40B4-BE49-F238E27FC236}">
                <a16:creationId xmlns:a16="http://schemas.microsoft.com/office/drawing/2014/main" id="{F7637767-344A-78C7-BB22-A223F946B3BB}"/>
              </a:ext>
            </a:extLst>
          </p:cNvPr>
          <p:cNvSpPr/>
          <p:nvPr/>
        </p:nvSpPr>
        <p:spPr>
          <a:xfrm flipH="1">
            <a:off x="7852393" y="4422277"/>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1" name="Group 20">
            <a:extLst>
              <a:ext uri="{FF2B5EF4-FFF2-40B4-BE49-F238E27FC236}">
                <a16:creationId xmlns:a16="http://schemas.microsoft.com/office/drawing/2014/main" id="{4DA9E0F8-A5AE-042F-C0BB-BA6BEE3DA1AD}"/>
              </a:ext>
            </a:extLst>
          </p:cNvPr>
          <p:cNvGrpSpPr/>
          <p:nvPr/>
        </p:nvGrpSpPr>
        <p:grpSpPr>
          <a:xfrm>
            <a:off x="7946735" y="4439430"/>
            <a:ext cx="178065" cy="178065"/>
            <a:chOff x="7946735" y="4439430"/>
            <a:chExt cx="178065" cy="178065"/>
          </a:xfrm>
        </p:grpSpPr>
        <p:sp>
          <p:nvSpPr>
            <p:cNvPr id="1060" name="Flowchart: Summing Junction 1059">
              <a:extLst>
                <a:ext uri="{FF2B5EF4-FFF2-40B4-BE49-F238E27FC236}">
                  <a16:creationId xmlns:a16="http://schemas.microsoft.com/office/drawing/2014/main" id="{CE93DC42-D48F-1C17-F5BD-56C650CF63CC}"/>
                </a:ext>
              </a:extLst>
            </p:cNvPr>
            <p:cNvSpPr/>
            <p:nvPr/>
          </p:nvSpPr>
          <p:spPr>
            <a:xfrm flipH="1">
              <a:off x="7946735" y="4439430"/>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1" name="Flowchart: Summing Junction 1060">
              <a:extLst>
                <a:ext uri="{FF2B5EF4-FFF2-40B4-BE49-F238E27FC236}">
                  <a16:creationId xmlns:a16="http://schemas.microsoft.com/office/drawing/2014/main" id="{AEAF0C1E-6225-F93F-CADF-33D480506272}"/>
                </a:ext>
              </a:extLst>
            </p:cNvPr>
            <p:cNvSpPr/>
            <p:nvPr/>
          </p:nvSpPr>
          <p:spPr>
            <a:xfrm rot="18880844" flipH="1">
              <a:off x="7946735" y="4439430"/>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3" name="Freeform: Shape 1062">
            <a:extLst>
              <a:ext uri="{FF2B5EF4-FFF2-40B4-BE49-F238E27FC236}">
                <a16:creationId xmlns:a16="http://schemas.microsoft.com/office/drawing/2014/main" id="{B5872AC4-F69D-3466-B56E-67A6C77F982C}"/>
              </a:ext>
            </a:extLst>
          </p:cNvPr>
          <p:cNvSpPr/>
          <p:nvPr/>
        </p:nvSpPr>
        <p:spPr>
          <a:xfrm flipH="1">
            <a:off x="9036230" y="399814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2" name="Group 21">
            <a:extLst>
              <a:ext uri="{FF2B5EF4-FFF2-40B4-BE49-F238E27FC236}">
                <a16:creationId xmlns:a16="http://schemas.microsoft.com/office/drawing/2014/main" id="{4AC82F82-D515-50FC-0E42-A0D84DC2BDE4}"/>
              </a:ext>
            </a:extLst>
          </p:cNvPr>
          <p:cNvGrpSpPr/>
          <p:nvPr/>
        </p:nvGrpSpPr>
        <p:grpSpPr>
          <a:xfrm flipH="1">
            <a:off x="9134346" y="4015298"/>
            <a:ext cx="178065" cy="178065"/>
            <a:chOff x="8972420" y="4015298"/>
            <a:chExt cx="178065" cy="178065"/>
          </a:xfrm>
        </p:grpSpPr>
        <p:sp>
          <p:nvSpPr>
            <p:cNvPr id="1064" name="Flowchart: Summing Junction 1063">
              <a:extLst>
                <a:ext uri="{FF2B5EF4-FFF2-40B4-BE49-F238E27FC236}">
                  <a16:creationId xmlns:a16="http://schemas.microsoft.com/office/drawing/2014/main" id="{ADF72F0E-AEB9-8181-4B3C-29E6ADBD5890}"/>
                </a:ext>
              </a:extLst>
            </p:cNvPr>
            <p:cNvSpPr/>
            <p:nvPr/>
          </p:nvSpPr>
          <p:spPr>
            <a:xfrm>
              <a:off x="8972420" y="401529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5" name="Flowchart: Summing Junction 1064">
              <a:extLst>
                <a:ext uri="{FF2B5EF4-FFF2-40B4-BE49-F238E27FC236}">
                  <a16:creationId xmlns:a16="http://schemas.microsoft.com/office/drawing/2014/main" id="{773B1DF0-569C-D70B-1B59-A6ED7C82331F}"/>
                </a:ext>
              </a:extLst>
            </p:cNvPr>
            <p:cNvSpPr/>
            <p:nvPr/>
          </p:nvSpPr>
          <p:spPr>
            <a:xfrm rot="2719156">
              <a:off x="8972420" y="401529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7" name="Freeform: Shape 1066">
            <a:extLst>
              <a:ext uri="{FF2B5EF4-FFF2-40B4-BE49-F238E27FC236}">
                <a16:creationId xmlns:a16="http://schemas.microsoft.com/office/drawing/2014/main" id="{5A707816-29B6-3D7B-9D26-F07817F946A3}"/>
              </a:ext>
            </a:extLst>
          </p:cNvPr>
          <p:cNvSpPr/>
          <p:nvPr/>
        </p:nvSpPr>
        <p:spPr>
          <a:xfrm flipH="1">
            <a:off x="6548102" y="413809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0" name="Group 19">
            <a:extLst>
              <a:ext uri="{FF2B5EF4-FFF2-40B4-BE49-F238E27FC236}">
                <a16:creationId xmlns:a16="http://schemas.microsoft.com/office/drawing/2014/main" id="{D8D6AFC3-F163-4535-EE1F-243C3013295B}"/>
              </a:ext>
            </a:extLst>
          </p:cNvPr>
          <p:cNvGrpSpPr/>
          <p:nvPr/>
        </p:nvGrpSpPr>
        <p:grpSpPr>
          <a:xfrm>
            <a:off x="6642444" y="4155248"/>
            <a:ext cx="178065" cy="178065"/>
            <a:chOff x="6642444" y="4155248"/>
            <a:chExt cx="178065" cy="178065"/>
          </a:xfrm>
        </p:grpSpPr>
        <p:sp>
          <p:nvSpPr>
            <p:cNvPr id="1068" name="Flowchart: Summing Junction 1067">
              <a:extLst>
                <a:ext uri="{FF2B5EF4-FFF2-40B4-BE49-F238E27FC236}">
                  <a16:creationId xmlns:a16="http://schemas.microsoft.com/office/drawing/2014/main" id="{7FC89729-DE10-FF01-963C-8D49184692B1}"/>
                </a:ext>
              </a:extLst>
            </p:cNvPr>
            <p:cNvSpPr/>
            <p:nvPr/>
          </p:nvSpPr>
          <p:spPr>
            <a:xfrm flipH="1">
              <a:off x="6642444" y="415524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9" name="Flowchart: Summing Junction 1068">
              <a:extLst>
                <a:ext uri="{FF2B5EF4-FFF2-40B4-BE49-F238E27FC236}">
                  <a16:creationId xmlns:a16="http://schemas.microsoft.com/office/drawing/2014/main" id="{64F9CB0E-1E02-B52E-52CB-AE92F33A6931}"/>
                </a:ext>
              </a:extLst>
            </p:cNvPr>
            <p:cNvSpPr/>
            <p:nvPr/>
          </p:nvSpPr>
          <p:spPr>
            <a:xfrm rot="18880844" flipH="1">
              <a:off x="6642444" y="415524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71" name="Freeform: Shape 1070">
            <a:extLst>
              <a:ext uri="{FF2B5EF4-FFF2-40B4-BE49-F238E27FC236}">
                <a16:creationId xmlns:a16="http://schemas.microsoft.com/office/drawing/2014/main" id="{394C0BD5-9522-D05F-DB23-66B26DF853C8}"/>
              </a:ext>
            </a:extLst>
          </p:cNvPr>
          <p:cNvSpPr/>
          <p:nvPr/>
        </p:nvSpPr>
        <p:spPr>
          <a:xfrm>
            <a:off x="2066781" y="442108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8" name="Group 17">
            <a:extLst>
              <a:ext uri="{FF2B5EF4-FFF2-40B4-BE49-F238E27FC236}">
                <a16:creationId xmlns:a16="http://schemas.microsoft.com/office/drawing/2014/main" id="{E0999E1A-05A8-3127-E2EB-E8CE6D9255E5}"/>
              </a:ext>
            </a:extLst>
          </p:cNvPr>
          <p:cNvGrpSpPr/>
          <p:nvPr/>
        </p:nvGrpSpPr>
        <p:grpSpPr>
          <a:xfrm>
            <a:off x="2083934" y="4438239"/>
            <a:ext cx="178065" cy="178065"/>
            <a:chOff x="2083934" y="4438239"/>
            <a:chExt cx="178065" cy="178065"/>
          </a:xfrm>
        </p:grpSpPr>
        <p:sp>
          <p:nvSpPr>
            <p:cNvPr id="1072" name="Flowchart: Summing Junction 1071">
              <a:extLst>
                <a:ext uri="{FF2B5EF4-FFF2-40B4-BE49-F238E27FC236}">
                  <a16:creationId xmlns:a16="http://schemas.microsoft.com/office/drawing/2014/main" id="{212FC0BD-E41C-6926-DC97-3332B1BA0A8D}"/>
                </a:ext>
              </a:extLst>
            </p:cNvPr>
            <p:cNvSpPr/>
            <p:nvPr/>
          </p:nvSpPr>
          <p:spPr>
            <a:xfrm>
              <a:off x="2083934" y="4438239"/>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3" name="Flowchart: Summing Junction 1072">
              <a:extLst>
                <a:ext uri="{FF2B5EF4-FFF2-40B4-BE49-F238E27FC236}">
                  <a16:creationId xmlns:a16="http://schemas.microsoft.com/office/drawing/2014/main" id="{DA99756D-8456-0284-C148-8F933B7B62CB}"/>
                </a:ext>
              </a:extLst>
            </p:cNvPr>
            <p:cNvSpPr/>
            <p:nvPr/>
          </p:nvSpPr>
          <p:spPr>
            <a:xfrm rot="2719156">
              <a:off x="2083934" y="4438239"/>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0" name="Freeform: Shape 1089">
            <a:extLst>
              <a:ext uri="{FF2B5EF4-FFF2-40B4-BE49-F238E27FC236}">
                <a16:creationId xmlns:a16="http://schemas.microsoft.com/office/drawing/2014/main" id="{FA19C016-4176-F056-4237-80F35112D62E}"/>
              </a:ext>
            </a:extLst>
          </p:cNvPr>
          <p:cNvSpPr/>
          <p:nvPr/>
        </p:nvSpPr>
        <p:spPr>
          <a:xfrm flipH="1">
            <a:off x="6862132" y="4362610"/>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9" name="Group 18">
            <a:extLst>
              <a:ext uri="{FF2B5EF4-FFF2-40B4-BE49-F238E27FC236}">
                <a16:creationId xmlns:a16="http://schemas.microsoft.com/office/drawing/2014/main" id="{5019000C-14F7-5A3B-5C1B-79E4F4B10C66}"/>
              </a:ext>
            </a:extLst>
          </p:cNvPr>
          <p:cNvGrpSpPr/>
          <p:nvPr/>
        </p:nvGrpSpPr>
        <p:grpSpPr>
          <a:xfrm>
            <a:off x="6956474" y="4379763"/>
            <a:ext cx="178065" cy="178065"/>
            <a:chOff x="6956474" y="4379763"/>
            <a:chExt cx="178065" cy="178065"/>
          </a:xfrm>
        </p:grpSpPr>
        <p:sp>
          <p:nvSpPr>
            <p:cNvPr id="1091" name="Flowchart: Summing Junction 1090">
              <a:extLst>
                <a:ext uri="{FF2B5EF4-FFF2-40B4-BE49-F238E27FC236}">
                  <a16:creationId xmlns:a16="http://schemas.microsoft.com/office/drawing/2014/main" id="{40950BD4-DCC6-B5DB-664B-EF92BFB697B1}"/>
                </a:ext>
              </a:extLst>
            </p:cNvPr>
            <p:cNvSpPr/>
            <p:nvPr/>
          </p:nvSpPr>
          <p:spPr>
            <a:xfrm flipH="1">
              <a:off x="6956474" y="4379763"/>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2" name="Flowchart: Summing Junction 1091">
              <a:extLst>
                <a:ext uri="{FF2B5EF4-FFF2-40B4-BE49-F238E27FC236}">
                  <a16:creationId xmlns:a16="http://schemas.microsoft.com/office/drawing/2014/main" id="{CCD6A510-BB9A-936D-47B2-04B2997E566A}"/>
                </a:ext>
              </a:extLst>
            </p:cNvPr>
            <p:cNvSpPr/>
            <p:nvPr/>
          </p:nvSpPr>
          <p:spPr>
            <a:xfrm rot="18880844" flipH="1">
              <a:off x="6956474" y="4379763"/>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3" name="Rectangle 1092">
            <a:extLst>
              <a:ext uri="{FF2B5EF4-FFF2-40B4-BE49-F238E27FC236}">
                <a16:creationId xmlns:a16="http://schemas.microsoft.com/office/drawing/2014/main" id="{F309DF1E-C92A-56C4-18E9-55B4F67035D0}"/>
              </a:ext>
            </a:extLst>
          </p:cNvPr>
          <p:cNvSpPr/>
          <p:nvPr/>
        </p:nvSpPr>
        <p:spPr>
          <a:xfrm>
            <a:off x="2213892" y="870663"/>
            <a:ext cx="757907"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30 mbar</a:t>
            </a:r>
          </a:p>
        </p:txBody>
      </p:sp>
      <p:sp>
        <p:nvSpPr>
          <p:cNvPr id="52" name="Oval 51">
            <a:extLst>
              <a:ext uri="{FF2B5EF4-FFF2-40B4-BE49-F238E27FC236}">
                <a16:creationId xmlns:a16="http://schemas.microsoft.com/office/drawing/2014/main" id="{F09BFF9F-1600-DF7C-1657-B45730B6FBA2}"/>
              </a:ext>
            </a:extLst>
          </p:cNvPr>
          <p:cNvSpPr/>
          <p:nvPr/>
        </p:nvSpPr>
        <p:spPr>
          <a:xfrm>
            <a:off x="6052663" y="4682691"/>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Oval 52">
            <a:extLst>
              <a:ext uri="{FF2B5EF4-FFF2-40B4-BE49-F238E27FC236}">
                <a16:creationId xmlns:a16="http://schemas.microsoft.com/office/drawing/2014/main" id="{6DF43B2A-8CC3-76AC-FAA7-F5A15E6527ED}"/>
              </a:ext>
            </a:extLst>
          </p:cNvPr>
          <p:cNvSpPr/>
          <p:nvPr/>
        </p:nvSpPr>
        <p:spPr>
          <a:xfrm>
            <a:off x="6654448"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361A1848-B538-EB0E-9A5D-7A7CA670EA9C}"/>
              </a:ext>
            </a:extLst>
          </p:cNvPr>
          <p:cNvSpPr/>
          <p:nvPr/>
        </p:nvSpPr>
        <p:spPr>
          <a:xfrm>
            <a:off x="8144020"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Flowchart: Summing Junction 54">
            <a:extLst>
              <a:ext uri="{FF2B5EF4-FFF2-40B4-BE49-F238E27FC236}">
                <a16:creationId xmlns:a16="http://schemas.microsoft.com/office/drawing/2014/main" id="{21E7A101-C867-7792-CD1A-F98AA70E5A2B}"/>
              </a:ext>
            </a:extLst>
          </p:cNvPr>
          <p:cNvSpPr/>
          <p:nvPr/>
        </p:nvSpPr>
        <p:spPr>
          <a:xfrm>
            <a:off x="6050621" y="4679122"/>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Summing Junction 55">
            <a:extLst>
              <a:ext uri="{FF2B5EF4-FFF2-40B4-BE49-F238E27FC236}">
                <a16:creationId xmlns:a16="http://schemas.microsoft.com/office/drawing/2014/main" id="{A60744BA-7C88-53AA-AC89-655EB216B2E1}"/>
              </a:ext>
            </a:extLst>
          </p:cNvPr>
          <p:cNvSpPr/>
          <p:nvPr/>
        </p:nvSpPr>
        <p:spPr>
          <a:xfrm>
            <a:off x="6654807" y="4687505"/>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Summing Junction 56">
            <a:extLst>
              <a:ext uri="{FF2B5EF4-FFF2-40B4-BE49-F238E27FC236}">
                <a16:creationId xmlns:a16="http://schemas.microsoft.com/office/drawing/2014/main" id="{7DA3B02C-7002-A315-5928-A584DE9BE78F}"/>
              </a:ext>
            </a:extLst>
          </p:cNvPr>
          <p:cNvSpPr/>
          <p:nvPr/>
        </p:nvSpPr>
        <p:spPr>
          <a:xfrm>
            <a:off x="8146835" y="468269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B23723CA-61F9-229B-7CDD-4014D67C11B3}"/>
              </a:ext>
            </a:extLst>
          </p:cNvPr>
          <p:cNvSpPr/>
          <p:nvPr/>
        </p:nvSpPr>
        <p:spPr>
          <a:xfrm>
            <a:off x="3521934" y="4663797"/>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Summing Junction 71">
            <a:extLst>
              <a:ext uri="{FF2B5EF4-FFF2-40B4-BE49-F238E27FC236}">
                <a16:creationId xmlns:a16="http://schemas.microsoft.com/office/drawing/2014/main" id="{5AC8A34F-EF9F-F1D4-71F9-118DA618EEFD}"/>
              </a:ext>
            </a:extLst>
          </p:cNvPr>
          <p:cNvSpPr/>
          <p:nvPr/>
        </p:nvSpPr>
        <p:spPr>
          <a:xfrm>
            <a:off x="3519892" y="4660228"/>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8D33F87E-68CE-1A7A-0410-2378A5FA8990}"/>
              </a:ext>
            </a:extLst>
          </p:cNvPr>
          <p:cNvSpPr/>
          <p:nvPr/>
        </p:nvSpPr>
        <p:spPr>
          <a:xfrm>
            <a:off x="3363716" y="4659263"/>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Flowchart: Summing Junction 73">
            <a:extLst>
              <a:ext uri="{FF2B5EF4-FFF2-40B4-BE49-F238E27FC236}">
                <a16:creationId xmlns:a16="http://schemas.microsoft.com/office/drawing/2014/main" id="{E6B9093C-6CF9-9A51-DC95-6C77A0C2879D}"/>
              </a:ext>
            </a:extLst>
          </p:cNvPr>
          <p:cNvSpPr/>
          <p:nvPr/>
        </p:nvSpPr>
        <p:spPr>
          <a:xfrm>
            <a:off x="3362309" y="466340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A073CE3E-2C22-DAC4-8FCE-07A12EEF6D3B}"/>
              </a:ext>
            </a:extLst>
          </p:cNvPr>
          <p:cNvSpPr/>
          <p:nvPr/>
        </p:nvSpPr>
        <p:spPr>
          <a:xfrm>
            <a:off x="2449375" y="468654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Flowchart: Summing Junction 76">
            <a:extLst>
              <a:ext uri="{FF2B5EF4-FFF2-40B4-BE49-F238E27FC236}">
                <a16:creationId xmlns:a16="http://schemas.microsoft.com/office/drawing/2014/main" id="{770C353E-5041-D896-6B06-1E232013A518}"/>
              </a:ext>
            </a:extLst>
          </p:cNvPr>
          <p:cNvSpPr/>
          <p:nvPr/>
        </p:nvSpPr>
        <p:spPr>
          <a:xfrm>
            <a:off x="2447333" y="4682971"/>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Arrow: Right 181">
            <a:extLst>
              <a:ext uri="{FF2B5EF4-FFF2-40B4-BE49-F238E27FC236}">
                <a16:creationId xmlns:a16="http://schemas.microsoft.com/office/drawing/2014/main" id="{16E90C54-C2E5-C478-F1EB-2F3782988E16}"/>
              </a:ext>
            </a:extLst>
          </p:cNvPr>
          <p:cNvSpPr/>
          <p:nvPr/>
        </p:nvSpPr>
        <p:spPr>
          <a:xfrm rot="19348258">
            <a:off x="6444852" y="387754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Arrow: Right 183">
            <a:extLst>
              <a:ext uri="{FF2B5EF4-FFF2-40B4-BE49-F238E27FC236}">
                <a16:creationId xmlns:a16="http://schemas.microsoft.com/office/drawing/2014/main" id="{55019C07-A7B1-F663-AD32-E83DFE40F3A4}"/>
              </a:ext>
            </a:extLst>
          </p:cNvPr>
          <p:cNvSpPr/>
          <p:nvPr/>
        </p:nvSpPr>
        <p:spPr>
          <a:xfrm rot="16200000">
            <a:off x="6740276" y="33070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Arrow: Right 185">
            <a:extLst>
              <a:ext uri="{FF2B5EF4-FFF2-40B4-BE49-F238E27FC236}">
                <a16:creationId xmlns:a16="http://schemas.microsoft.com/office/drawing/2014/main" id="{58AABDDA-0E7D-0990-DEA8-597812FC4A20}"/>
              </a:ext>
            </a:extLst>
          </p:cNvPr>
          <p:cNvSpPr/>
          <p:nvPr/>
        </p:nvSpPr>
        <p:spPr>
          <a:xfrm rot="13569521">
            <a:off x="6509518" y="267642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8A5FFE39-2676-CF05-83B6-4532DD2E1663}"/>
              </a:ext>
            </a:extLst>
          </p:cNvPr>
          <p:cNvSpPr/>
          <p:nvPr/>
        </p:nvSpPr>
        <p:spPr>
          <a:xfrm>
            <a:off x="4438235" y="1879560"/>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8" name="Arrow: Right 187">
            <a:extLst>
              <a:ext uri="{FF2B5EF4-FFF2-40B4-BE49-F238E27FC236}">
                <a16:creationId xmlns:a16="http://schemas.microsoft.com/office/drawing/2014/main" id="{FB99DBFF-DB2E-507A-7FCD-BFD017149F07}"/>
              </a:ext>
            </a:extLst>
          </p:cNvPr>
          <p:cNvSpPr/>
          <p:nvPr/>
        </p:nvSpPr>
        <p:spPr>
          <a:xfrm rot="14005496">
            <a:off x="6067905" y="236527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Arrow: Right 188">
            <a:extLst>
              <a:ext uri="{FF2B5EF4-FFF2-40B4-BE49-F238E27FC236}">
                <a16:creationId xmlns:a16="http://schemas.microsoft.com/office/drawing/2014/main" id="{7A665704-37D3-A62C-9296-BF1065AE88D9}"/>
              </a:ext>
            </a:extLst>
          </p:cNvPr>
          <p:cNvSpPr/>
          <p:nvPr/>
        </p:nvSpPr>
        <p:spPr>
          <a:xfrm rot="21161931">
            <a:off x="6097501" y="220565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Arrow: Right 190">
            <a:extLst>
              <a:ext uri="{FF2B5EF4-FFF2-40B4-BE49-F238E27FC236}">
                <a16:creationId xmlns:a16="http://schemas.microsoft.com/office/drawing/2014/main" id="{0908EA20-BB39-5A9E-A91A-2A978448D6C0}"/>
              </a:ext>
            </a:extLst>
          </p:cNvPr>
          <p:cNvSpPr/>
          <p:nvPr/>
        </p:nvSpPr>
        <p:spPr>
          <a:xfrm>
            <a:off x="6663465" y="22007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Arrow: Right 191">
            <a:extLst>
              <a:ext uri="{FF2B5EF4-FFF2-40B4-BE49-F238E27FC236}">
                <a16:creationId xmlns:a16="http://schemas.microsoft.com/office/drawing/2014/main" id="{2F022F87-8C06-7FFB-855E-1A518B0267E7}"/>
              </a:ext>
            </a:extLst>
          </p:cNvPr>
          <p:cNvSpPr/>
          <p:nvPr/>
        </p:nvSpPr>
        <p:spPr>
          <a:xfrm rot="5400000">
            <a:off x="6950300" y="22812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Arrow: Right 193">
            <a:extLst>
              <a:ext uri="{FF2B5EF4-FFF2-40B4-BE49-F238E27FC236}">
                <a16:creationId xmlns:a16="http://schemas.microsoft.com/office/drawing/2014/main" id="{219AB4AA-CFD4-E1DF-063A-422062580727}"/>
              </a:ext>
            </a:extLst>
          </p:cNvPr>
          <p:cNvSpPr/>
          <p:nvPr/>
        </p:nvSpPr>
        <p:spPr>
          <a:xfrm rot="5400000">
            <a:off x="6949107" y="28184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Arrow: Right 195">
            <a:extLst>
              <a:ext uri="{FF2B5EF4-FFF2-40B4-BE49-F238E27FC236}">
                <a16:creationId xmlns:a16="http://schemas.microsoft.com/office/drawing/2014/main" id="{E193EA31-7AE6-69F7-8743-E74F8DF10551}"/>
              </a:ext>
            </a:extLst>
          </p:cNvPr>
          <p:cNvSpPr/>
          <p:nvPr/>
        </p:nvSpPr>
        <p:spPr>
          <a:xfrm rot="5400000">
            <a:off x="6947665" y="33685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Arrow: Right 197">
            <a:extLst>
              <a:ext uri="{FF2B5EF4-FFF2-40B4-BE49-F238E27FC236}">
                <a16:creationId xmlns:a16="http://schemas.microsoft.com/office/drawing/2014/main" id="{4F875865-315D-5FC8-8D81-BD4A4E033801}"/>
              </a:ext>
            </a:extLst>
          </p:cNvPr>
          <p:cNvSpPr/>
          <p:nvPr/>
        </p:nvSpPr>
        <p:spPr>
          <a:xfrm rot="5400000">
            <a:off x="6949086" y="388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Arrow: Right 200">
            <a:extLst>
              <a:ext uri="{FF2B5EF4-FFF2-40B4-BE49-F238E27FC236}">
                <a16:creationId xmlns:a16="http://schemas.microsoft.com/office/drawing/2014/main" id="{F1CDF118-D024-9925-CAED-82ACC62B363E}"/>
              </a:ext>
            </a:extLst>
          </p:cNvPr>
          <p:cNvSpPr/>
          <p:nvPr/>
        </p:nvSpPr>
        <p:spPr>
          <a:xfrm rot="10800000">
            <a:off x="6848433" y="42868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Arrow: Right 201">
            <a:extLst>
              <a:ext uri="{FF2B5EF4-FFF2-40B4-BE49-F238E27FC236}">
                <a16:creationId xmlns:a16="http://schemas.microsoft.com/office/drawing/2014/main" id="{99908EF6-B9E2-4289-2B76-D4FBD6871E4B}"/>
              </a:ext>
            </a:extLst>
          </p:cNvPr>
          <p:cNvSpPr/>
          <p:nvPr/>
        </p:nvSpPr>
        <p:spPr>
          <a:xfrm rot="10800000">
            <a:off x="6330632" y="4286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Arrow: Right 203">
            <a:extLst>
              <a:ext uri="{FF2B5EF4-FFF2-40B4-BE49-F238E27FC236}">
                <a16:creationId xmlns:a16="http://schemas.microsoft.com/office/drawing/2014/main" id="{AC703A91-F7CF-C102-4B0D-04CD438DB43F}"/>
              </a:ext>
            </a:extLst>
          </p:cNvPr>
          <p:cNvSpPr/>
          <p:nvPr/>
        </p:nvSpPr>
        <p:spPr>
          <a:xfrm rot="17640751">
            <a:off x="6028795" y="415982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Arrow: Right 206">
            <a:extLst>
              <a:ext uri="{FF2B5EF4-FFF2-40B4-BE49-F238E27FC236}">
                <a16:creationId xmlns:a16="http://schemas.microsoft.com/office/drawing/2014/main" id="{D8908834-30D3-6D9F-1F18-D9066A5A13AF}"/>
              </a:ext>
            </a:extLst>
          </p:cNvPr>
          <p:cNvSpPr/>
          <p:nvPr/>
        </p:nvSpPr>
        <p:spPr>
          <a:xfrm rot="2251742" flipH="1">
            <a:off x="4962411" y="386905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Arrow: Right 208">
            <a:extLst>
              <a:ext uri="{FF2B5EF4-FFF2-40B4-BE49-F238E27FC236}">
                <a16:creationId xmlns:a16="http://schemas.microsoft.com/office/drawing/2014/main" id="{56226F6F-254E-C535-E1E0-002F17DBF092}"/>
              </a:ext>
            </a:extLst>
          </p:cNvPr>
          <p:cNvSpPr/>
          <p:nvPr/>
        </p:nvSpPr>
        <p:spPr>
          <a:xfrm rot="5400000" flipH="1">
            <a:off x="4666987" y="329854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Arrow: Right 210">
            <a:extLst>
              <a:ext uri="{FF2B5EF4-FFF2-40B4-BE49-F238E27FC236}">
                <a16:creationId xmlns:a16="http://schemas.microsoft.com/office/drawing/2014/main" id="{78369F12-C553-E4F1-FA44-FF314D5BF279}"/>
              </a:ext>
            </a:extLst>
          </p:cNvPr>
          <p:cNvSpPr/>
          <p:nvPr/>
        </p:nvSpPr>
        <p:spPr>
          <a:xfrm rot="8030479" flipH="1">
            <a:off x="4897745" y="26679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Arrow: Right 212">
            <a:extLst>
              <a:ext uri="{FF2B5EF4-FFF2-40B4-BE49-F238E27FC236}">
                <a16:creationId xmlns:a16="http://schemas.microsoft.com/office/drawing/2014/main" id="{B4A2E333-ECCD-D420-EAF1-D2D20BAEE336}"/>
              </a:ext>
            </a:extLst>
          </p:cNvPr>
          <p:cNvSpPr/>
          <p:nvPr/>
        </p:nvSpPr>
        <p:spPr>
          <a:xfrm rot="7594504" flipH="1">
            <a:off x="5339358" y="23567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Arrow: Right 213">
            <a:extLst>
              <a:ext uri="{FF2B5EF4-FFF2-40B4-BE49-F238E27FC236}">
                <a16:creationId xmlns:a16="http://schemas.microsoft.com/office/drawing/2014/main" id="{34AE9CBB-6606-B0EC-E2AC-1591A9EC4EAC}"/>
              </a:ext>
            </a:extLst>
          </p:cNvPr>
          <p:cNvSpPr/>
          <p:nvPr/>
        </p:nvSpPr>
        <p:spPr>
          <a:xfrm rot="3959249" flipH="1">
            <a:off x="5378468" y="415132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Right 2">
            <a:extLst>
              <a:ext uri="{FF2B5EF4-FFF2-40B4-BE49-F238E27FC236}">
                <a16:creationId xmlns:a16="http://schemas.microsoft.com/office/drawing/2014/main" id="{3AEA319B-8B2F-BF0D-A852-C6F88BA07DE3}"/>
              </a:ext>
            </a:extLst>
          </p:cNvPr>
          <p:cNvSpPr/>
          <p:nvPr/>
        </p:nvSpPr>
        <p:spPr>
          <a:xfrm rot="16200000" flipV="1">
            <a:off x="3866853" y="28720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DB51D3ED-4A41-8547-212B-34992E379FFC}"/>
              </a:ext>
            </a:extLst>
          </p:cNvPr>
          <p:cNvSpPr/>
          <p:nvPr/>
        </p:nvSpPr>
        <p:spPr>
          <a:xfrm rot="16200000" flipV="1">
            <a:off x="3865660" y="34092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id="{D5F5A81F-53DA-767C-AC84-3EFB3AC71885}"/>
              </a:ext>
            </a:extLst>
          </p:cNvPr>
          <p:cNvSpPr/>
          <p:nvPr/>
        </p:nvSpPr>
        <p:spPr>
          <a:xfrm rot="16200000" flipV="1">
            <a:off x="3864218" y="39593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3D7C1A08-1DF6-5077-F140-9DDF1A3F23C0}"/>
              </a:ext>
            </a:extLst>
          </p:cNvPr>
          <p:cNvSpPr/>
          <p:nvPr/>
        </p:nvSpPr>
        <p:spPr>
          <a:xfrm rot="16200000" flipV="1">
            <a:off x="3865639" y="447556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5" name="Freeform: Shape 1074">
            <a:extLst>
              <a:ext uri="{FF2B5EF4-FFF2-40B4-BE49-F238E27FC236}">
                <a16:creationId xmlns:a16="http://schemas.microsoft.com/office/drawing/2014/main" id="{8CEE1721-3D2B-1F28-1B00-96C59631C074}"/>
              </a:ext>
            </a:extLst>
          </p:cNvPr>
          <p:cNvSpPr/>
          <p:nvPr/>
        </p:nvSpPr>
        <p:spPr>
          <a:xfrm rot="16200000">
            <a:off x="4283711" y="328288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3C6A6778-5717-74C6-B295-D1CCDCEA6778}"/>
              </a:ext>
            </a:extLst>
          </p:cNvPr>
          <p:cNvGrpSpPr/>
          <p:nvPr/>
        </p:nvGrpSpPr>
        <p:grpSpPr>
          <a:xfrm>
            <a:off x="4332873" y="3345222"/>
            <a:ext cx="178065" cy="178065"/>
            <a:chOff x="4332873" y="3345222"/>
            <a:chExt cx="178065" cy="178065"/>
          </a:xfrm>
        </p:grpSpPr>
        <p:sp>
          <p:nvSpPr>
            <p:cNvPr id="1076" name="Flowchart: Summing Junction 1075">
              <a:extLst>
                <a:ext uri="{FF2B5EF4-FFF2-40B4-BE49-F238E27FC236}">
                  <a16:creationId xmlns:a16="http://schemas.microsoft.com/office/drawing/2014/main" id="{ECE3416D-DFC8-C6FC-45FE-3FA2D80FF22A}"/>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7" name="Flowchart: Summing Junction 1076">
              <a:extLst>
                <a:ext uri="{FF2B5EF4-FFF2-40B4-BE49-F238E27FC236}">
                  <a16:creationId xmlns:a16="http://schemas.microsoft.com/office/drawing/2014/main" id="{60839735-2A0B-3404-445C-357C6A65B3FF}"/>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171" name="Straight Connector 170">
            <a:extLst>
              <a:ext uri="{FF2B5EF4-FFF2-40B4-BE49-F238E27FC236}">
                <a16:creationId xmlns:a16="http://schemas.microsoft.com/office/drawing/2014/main" id="{10C10B3E-4F74-EB58-FA4A-F1E7CE3B8583}"/>
              </a:ext>
            </a:extLst>
          </p:cNvPr>
          <p:cNvCxnSpPr>
            <a:cxnSpLocks/>
          </p:cNvCxnSpPr>
          <p:nvPr/>
        </p:nvCxnSpPr>
        <p:spPr>
          <a:xfrm flipH="1" flipV="1">
            <a:off x="5653088" y="1921669"/>
            <a:ext cx="64470" cy="76"/>
          </a:xfrm>
          <a:prstGeom prst="line">
            <a:avLst/>
          </a:prstGeom>
          <a:ln w="41910">
            <a:solidFill>
              <a:schemeClr val="bg1"/>
            </a:solidFill>
          </a:ln>
        </p:spPr>
        <p:style>
          <a:lnRef idx="2">
            <a:schemeClr val="accent1"/>
          </a:lnRef>
          <a:fillRef idx="0">
            <a:schemeClr val="accent1"/>
          </a:fillRef>
          <a:effectRef idx="1">
            <a:schemeClr val="accent1"/>
          </a:effectRef>
          <a:fontRef idx="minor">
            <a:schemeClr val="tx1"/>
          </a:fontRef>
        </p:style>
      </p:cxnSp>
      <p:pic>
        <p:nvPicPr>
          <p:cNvPr id="31" name="Picture 2" descr="Drop Of Water To - Free GIF on Pixabay">
            <a:extLst>
              <a:ext uri="{FF2B5EF4-FFF2-40B4-BE49-F238E27FC236}">
                <a16:creationId xmlns:a16="http://schemas.microsoft.com/office/drawing/2014/main" id="{A2E516DC-43DD-565D-24C7-605B7B5E74B0}"/>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5749244" y="1983338"/>
            <a:ext cx="63109" cy="169173"/>
          </a:xfrm>
          <a:prstGeom prst="rect">
            <a:avLst/>
          </a:prstGeom>
          <a:noFill/>
          <a:extLst>
            <a:ext uri="{909E8E84-426E-40DD-AFC4-6F175D3DCCD1}">
              <a14:hiddenFill xmlns:a14="http://schemas.microsoft.com/office/drawing/2010/main">
                <a:solidFill>
                  <a:srgbClr val="FFFFFF"/>
                </a:solidFill>
              </a14:hiddenFill>
            </a:ext>
          </a:extLst>
        </p:spPr>
      </p:pic>
      <p:sp>
        <p:nvSpPr>
          <p:cNvPr id="1136" name="Arrow: Right 1135">
            <a:extLst>
              <a:ext uri="{FF2B5EF4-FFF2-40B4-BE49-F238E27FC236}">
                <a16:creationId xmlns:a16="http://schemas.microsoft.com/office/drawing/2014/main" id="{26706746-8C4D-4F71-0741-7D54C1D6B421}"/>
              </a:ext>
            </a:extLst>
          </p:cNvPr>
          <p:cNvSpPr/>
          <p:nvPr/>
        </p:nvSpPr>
        <p:spPr>
          <a:xfrm rot="16200000" flipV="1">
            <a:off x="4398407" y="22998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7" name="Arrow: Right 1136">
            <a:extLst>
              <a:ext uri="{FF2B5EF4-FFF2-40B4-BE49-F238E27FC236}">
                <a16:creationId xmlns:a16="http://schemas.microsoft.com/office/drawing/2014/main" id="{30147D69-678F-EA33-0166-31D4039D7053}"/>
              </a:ext>
            </a:extLst>
          </p:cNvPr>
          <p:cNvSpPr/>
          <p:nvPr/>
        </p:nvSpPr>
        <p:spPr>
          <a:xfrm rot="16200000" flipV="1">
            <a:off x="4397214" y="28370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9" name="Arrow: Right 1138">
            <a:extLst>
              <a:ext uri="{FF2B5EF4-FFF2-40B4-BE49-F238E27FC236}">
                <a16:creationId xmlns:a16="http://schemas.microsoft.com/office/drawing/2014/main" id="{27DCE4E7-926C-4355-67AF-0046E9246C3C}"/>
              </a:ext>
            </a:extLst>
          </p:cNvPr>
          <p:cNvSpPr/>
          <p:nvPr/>
        </p:nvSpPr>
        <p:spPr>
          <a:xfrm rot="16200000" flipV="1">
            <a:off x="4397193" y="390344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4" name="Arrow: Right 1153">
            <a:extLst>
              <a:ext uri="{FF2B5EF4-FFF2-40B4-BE49-F238E27FC236}">
                <a16:creationId xmlns:a16="http://schemas.microsoft.com/office/drawing/2014/main" id="{7CC351A4-C698-5CAC-036B-71AFAD1B918C}"/>
              </a:ext>
            </a:extLst>
          </p:cNvPr>
          <p:cNvSpPr/>
          <p:nvPr/>
        </p:nvSpPr>
        <p:spPr>
          <a:xfrm rot="10800000">
            <a:off x="5445008" y="456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5" name="Arrow: Right 1154">
            <a:extLst>
              <a:ext uri="{FF2B5EF4-FFF2-40B4-BE49-F238E27FC236}">
                <a16:creationId xmlns:a16="http://schemas.microsoft.com/office/drawing/2014/main" id="{E531AA89-5B4B-9EBF-2141-1A3D9B4E6EBF}"/>
              </a:ext>
            </a:extLst>
          </p:cNvPr>
          <p:cNvSpPr/>
          <p:nvPr/>
        </p:nvSpPr>
        <p:spPr>
          <a:xfrm rot="10800000">
            <a:off x="4927207" y="456486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7" name="Arrow: Right 1156">
            <a:extLst>
              <a:ext uri="{FF2B5EF4-FFF2-40B4-BE49-F238E27FC236}">
                <a16:creationId xmlns:a16="http://schemas.microsoft.com/office/drawing/2014/main" id="{32AB84F2-9CC3-E677-8235-CA0BA1476F65}"/>
              </a:ext>
            </a:extLst>
          </p:cNvPr>
          <p:cNvSpPr/>
          <p:nvPr/>
        </p:nvSpPr>
        <p:spPr>
          <a:xfrm rot="10800000">
            <a:off x="4331965" y="457389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8" name="Arrow: Right 1157">
            <a:extLst>
              <a:ext uri="{FF2B5EF4-FFF2-40B4-BE49-F238E27FC236}">
                <a16:creationId xmlns:a16="http://schemas.microsoft.com/office/drawing/2014/main" id="{99EE1362-7F30-9F68-EE17-96517104F7AA}"/>
              </a:ext>
            </a:extLst>
          </p:cNvPr>
          <p:cNvSpPr/>
          <p:nvPr/>
        </p:nvSpPr>
        <p:spPr>
          <a:xfrm rot="10800000">
            <a:off x="3779752" y="220550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9" name="Arrow: Right 1158">
            <a:extLst>
              <a:ext uri="{FF2B5EF4-FFF2-40B4-BE49-F238E27FC236}">
                <a16:creationId xmlns:a16="http://schemas.microsoft.com/office/drawing/2014/main" id="{7D0CF183-6260-58F1-13BB-1AC581552062}"/>
              </a:ext>
            </a:extLst>
          </p:cNvPr>
          <p:cNvSpPr/>
          <p:nvPr/>
        </p:nvSpPr>
        <p:spPr>
          <a:xfrm rot="10800000">
            <a:off x="3184510" y="220978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0" name="Arrow: Right 1159">
            <a:extLst>
              <a:ext uri="{FF2B5EF4-FFF2-40B4-BE49-F238E27FC236}">
                <a16:creationId xmlns:a16="http://schemas.microsoft.com/office/drawing/2014/main" id="{7ADDF73A-643F-5C6F-274C-CEE318542C00}"/>
              </a:ext>
            </a:extLst>
          </p:cNvPr>
          <p:cNvSpPr/>
          <p:nvPr/>
        </p:nvSpPr>
        <p:spPr>
          <a:xfrm rot="10800000" flipH="1">
            <a:off x="4046342" y="409213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1" name="Arrow: Right 1160">
            <a:extLst>
              <a:ext uri="{FF2B5EF4-FFF2-40B4-BE49-F238E27FC236}">
                <a16:creationId xmlns:a16="http://schemas.microsoft.com/office/drawing/2014/main" id="{225C62E6-8998-D128-50D7-A4953155D256}"/>
              </a:ext>
            </a:extLst>
          </p:cNvPr>
          <p:cNvSpPr/>
          <p:nvPr/>
        </p:nvSpPr>
        <p:spPr>
          <a:xfrm rot="10800000" flipH="1">
            <a:off x="3451100" y="40964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2" name="Arrow: Right 1161">
            <a:extLst>
              <a:ext uri="{FF2B5EF4-FFF2-40B4-BE49-F238E27FC236}">
                <a16:creationId xmlns:a16="http://schemas.microsoft.com/office/drawing/2014/main" id="{5DEC411E-390F-45CD-CC32-F248DD1FD3AD}"/>
              </a:ext>
            </a:extLst>
          </p:cNvPr>
          <p:cNvSpPr/>
          <p:nvPr/>
        </p:nvSpPr>
        <p:spPr>
          <a:xfrm rot="10800000" flipH="1">
            <a:off x="2951710" y="409655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4" name="Arrow: Right 1163">
            <a:extLst>
              <a:ext uri="{FF2B5EF4-FFF2-40B4-BE49-F238E27FC236}">
                <a16:creationId xmlns:a16="http://schemas.microsoft.com/office/drawing/2014/main" id="{72439F93-A6DA-16FC-65B9-4AC799DEE62A}"/>
              </a:ext>
            </a:extLst>
          </p:cNvPr>
          <p:cNvSpPr/>
          <p:nvPr/>
        </p:nvSpPr>
        <p:spPr>
          <a:xfrm rot="10800000" flipH="1">
            <a:off x="3315470" y="421614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5" name="Arrow: Right 1164">
            <a:extLst>
              <a:ext uri="{FF2B5EF4-FFF2-40B4-BE49-F238E27FC236}">
                <a16:creationId xmlns:a16="http://schemas.microsoft.com/office/drawing/2014/main" id="{7DC41B54-871E-6D66-3A78-6E984ED3FD29}"/>
              </a:ext>
            </a:extLst>
          </p:cNvPr>
          <p:cNvSpPr/>
          <p:nvPr/>
        </p:nvSpPr>
        <p:spPr>
          <a:xfrm rot="10800000" flipH="1">
            <a:off x="2816080" y="42162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7" name="Arrow: Right 1166">
            <a:extLst>
              <a:ext uri="{FF2B5EF4-FFF2-40B4-BE49-F238E27FC236}">
                <a16:creationId xmlns:a16="http://schemas.microsoft.com/office/drawing/2014/main" id="{5DE2F507-345C-E81C-F017-5AEB282E9402}"/>
              </a:ext>
            </a:extLst>
          </p:cNvPr>
          <p:cNvSpPr/>
          <p:nvPr/>
        </p:nvSpPr>
        <p:spPr>
          <a:xfrm rot="10800000" flipH="1">
            <a:off x="4313957" y="43669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9" name="Arrow: Right 1168">
            <a:extLst>
              <a:ext uri="{FF2B5EF4-FFF2-40B4-BE49-F238E27FC236}">
                <a16:creationId xmlns:a16="http://schemas.microsoft.com/office/drawing/2014/main" id="{60D957C4-1943-FD48-4E96-4ED9D042D43A}"/>
              </a:ext>
            </a:extLst>
          </p:cNvPr>
          <p:cNvSpPr/>
          <p:nvPr/>
        </p:nvSpPr>
        <p:spPr>
          <a:xfrm rot="10800000" flipH="1">
            <a:off x="5171979" y="43618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0" name="Arrow: Right 1169">
            <a:extLst>
              <a:ext uri="{FF2B5EF4-FFF2-40B4-BE49-F238E27FC236}">
                <a16:creationId xmlns:a16="http://schemas.microsoft.com/office/drawing/2014/main" id="{D58E517A-D27D-2987-EA63-E1DB1BC2C544}"/>
              </a:ext>
            </a:extLst>
          </p:cNvPr>
          <p:cNvSpPr/>
          <p:nvPr/>
        </p:nvSpPr>
        <p:spPr>
          <a:xfrm rot="10800000">
            <a:off x="5267739" y="2108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1" name="Arrow: Right 1170">
            <a:extLst>
              <a:ext uri="{FF2B5EF4-FFF2-40B4-BE49-F238E27FC236}">
                <a16:creationId xmlns:a16="http://schemas.microsoft.com/office/drawing/2014/main" id="{088AA815-97DD-CE65-74C8-081D9E933CAA}"/>
              </a:ext>
            </a:extLst>
          </p:cNvPr>
          <p:cNvSpPr/>
          <p:nvPr/>
        </p:nvSpPr>
        <p:spPr>
          <a:xfrm rot="10800000">
            <a:off x="4672497" y="211298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2" name="Arrow: Right 1171">
            <a:extLst>
              <a:ext uri="{FF2B5EF4-FFF2-40B4-BE49-F238E27FC236}">
                <a16:creationId xmlns:a16="http://schemas.microsoft.com/office/drawing/2014/main" id="{04CEF040-2F4A-1C0B-CA79-F612AA88FA2F}"/>
              </a:ext>
            </a:extLst>
          </p:cNvPr>
          <p:cNvSpPr/>
          <p:nvPr/>
        </p:nvSpPr>
        <p:spPr>
          <a:xfrm rot="10800000" flipH="1">
            <a:off x="5092913" y="189953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3" name="Arrow: Right 1172">
            <a:extLst>
              <a:ext uri="{FF2B5EF4-FFF2-40B4-BE49-F238E27FC236}">
                <a16:creationId xmlns:a16="http://schemas.microsoft.com/office/drawing/2014/main" id="{FC63B060-E323-B10E-5BF2-D962C0710C27}"/>
              </a:ext>
            </a:extLst>
          </p:cNvPr>
          <p:cNvSpPr/>
          <p:nvPr/>
        </p:nvSpPr>
        <p:spPr>
          <a:xfrm rot="10800000" flipH="1">
            <a:off x="4497671" y="190380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4" name="Arrow: Right 1173">
            <a:extLst>
              <a:ext uri="{FF2B5EF4-FFF2-40B4-BE49-F238E27FC236}">
                <a16:creationId xmlns:a16="http://schemas.microsoft.com/office/drawing/2014/main" id="{C22D27ED-D479-FC68-F4F8-D812C5ACC145}"/>
              </a:ext>
            </a:extLst>
          </p:cNvPr>
          <p:cNvSpPr/>
          <p:nvPr/>
        </p:nvSpPr>
        <p:spPr>
          <a:xfrm rot="5900444">
            <a:off x="5630676" y="273208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5" name="Arrow: Right 1174">
            <a:extLst>
              <a:ext uri="{FF2B5EF4-FFF2-40B4-BE49-F238E27FC236}">
                <a16:creationId xmlns:a16="http://schemas.microsoft.com/office/drawing/2014/main" id="{CF2E79AE-B8A5-DC67-12EF-E2EA27C61B8A}"/>
              </a:ext>
            </a:extLst>
          </p:cNvPr>
          <p:cNvSpPr/>
          <p:nvPr/>
        </p:nvSpPr>
        <p:spPr>
          <a:xfrm rot="6000054">
            <a:off x="5857287" y="33505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6" name="Arrow: Right 1175">
            <a:extLst>
              <a:ext uri="{FF2B5EF4-FFF2-40B4-BE49-F238E27FC236}">
                <a16:creationId xmlns:a16="http://schemas.microsoft.com/office/drawing/2014/main" id="{CC000BAC-59B4-FB44-1FC2-906BF1765EAB}"/>
              </a:ext>
            </a:extLst>
          </p:cNvPr>
          <p:cNvSpPr/>
          <p:nvPr/>
        </p:nvSpPr>
        <p:spPr>
          <a:xfrm rot="5400000">
            <a:off x="5693718" y="37697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7" name="Arrow: Right 1176">
            <a:extLst>
              <a:ext uri="{FF2B5EF4-FFF2-40B4-BE49-F238E27FC236}">
                <a16:creationId xmlns:a16="http://schemas.microsoft.com/office/drawing/2014/main" id="{F670E0A1-5412-AE4E-2376-2EF8DAB6C337}"/>
              </a:ext>
            </a:extLst>
          </p:cNvPr>
          <p:cNvSpPr/>
          <p:nvPr/>
        </p:nvSpPr>
        <p:spPr>
          <a:xfrm rot="15599946" flipH="1">
            <a:off x="5541549" y="335323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8" name="Arrow: Right 1177">
            <a:extLst>
              <a:ext uri="{FF2B5EF4-FFF2-40B4-BE49-F238E27FC236}">
                <a16:creationId xmlns:a16="http://schemas.microsoft.com/office/drawing/2014/main" id="{CA2ECA16-E16A-6CA4-2FD6-2420BAE43A97}"/>
              </a:ext>
            </a:extLst>
          </p:cNvPr>
          <p:cNvSpPr/>
          <p:nvPr/>
        </p:nvSpPr>
        <p:spPr>
          <a:xfrm rot="5400000">
            <a:off x="5701702" y="42775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9" name="Arrow: Right 1178">
            <a:extLst>
              <a:ext uri="{FF2B5EF4-FFF2-40B4-BE49-F238E27FC236}">
                <a16:creationId xmlns:a16="http://schemas.microsoft.com/office/drawing/2014/main" id="{514FE148-586F-A753-3EC8-8F9D95936414}"/>
              </a:ext>
            </a:extLst>
          </p:cNvPr>
          <p:cNvSpPr/>
          <p:nvPr/>
        </p:nvSpPr>
        <p:spPr>
          <a:xfrm rot="15699556" flipH="1">
            <a:off x="5755068" y="27320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0" name="Arrow: Right 1179">
            <a:extLst>
              <a:ext uri="{FF2B5EF4-FFF2-40B4-BE49-F238E27FC236}">
                <a16:creationId xmlns:a16="http://schemas.microsoft.com/office/drawing/2014/main" id="{E3D7A47F-6E0C-3147-DE19-14C762AC1A71}"/>
              </a:ext>
            </a:extLst>
          </p:cNvPr>
          <p:cNvSpPr/>
          <p:nvPr/>
        </p:nvSpPr>
        <p:spPr>
          <a:xfrm rot="2382330" flipH="1">
            <a:off x="5306938" y="38136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1" name="Arrow: Right 1180">
            <a:extLst>
              <a:ext uri="{FF2B5EF4-FFF2-40B4-BE49-F238E27FC236}">
                <a16:creationId xmlns:a16="http://schemas.microsoft.com/office/drawing/2014/main" id="{87270545-4CDE-A296-6FD8-B98D5E7262C3}"/>
              </a:ext>
            </a:extLst>
          </p:cNvPr>
          <p:cNvSpPr/>
          <p:nvPr/>
        </p:nvSpPr>
        <p:spPr>
          <a:xfrm rot="5400000" flipH="1">
            <a:off x="4998762" y="330330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2" name="Arrow: Right 1181">
            <a:extLst>
              <a:ext uri="{FF2B5EF4-FFF2-40B4-BE49-F238E27FC236}">
                <a16:creationId xmlns:a16="http://schemas.microsoft.com/office/drawing/2014/main" id="{A985F54F-B9BE-09C3-1C0A-16E34660F9A6}"/>
              </a:ext>
            </a:extLst>
          </p:cNvPr>
          <p:cNvSpPr/>
          <p:nvPr/>
        </p:nvSpPr>
        <p:spPr>
          <a:xfrm rot="7885014" flipH="1">
            <a:off x="5160380" y="281849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3" name="Arrow: Right 1182">
            <a:extLst>
              <a:ext uri="{FF2B5EF4-FFF2-40B4-BE49-F238E27FC236}">
                <a16:creationId xmlns:a16="http://schemas.microsoft.com/office/drawing/2014/main" id="{C05E5DB6-A4E5-DB85-C807-39F38142AA59}"/>
              </a:ext>
            </a:extLst>
          </p:cNvPr>
          <p:cNvSpPr/>
          <p:nvPr/>
        </p:nvSpPr>
        <p:spPr>
          <a:xfrm rot="19217670">
            <a:off x="6153899" y="37898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Right 31">
            <a:extLst>
              <a:ext uri="{FF2B5EF4-FFF2-40B4-BE49-F238E27FC236}">
                <a16:creationId xmlns:a16="http://schemas.microsoft.com/office/drawing/2014/main" id="{A7A74FF9-8CE5-CAD4-CB90-CB00DAE84674}"/>
              </a:ext>
            </a:extLst>
          </p:cNvPr>
          <p:cNvSpPr/>
          <p:nvPr/>
        </p:nvSpPr>
        <p:spPr>
          <a:xfrm rot="16200000">
            <a:off x="6430197" y="33070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Arrow: Right 32">
            <a:extLst>
              <a:ext uri="{FF2B5EF4-FFF2-40B4-BE49-F238E27FC236}">
                <a16:creationId xmlns:a16="http://schemas.microsoft.com/office/drawing/2014/main" id="{8E11CD37-CF09-4838-7030-DC1A5D9A35D9}"/>
              </a:ext>
            </a:extLst>
          </p:cNvPr>
          <p:cNvSpPr/>
          <p:nvPr/>
        </p:nvSpPr>
        <p:spPr>
          <a:xfrm rot="13714986">
            <a:off x="6176928" y="28158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Arrow: Right 33">
            <a:extLst>
              <a:ext uri="{FF2B5EF4-FFF2-40B4-BE49-F238E27FC236}">
                <a16:creationId xmlns:a16="http://schemas.microsoft.com/office/drawing/2014/main" id="{B10E8553-E8E1-84C8-8832-92DB439636A8}"/>
              </a:ext>
            </a:extLst>
          </p:cNvPr>
          <p:cNvSpPr/>
          <p:nvPr/>
        </p:nvSpPr>
        <p:spPr>
          <a:xfrm rot="5400000">
            <a:off x="4241117" y="222360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Arrow: Right 34">
            <a:extLst>
              <a:ext uri="{FF2B5EF4-FFF2-40B4-BE49-F238E27FC236}">
                <a16:creationId xmlns:a16="http://schemas.microsoft.com/office/drawing/2014/main" id="{59FACA13-A173-9B73-977B-6C5026C625F3}"/>
              </a:ext>
            </a:extLst>
          </p:cNvPr>
          <p:cNvSpPr/>
          <p:nvPr/>
        </p:nvSpPr>
        <p:spPr>
          <a:xfrm rot="10800000">
            <a:off x="4072328" y="23301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Arrow: Right 35">
            <a:extLst>
              <a:ext uri="{FF2B5EF4-FFF2-40B4-BE49-F238E27FC236}">
                <a16:creationId xmlns:a16="http://schemas.microsoft.com/office/drawing/2014/main" id="{F5A616A9-CFBB-92BD-425D-22C611C7C295}"/>
              </a:ext>
            </a:extLst>
          </p:cNvPr>
          <p:cNvSpPr/>
          <p:nvPr/>
        </p:nvSpPr>
        <p:spPr>
          <a:xfrm rot="10800000">
            <a:off x="3477086" y="23344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Arrow: Right 36">
            <a:extLst>
              <a:ext uri="{FF2B5EF4-FFF2-40B4-BE49-F238E27FC236}">
                <a16:creationId xmlns:a16="http://schemas.microsoft.com/office/drawing/2014/main" id="{D763FD1E-9FC6-BC71-FB2D-EF372D45B265}"/>
              </a:ext>
            </a:extLst>
          </p:cNvPr>
          <p:cNvSpPr/>
          <p:nvPr/>
        </p:nvSpPr>
        <p:spPr>
          <a:xfrm rot="10800000">
            <a:off x="2992221" y="233391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Arrow: Right 37">
            <a:extLst>
              <a:ext uri="{FF2B5EF4-FFF2-40B4-BE49-F238E27FC236}">
                <a16:creationId xmlns:a16="http://schemas.microsoft.com/office/drawing/2014/main" id="{48D4CE67-8D64-3FA8-365E-E6945B4AD6B1}"/>
              </a:ext>
            </a:extLst>
          </p:cNvPr>
          <p:cNvSpPr/>
          <p:nvPr/>
        </p:nvSpPr>
        <p:spPr>
          <a:xfrm rot="10800000">
            <a:off x="6409076" y="45090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Arrow: Right 39">
            <a:extLst>
              <a:ext uri="{FF2B5EF4-FFF2-40B4-BE49-F238E27FC236}">
                <a16:creationId xmlns:a16="http://schemas.microsoft.com/office/drawing/2014/main" id="{45FB1850-E344-EC02-46AF-A7F22BD5335E}"/>
              </a:ext>
            </a:extLst>
          </p:cNvPr>
          <p:cNvSpPr/>
          <p:nvPr/>
        </p:nvSpPr>
        <p:spPr>
          <a:xfrm rot="16200000">
            <a:off x="5820929" y="42674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Right 40">
            <a:extLst>
              <a:ext uri="{FF2B5EF4-FFF2-40B4-BE49-F238E27FC236}">
                <a16:creationId xmlns:a16="http://schemas.microsoft.com/office/drawing/2014/main" id="{469D34A8-5042-D135-2052-15B1502425BA}"/>
              </a:ext>
            </a:extLst>
          </p:cNvPr>
          <p:cNvSpPr/>
          <p:nvPr/>
        </p:nvSpPr>
        <p:spPr>
          <a:xfrm rot="16200000">
            <a:off x="5584944" y="42718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Arrow: Right 41">
            <a:extLst>
              <a:ext uri="{FF2B5EF4-FFF2-40B4-BE49-F238E27FC236}">
                <a16:creationId xmlns:a16="http://schemas.microsoft.com/office/drawing/2014/main" id="{5C7AC5EE-484D-2DF3-3496-D13EF20FB15E}"/>
              </a:ext>
            </a:extLst>
          </p:cNvPr>
          <p:cNvSpPr/>
          <p:nvPr/>
        </p:nvSpPr>
        <p:spPr>
          <a:xfrm rot="13221374">
            <a:off x="5903856" y="44564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Arrow: Right 42">
            <a:extLst>
              <a:ext uri="{FF2B5EF4-FFF2-40B4-BE49-F238E27FC236}">
                <a16:creationId xmlns:a16="http://schemas.microsoft.com/office/drawing/2014/main" id="{6CBDDE47-2ED8-6653-1736-4A6AA0F9068C}"/>
              </a:ext>
            </a:extLst>
          </p:cNvPr>
          <p:cNvSpPr/>
          <p:nvPr/>
        </p:nvSpPr>
        <p:spPr>
          <a:xfrm rot="16200000">
            <a:off x="5820924" y="23481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Arrow: Right 43">
            <a:extLst>
              <a:ext uri="{FF2B5EF4-FFF2-40B4-BE49-F238E27FC236}">
                <a16:creationId xmlns:a16="http://schemas.microsoft.com/office/drawing/2014/main" id="{9405A5BD-2D64-E27C-746C-0DA564B643C3}"/>
              </a:ext>
            </a:extLst>
          </p:cNvPr>
          <p:cNvSpPr/>
          <p:nvPr/>
        </p:nvSpPr>
        <p:spPr>
          <a:xfrm rot="16200000">
            <a:off x="5577238" y="235386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Right 44">
            <a:extLst>
              <a:ext uri="{FF2B5EF4-FFF2-40B4-BE49-F238E27FC236}">
                <a16:creationId xmlns:a16="http://schemas.microsoft.com/office/drawing/2014/main" id="{C6DAAB5F-3459-6516-9067-5BC22D89692E}"/>
              </a:ext>
            </a:extLst>
          </p:cNvPr>
          <p:cNvSpPr/>
          <p:nvPr/>
        </p:nvSpPr>
        <p:spPr>
          <a:xfrm rot="18034072">
            <a:off x="5877462" y="19717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Arrow: Right 47">
            <a:extLst>
              <a:ext uri="{FF2B5EF4-FFF2-40B4-BE49-F238E27FC236}">
                <a16:creationId xmlns:a16="http://schemas.microsoft.com/office/drawing/2014/main" id="{6DEE0397-2767-E3CF-87F1-D8DBB908DE42}"/>
              </a:ext>
            </a:extLst>
          </p:cNvPr>
          <p:cNvSpPr/>
          <p:nvPr/>
        </p:nvSpPr>
        <p:spPr>
          <a:xfrm rot="16200000">
            <a:off x="6369088" y="17122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Right 50">
            <a:extLst>
              <a:ext uri="{FF2B5EF4-FFF2-40B4-BE49-F238E27FC236}">
                <a16:creationId xmlns:a16="http://schemas.microsoft.com/office/drawing/2014/main" id="{F595B27C-FCFD-BC87-352E-977D461A407F}"/>
              </a:ext>
            </a:extLst>
          </p:cNvPr>
          <p:cNvSpPr/>
          <p:nvPr/>
        </p:nvSpPr>
        <p:spPr>
          <a:xfrm rot="16200000">
            <a:off x="6369980" y="133759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Arrow: Right 57">
            <a:extLst>
              <a:ext uri="{FF2B5EF4-FFF2-40B4-BE49-F238E27FC236}">
                <a16:creationId xmlns:a16="http://schemas.microsoft.com/office/drawing/2014/main" id="{47AA71D8-2737-4E08-1D55-683CCA362AE3}"/>
              </a:ext>
            </a:extLst>
          </p:cNvPr>
          <p:cNvSpPr/>
          <p:nvPr/>
        </p:nvSpPr>
        <p:spPr>
          <a:xfrm rot="5400000">
            <a:off x="7155090" y="17288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Arrow: Right 58">
            <a:extLst>
              <a:ext uri="{FF2B5EF4-FFF2-40B4-BE49-F238E27FC236}">
                <a16:creationId xmlns:a16="http://schemas.microsoft.com/office/drawing/2014/main" id="{C0DAEC0D-1214-B3C0-AD1F-6152FD661355}"/>
              </a:ext>
            </a:extLst>
          </p:cNvPr>
          <p:cNvSpPr/>
          <p:nvPr/>
        </p:nvSpPr>
        <p:spPr>
          <a:xfrm rot="5400000">
            <a:off x="7155967" y="20472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Arrow: Right 59">
            <a:extLst>
              <a:ext uri="{FF2B5EF4-FFF2-40B4-BE49-F238E27FC236}">
                <a16:creationId xmlns:a16="http://schemas.microsoft.com/office/drawing/2014/main" id="{9B7C950D-2F54-0C12-C8F1-7BAB4323B654}"/>
              </a:ext>
            </a:extLst>
          </p:cNvPr>
          <p:cNvSpPr/>
          <p:nvPr/>
        </p:nvSpPr>
        <p:spPr>
          <a:xfrm>
            <a:off x="6202462"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Arrow: Right 60">
            <a:extLst>
              <a:ext uri="{FF2B5EF4-FFF2-40B4-BE49-F238E27FC236}">
                <a16:creationId xmlns:a16="http://schemas.microsoft.com/office/drawing/2014/main" id="{A50EFAD0-4702-AE50-C676-431C2CFAD1C6}"/>
              </a:ext>
            </a:extLst>
          </p:cNvPr>
          <p:cNvSpPr/>
          <p:nvPr/>
        </p:nvSpPr>
        <p:spPr>
          <a:xfrm>
            <a:off x="6763136"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Arrow: Right 61">
            <a:extLst>
              <a:ext uri="{FF2B5EF4-FFF2-40B4-BE49-F238E27FC236}">
                <a16:creationId xmlns:a16="http://schemas.microsoft.com/office/drawing/2014/main" id="{0D26CEA4-7FA5-81FA-7EBB-E57A8B4F02F0}"/>
              </a:ext>
            </a:extLst>
          </p:cNvPr>
          <p:cNvSpPr/>
          <p:nvPr/>
        </p:nvSpPr>
        <p:spPr>
          <a:xfrm>
            <a:off x="66634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Arrow: Right 63">
            <a:extLst>
              <a:ext uri="{FF2B5EF4-FFF2-40B4-BE49-F238E27FC236}">
                <a16:creationId xmlns:a16="http://schemas.microsoft.com/office/drawing/2014/main" id="{9D051CFD-D311-C541-6B67-946D3B383960}"/>
              </a:ext>
            </a:extLst>
          </p:cNvPr>
          <p:cNvSpPr/>
          <p:nvPr/>
        </p:nvSpPr>
        <p:spPr>
          <a:xfrm>
            <a:off x="74696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Arrow: Right 64">
            <a:extLst>
              <a:ext uri="{FF2B5EF4-FFF2-40B4-BE49-F238E27FC236}">
                <a16:creationId xmlns:a16="http://schemas.microsoft.com/office/drawing/2014/main" id="{AB39AEAF-281D-4964-E7D8-970DDC0205DC}"/>
              </a:ext>
            </a:extLst>
          </p:cNvPr>
          <p:cNvSpPr/>
          <p:nvPr/>
        </p:nvSpPr>
        <p:spPr>
          <a:xfrm>
            <a:off x="82371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Arrow: Right 65">
            <a:extLst>
              <a:ext uri="{FF2B5EF4-FFF2-40B4-BE49-F238E27FC236}">
                <a16:creationId xmlns:a16="http://schemas.microsoft.com/office/drawing/2014/main" id="{F5CDC8DF-8690-65AF-E69C-D1C2F85FCC96}"/>
              </a:ext>
            </a:extLst>
          </p:cNvPr>
          <p:cNvSpPr/>
          <p:nvPr/>
        </p:nvSpPr>
        <p:spPr>
          <a:xfrm>
            <a:off x="90433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Arrow: Right 67">
            <a:extLst>
              <a:ext uri="{FF2B5EF4-FFF2-40B4-BE49-F238E27FC236}">
                <a16:creationId xmlns:a16="http://schemas.microsoft.com/office/drawing/2014/main" id="{8A5B3BEB-C917-A6B1-2ACA-CD524E8357AB}"/>
              </a:ext>
            </a:extLst>
          </p:cNvPr>
          <p:cNvSpPr/>
          <p:nvPr/>
        </p:nvSpPr>
        <p:spPr>
          <a:xfrm rot="5400000">
            <a:off x="7158639" y="43420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Arrow: Right 68">
            <a:extLst>
              <a:ext uri="{FF2B5EF4-FFF2-40B4-BE49-F238E27FC236}">
                <a16:creationId xmlns:a16="http://schemas.microsoft.com/office/drawing/2014/main" id="{8A0EC0EA-8763-1DC2-EEA7-1A4E8776D2E3}"/>
              </a:ext>
            </a:extLst>
          </p:cNvPr>
          <p:cNvSpPr/>
          <p:nvPr/>
        </p:nvSpPr>
        <p:spPr>
          <a:xfrm>
            <a:off x="8039164" y="176047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Arrow: Right 75">
            <a:extLst>
              <a:ext uri="{FF2B5EF4-FFF2-40B4-BE49-F238E27FC236}">
                <a16:creationId xmlns:a16="http://schemas.microsoft.com/office/drawing/2014/main" id="{EA8B3569-EE0E-98CE-5768-FC13261212A4}"/>
              </a:ext>
            </a:extLst>
          </p:cNvPr>
          <p:cNvSpPr/>
          <p:nvPr/>
        </p:nvSpPr>
        <p:spPr>
          <a:xfrm rot="10800000">
            <a:off x="8266451" y="456935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Arrow: Right 77">
            <a:extLst>
              <a:ext uri="{FF2B5EF4-FFF2-40B4-BE49-F238E27FC236}">
                <a16:creationId xmlns:a16="http://schemas.microsoft.com/office/drawing/2014/main" id="{97761983-1C73-EFAB-87EB-D0BC84216058}"/>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Arrow: Right 135">
            <a:extLst>
              <a:ext uri="{FF2B5EF4-FFF2-40B4-BE49-F238E27FC236}">
                <a16:creationId xmlns:a16="http://schemas.microsoft.com/office/drawing/2014/main" id="{29D5CD50-3AC9-32D0-B0EF-EF709BE3BDF3}"/>
              </a:ext>
            </a:extLst>
          </p:cNvPr>
          <p:cNvSpPr/>
          <p:nvPr/>
        </p:nvSpPr>
        <p:spPr>
          <a:xfrm flipH="1">
            <a:off x="78061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Arrow: Right 136">
            <a:extLst>
              <a:ext uri="{FF2B5EF4-FFF2-40B4-BE49-F238E27FC236}">
                <a16:creationId xmlns:a16="http://schemas.microsoft.com/office/drawing/2014/main" id="{A33D2EB7-067A-8813-96E8-75D77EB00C6D}"/>
              </a:ext>
            </a:extLst>
          </p:cNvPr>
          <p:cNvSpPr/>
          <p:nvPr/>
        </p:nvSpPr>
        <p:spPr>
          <a:xfrm flipH="1">
            <a:off x="8573642" y="163184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Arrow: Right 137">
            <a:extLst>
              <a:ext uri="{FF2B5EF4-FFF2-40B4-BE49-F238E27FC236}">
                <a16:creationId xmlns:a16="http://schemas.microsoft.com/office/drawing/2014/main" id="{54924AF4-2CBF-A77D-B74B-89295740F2E8}"/>
              </a:ext>
            </a:extLst>
          </p:cNvPr>
          <p:cNvSpPr/>
          <p:nvPr/>
        </p:nvSpPr>
        <p:spPr>
          <a:xfrm flipH="1">
            <a:off x="93798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Arrow: Right 144">
            <a:extLst>
              <a:ext uri="{FF2B5EF4-FFF2-40B4-BE49-F238E27FC236}">
                <a16:creationId xmlns:a16="http://schemas.microsoft.com/office/drawing/2014/main" id="{56C8F765-B52B-1E3F-7C49-1914CD48EA0D}"/>
              </a:ext>
            </a:extLst>
          </p:cNvPr>
          <p:cNvSpPr/>
          <p:nvPr/>
        </p:nvSpPr>
        <p:spPr>
          <a:xfrm>
            <a:off x="1922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Arrow: Right 145">
            <a:extLst>
              <a:ext uri="{FF2B5EF4-FFF2-40B4-BE49-F238E27FC236}">
                <a16:creationId xmlns:a16="http://schemas.microsoft.com/office/drawing/2014/main" id="{F6DFA0DD-B40A-23B5-490F-CF666A62DCDF}"/>
              </a:ext>
            </a:extLst>
          </p:cNvPr>
          <p:cNvSpPr/>
          <p:nvPr/>
        </p:nvSpPr>
        <p:spPr>
          <a:xfrm>
            <a:off x="959806" y="456821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Arrow: Right 146">
            <a:extLst>
              <a:ext uri="{FF2B5EF4-FFF2-40B4-BE49-F238E27FC236}">
                <a16:creationId xmlns:a16="http://schemas.microsoft.com/office/drawing/2014/main" id="{7B1EF47A-2495-4CD0-E8C7-10774B815638}"/>
              </a:ext>
            </a:extLst>
          </p:cNvPr>
          <p:cNvSpPr/>
          <p:nvPr/>
        </p:nvSpPr>
        <p:spPr>
          <a:xfrm>
            <a:off x="17659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Arrow: Right 148">
            <a:extLst>
              <a:ext uri="{FF2B5EF4-FFF2-40B4-BE49-F238E27FC236}">
                <a16:creationId xmlns:a16="http://schemas.microsoft.com/office/drawing/2014/main" id="{2C238F74-AC83-E3BE-24B8-8A46FD63FDFB}"/>
              </a:ext>
            </a:extLst>
          </p:cNvPr>
          <p:cNvSpPr/>
          <p:nvPr/>
        </p:nvSpPr>
        <p:spPr>
          <a:xfrm flipH="1">
            <a:off x="6102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Arrow: Right 153">
            <a:extLst>
              <a:ext uri="{FF2B5EF4-FFF2-40B4-BE49-F238E27FC236}">
                <a16:creationId xmlns:a16="http://schemas.microsoft.com/office/drawing/2014/main" id="{11FC7DE9-95D2-12AF-384F-4C0F182DFD41}"/>
              </a:ext>
            </a:extLst>
          </p:cNvPr>
          <p:cNvSpPr/>
          <p:nvPr/>
        </p:nvSpPr>
        <p:spPr>
          <a:xfrm flipH="1">
            <a:off x="1377744" y="1760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Arrow: Right 154">
            <a:extLst>
              <a:ext uri="{FF2B5EF4-FFF2-40B4-BE49-F238E27FC236}">
                <a16:creationId xmlns:a16="http://schemas.microsoft.com/office/drawing/2014/main" id="{BECD2B85-9A57-26A9-EC16-14940A489234}"/>
              </a:ext>
            </a:extLst>
          </p:cNvPr>
          <p:cNvSpPr/>
          <p:nvPr/>
        </p:nvSpPr>
        <p:spPr>
          <a:xfrm flipH="1">
            <a:off x="21839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Arrow: Right 155">
            <a:extLst>
              <a:ext uri="{FF2B5EF4-FFF2-40B4-BE49-F238E27FC236}">
                <a16:creationId xmlns:a16="http://schemas.microsoft.com/office/drawing/2014/main" id="{258A869A-97C9-1C54-5B05-A3DCC16B013E}"/>
              </a:ext>
            </a:extLst>
          </p:cNvPr>
          <p:cNvSpPr/>
          <p:nvPr/>
        </p:nvSpPr>
        <p:spPr>
          <a:xfrm rot="16200000">
            <a:off x="7624745" y="264761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Arrow: Right 156">
            <a:extLst>
              <a:ext uri="{FF2B5EF4-FFF2-40B4-BE49-F238E27FC236}">
                <a16:creationId xmlns:a16="http://schemas.microsoft.com/office/drawing/2014/main" id="{04E0C7ED-246C-A4E2-20EC-D5A2EF0BB8ED}"/>
              </a:ext>
            </a:extLst>
          </p:cNvPr>
          <p:cNvSpPr/>
          <p:nvPr/>
        </p:nvSpPr>
        <p:spPr>
          <a:xfrm rot="16200000">
            <a:off x="7621283" y="319059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Arrow: Right 157">
            <a:extLst>
              <a:ext uri="{FF2B5EF4-FFF2-40B4-BE49-F238E27FC236}">
                <a16:creationId xmlns:a16="http://schemas.microsoft.com/office/drawing/2014/main" id="{B81AAF56-5951-808A-A94D-D0963DFD21CE}"/>
              </a:ext>
            </a:extLst>
          </p:cNvPr>
          <p:cNvSpPr/>
          <p:nvPr/>
        </p:nvSpPr>
        <p:spPr>
          <a:xfrm rot="16200000">
            <a:off x="7618732" y="2122668"/>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Arrow: Right 158">
            <a:extLst>
              <a:ext uri="{FF2B5EF4-FFF2-40B4-BE49-F238E27FC236}">
                <a16:creationId xmlns:a16="http://schemas.microsoft.com/office/drawing/2014/main" id="{CDD09059-DCE0-DD8A-611B-AA1885E2BF31}"/>
              </a:ext>
            </a:extLst>
          </p:cNvPr>
          <p:cNvSpPr/>
          <p:nvPr/>
        </p:nvSpPr>
        <p:spPr>
          <a:xfrm rot="16200000">
            <a:off x="7628282" y="372328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9" name="Arrow: Right 1028">
            <a:extLst>
              <a:ext uri="{FF2B5EF4-FFF2-40B4-BE49-F238E27FC236}">
                <a16:creationId xmlns:a16="http://schemas.microsoft.com/office/drawing/2014/main" id="{1F20C0CF-30CF-C143-A4C1-BD08F30D3B07}"/>
              </a:ext>
            </a:extLst>
          </p:cNvPr>
          <p:cNvSpPr/>
          <p:nvPr/>
        </p:nvSpPr>
        <p:spPr>
          <a:xfrm rot="16200000">
            <a:off x="7612600" y="429776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7" name="Arrow: Right 1046">
            <a:extLst>
              <a:ext uri="{FF2B5EF4-FFF2-40B4-BE49-F238E27FC236}">
                <a16:creationId xmlns:a16="http://schemas.microsoft.com/office/drawing/2014/main" id="{404E901C-F2C6-9198-5E04-5D63E565AA04}"/>
              </a:ext>
            </a:extLst>
          </p:cNvPr>
          <p:cNvSpPr/>
          <p:nvPr/>
        </p:nvSpPr>
        <p:spPr>
          <a:xfrm rot="5400000" flipV="1">
            <a:off x="8597086" y="266749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 name="Arrow: Right 1047">
            <a:extLst>
              <a:ext uri="{FF2B5EF4-FFF2-40B4-BE49-F238E27FC236}">
                <a16:creationId xmlns:a16="http://schemas.microsoft.com/office/drawing/2014/main" id="{E3FD8931-CB94-41AD-B4FA-ECE6ACDC404B}"/>
              </a:ext>
            </a:extLst>
          </p:cNvPr>
          <p:cNvSpPr/>
          <p:nvPr/>
        </p:nvSpPr>
        <p:spPr>
          <a:xfrm rot="5400000" flipV="1">
            <a:off x="8593624" y="321047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9" name="Arrow: Right 1048">
            <a:extLst>
              <a:ext uri="{FF2B5EF4-FFF2-40B4-BE49-F238E27FC236}">
                <a16:creationId xmlns:a16="http://schemas.microsoft.com/office/drawing/2014/main" id="{2B7EB365-E11C-D263-2B90-CF27E55F0482}"/>
              </a:ext>
            </a:extLst>
          </p:cNvPr>
          <p:cNvSpPr/>
          <p:nvPr/>
        </p:nvSpPr>
        <p:spPr>
          <a:xfrm rot="5400000" flipV="1">
            <a:off x="8591073" y="214254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0" name="Arrow: Right 1049">
            <a:extLst>
              <a:ext uri="{FF2B5EF4-FFF2-40B4-BE49-F238E27FC236}">
                <a16:creationId xmlns:a16="http://schemas.microsoft.com/office/drawing/2014/main" id="{0FAC1CB3-A400-D3AB-8E84-091DD4EFB857}"/>
              </a:ext>
            </a:extLst>
          </p:cNvPr>
          <p:cNvSpPr/>
          <p:nvPr/>
        </p:nvSpPr>
        <p:spPr>
          <a:xfrm rot="5400000" flipV="1">
            <a:off x="8600623" y="374316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1" name="Arrow: Right 1050">
            <a:extLst>
              <a:ext uri="{FF2B5EF4-FFF2-40B4-BE49-F238E27FC236}">
                <a16:creationId xmlns:a16="http://schemas.microsoft.com/office/drawing/2014/main" id="{309E17E1-A3C6-8389-3B85-77EA795F8FDE}"/>
              </a:ext>
            </a:extLst>
          </p:cNvPr>
          <p:cNvSpPr/>
          <p:nvPr/>
        </p:nvSpPr>
        <p:spPr>
          <a:xfrm rot="5400000" flipV="1">
            <a:off x="8584941" y="431763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2" name="Arrow: Right 1051">
            <a:extLst>
              <a:ext uri="{FF2B5EF4-FFF2-40B4-BE49-F238E27FC236}">
                <a16:creationId xmlns:a16="http://schemas.microsoft.com/office/drawing/2014/main" id="{BF1D14F4-B84A-BF4B-6BD2-5B53A696FB07}"/>
              </a:ext>
            </a:extLst>
          </p:cNvPr>
          <p:cNvSpPr/>
          <p:nvPr/>
        </p:nvSpPr>
        <p:spPr>
          <a:xfrm rot="5400000">
            <a:off x="7422079" y="264200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3" name="Arrow: Right 1052">
            <a:extLst>
              <a:ext uri="{FF2B5EF4-FFF2-40B4-BE49-F238E27FC236}">
                <a16:creationId xmlns:a16="http://schemas.microsoft.com/office/drawing/2014/main" id="{45271B53-6701-6EE8-5926-B00FE0D0F3C1}"/>
              </a:ext>
            </a:extLst>
          </p:cNvPr>
          <p:cNvSpPr/>
          <p:nvPr/>
        </p:nvSpPr>
        <p:spPr>
          <a:xfrm rot="5400000">
            <a:off x="7858674" y="349430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4" name="Arrow: Right 1053">
            <a:extLst>
              <a:ext uri="{FF2B5EF4-FFF2-40B4-BE49-F238E27FC236}">
                <a16:creationId xmlns:a16="http://schemas.microsoft.com/office/drawing/2014/main" id="{4E609C43-0C98-0791-3A2B-AC8B04D34121}"/>
              </a:ext>
            </a:extLst>
          </p:cNvPr>
          <p:cNvSpPr/>
          <p:nvPr/>
        </p:nvSpPr>
        <p:spPr>
          <a:xfrm rot="16200000">
            <a:off x="8820431" y="375142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Arrow: Right 159">
            <a:extLst>
              <a:ext uri="{FF2B5EF4-FFF2-40B4-BE49-F238E27FC236}">
                <a16:creationId xmlns:a16="http://schemas.microsoft.com/office/drawing/2014/main" id="{FC3A10C3-5DF4-22B4-CACE-169B64BCE5F1}"/>
              </a:ext>
            </a:extLst>
          </p:cNvPr>
          <p:cNvSpPr/>
          <p:nvPr/>
        </p:nvSpPr>
        <p:spPr>
          <a:xfrm rot="16200000">
            <a:off x="8372310" y="292987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Arrow: Right 161">
            <a:extLst>
              <a:ext uri="{FF2B5EF4-FFF2-40B4-BE49-F238E27FC236}">
                <a16:creationId xmlns:a16="http://schemas.microsoft.com/office/drawing/2014/main" id="{3958DF26-0468-93D8-6999-21A77DBF8609}"/>
              </a:ext>
            </a:extLst>
          </p:cNvPr>
          <p:cNvSpPr/>
          <p:nvPr/>
        </p:nvSpPr>
        <p:spPr>
          <a:xfrm rot="16200000">
            <a:off x="2491460" y="271887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Arrow: Right 162">
            <a:extLst>
              <a:ext uri="{FF2B5EF4-FFF2-40B4-BE49-F238E27FC236}">
                <a16:creationId xmlns:a16="http://schemas.microsoft.com/office/drawing/2014/main" id="{D12FD736-43D6-CC62-52BE-4BE07F64EADD}"/>
              </a:ext>
            </a:extLst>
          </p:cNvPr>
          <p:cNvSpPr/>
          <p:nvPr/>
        </p:nvSpPr>
        <p:spPr>
          <a:xfrm rot="16200000">
            <a:off x="3021723" y="348453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Arrow: Right 163">
            <a:extLst>
              <a:ext uri="{FF2B5EF4-FFF2-40B4-BE49-F238E27FC236}">
                <a16:creationId xmlns:a16="http://schemas.microsoft.com/office/drawing/2014/main" id="{DDB4461A-4973-2B1D-ABC7-66C906E1BF24}"/>
              </a:ext>
            </a:extLst>
          </p:cNvPr>
          <p:cNvSpPr/>
          <p:nvPr/>
        </p:nvSpPr>
        <p:spPr>
          <a:xfrm rot="16200000">
            <a:off x="2746861" y="205030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Arrow: Right 165">
            <a:extLst>
              <a:ext uri="{FF2B5EF4-FFF2-40B4-BE49-F238E27FC236}">
                <a16:creationId xmlns:a16="http://schemas.microsoft.com/office/drawing/2014/main" id="{F9204E91-95D2-CF00-3330-B01D9502DE3F}"/>
              </a:ext>
            </a:extLst>
          </p:cNvPr>
          <p:cNvSpPr/>
          <p:nvPr/>
        </p:nvSpPr>
        <p:spPr>
          <a:xfrm rot="16200000">
            <a:off x="2746861" y="433955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Arrow: Right 167">
            <a:extLst>
              <a:ext uri="{FF2B5EF4-FFF2-40B4-BE49-F238E27FC236}">
                <a16:creationId xmlns:a16="http://schemas.microsoft.com/office/drawing/2014/main" id="{70FD6108-A2AA-9F9B-F451-850975331D8D}"/>
              </a:ext>
            </a:extLst>
          </p:cNvPr>
          <p:cNvSpPr/>
          <p:nvPr/>
        </p:nvSpPr>
        <p:spPr>
          <a:xfrm rot="5400000">
            <a:off x="3009818" y="261272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Arrow: Right 168">
            <a:extLst>
              <a:ext uri="{FF2B5EF4-FFF2-40B4-BE49-F238E27FC236}">
                <a16:creationId xmlns:a16="http://schemas.microsoft.com/office/drawing/2014/main" id="{CECDFF92-310F-0422-3E12-FAC03EC0B3AF}"/>
              </a:ext>
            </a:extLst>
          </p:cNvPr>
          <p:cNvSpPr/>
          <p:nvPr/>
        </p:nvSpPr>
        <p:spPr>
          <a:xfrm rot="5400000">
            <a:off x="2558352" y="396548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Arrow: Right 169">
            <a:extLst>
              <a:ext uri="{FF2B5EF4-FFF2-40B4-BE49-F238E27FC236}">
                <a16:creationId xmlns:a16="http://schemas.microsoft.com/office/drawing/2014/main" id="{69B1C294-CD51-2EF5-3181-AD787D804003}"/>
              </a:ext>
            </a:extLst>
          </p:cNvPr>
          <p:cNvSpPr/>
          <p:nvPr/>
        </p:nvSpPr>
        <p:spPr>
          <a:xfrm rot="5400000">
            <a:off x="3001523" y="315626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Arrow: Right 3">
            <a:extLst>
              <a:ext uri="{FF2B5EF4-FFF2-40B4-BE49-F238E27FC236}">
                <a16:creationId xmlns:a16="http://schemas.microsoft.com/office/drawing/2014/main" id="{ED66DAD6-B3A7-4B1C-23CC-C0B150606E16}"/>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Right 4">
            <a:extLst>
              <a:ext uri="{FF2B5EF4-FFF2-40B4-BE49-F238E27FC236}">
                <a16:creationId xmlns:a16="http://schemas.microsoft.com/office/drawing/2014/main" id="{9792564D-10F8-7A4B-A91D-26566BB934CD}"/>
              </a:ext>
            </a:extLst>
          </p:cNvPr>
          <p:cNvSpPr/>
          <p:nvPr/>
        </p:nvSpPr>
        <p:spPr>
          <a:xfrm>
            <a:off x="98109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B13CDF7E-D35B-5DB5-375F-5D0D13EDE358}"/>
              </a:ext>
            </a:extLst>
          </p:cNvPr>
          <p:cNvSpPr/>
          <p:nvPr/>
        </p:nvSpPr>
        <p:spPr>
          <a:xfrm>
            <a:off x="105784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F497DDB6-226B-6344-767C-10B59EF9633E}"/>
              </a:ext>
            </a:extLst>
          </p:cNvPr>
          <p:cNvSpPr/>
          <p:nvPr/>
        </p:nvSpPr>
        <p:spPr>
          <a:xfrm>
            <a:off x="113846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Right 22">
            <a:extLst>
              <a:ext uri="{FF2B5EF4-FFF2-40B4-BE49-F238E27FC236}">
                <a16:creationId xmlns:a16="http://schemas.microsoft.com/office/drawing/2014/main" id="{66069779-0678-5D42-119E-79E52FFAB788}"/>
              </a:ext>
            </a:extLst>
          </p:cNvPr>
          <p:cNvSpPr/>
          <p:nvPr/>
        </p:nvSpPr>
        <p:spPr>
          <a:xfrm flipH="1">
            <a:off x="95130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Right 23">
            <a:extLst>
              <a:ext uri="{FF2B5EF4-FFF2-40B4-BE49-F238E27FC236}">
                <a16:creationId xmlns:a16="http://schemas.microsoft.com/office/drawing/2014/main" id="{4AC7E873-B13D-F176-FD16-DB3C0B2435D8}"/>
              </a:ext>
            </a:extLst>
          </p:cNvPr>
          <p:cNvSpPr/>
          <p:nvPr/>
        </p:nvSpPr>
        <p:spPr>
          <a:xfrm flipH="1">
            <a:off x="103192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Right 24">
            <a:extLst>
              <a:ext uri="{FF2B5EF4-FFF2-40B4-BE49-F238E27FC236}">
                <a16:creationId xmlns:a16="http://schemas.microsoft.com/office/drawing/2014/main" id="{482C4008-E1B1-CD69-AB94-3239D8D26704}"/>
              </a:ext>
            </a:extLst>
          </p:cNvPr>
          <p:cNvSpPr/>
          <p:nvPr/>
        </p:nvSpPr>
        <p:spPr>
          <a:xfrm flipH="1">
            <a:off x="110867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Right 25">
            <a:extLst>
              <a:ext uri="{FF2B5EF4-FFF2-40B4-BE49-F238E27FC236}">
                <a16:creationId xmlns:a16="http://schemas.microsoft.com/office/drawing/2014/main" id="{18DD4719-D62C-F972-8A80-3C9D3A8E78B8}"/>
              </a:ext>
            </a:extLst>
          </p:cNvPr>
          <p:cNvSpPr/>
          <p:nvPr/>
        </p:nvSpPr>
        <p:spPr>
          <a:xfrm flipH="1">
            <a:off x="118929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99186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FBF96-2A79-C69D-BD2A-972C747AE165}"/>
            </a:ext>
          </a:extLst>
        </p:cNvPr>
        <p:cNvGrpSpPr/>
        <p:nvPr/>
      </p:nvGrpSpPr>
      <p:grpSpPr>
        <a:xfrm>
          <a:off x="0" y="0"/>
          <a:ext cx="0" cy="0"/>
          <a:chOff x="0" y="0"/>
          <a:chExt cx="0" cy="0"/>
        </a:xfrm>
      </p:grpSpPr>
      <p:sp>
        <p:nvSpPr>
          <p:cNvPr id="197" name="Rectangle 196">
            <a:extLst>
              <a:ext uri="{FF2B5EF4-FFF2-40B4-BE49-F238E27FC236}">
                <a16:creationId xmlns:a16="http://schemas.microsoft.com/office/drawing/2014/main" id="{0266A154-86DB-E62A-56DE-5F67906CD9F7}"/>
              </a:ext>
            </a:extLst>
          </p:cNvPr>
          <p:cNvSpPr/>
          <p:nvPr/>
        </p:nvSpPr>
        <p:spPr>
          <a:xfrm>
            <a:off x="13662730" y="603627"/>
            <a:ext cx="9907571" cy="5379426"/>
          </a:xfrm>
          <a:prstGeom prst="rect">
            <a:avLst/>
          </a:prstGeom>
          <a:solidFill>
            <a:schemeClr val="bg1">
              <a:lumMod val="95000"/>
            </a:schemeClr>
          </a:solidFill>
          <a:ln w="127000" cmpd="sng"/>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9" name="Picture 198" descr="The Little Irritations of Life #12: Vaping – Mudskipper Press">
            <a:extLst>
              <a:ext uri="{FF2B5EF4-FFF2-40B4-BE49-F238E27FC236}">
                <a16:creationId xmlns:a16="http://schemas.microsoft.com/office/drawing/2014/main" id="{459F7601-E63E-3F24-2E07-12F88F015CF8}"/>
              </a:ext>
            </a:extLst>
          </p:cNvPr>
          <p:cNvPicPr>
            <a:picLocks noChangeAspect="1" noChangeArrowheads="1" noCrop="1"/>
          </p:cNvPicPr>
          <p:nvPr/>
        </p:nvPicPr>
        <p:blipFill>
          <a:blip r:embed="rId3" cstate="hqprint">
            <a:extLst>
              <a:ext uri="{28A0092B-C50C-407E-A947-70E740481C1C}">
                <a14:useLocalDpi xmlns:a14="http://schemas.microsoft.com/office/drawing/2010/main"/>
              </a:ext>
            </a:extLst>
          </a:blip>
          <a:srcRect l="4022" t="7511" r="5642" b="1476"/>
          <a:stretch>
            <a:fillRect/>
          </a:stretch>
        </p:blipFill>
        <p:spPr bwMode="auto">
          <a:xfrm rot="13699523">
            <a:off x="22043185" y="967315"/>
            <a:ext cx="677367" cy="665247"/>
          </a:xfrm>
          <a:custGeom>
            <a:avLst/>
            <a:gdLst>
              <a:gd name="connsiteX0" fmla="*/ 677367 w 677367"/>
              <a:gd name="connsiteY0" fmla="*/ 365267 h 665247"/>
              <a:gd name="connsiteX1" fmla="*/ 410333 w 677367"/>
              <a:gd name="connsiteY1" fmla="*/ 665247 h 665247"/>
              <a:gd name="connsiteX2" fmla="*/ 0 w 677367"/>
              <a:gd name="connsiteY2" fmla="*/ 299980 h 665247"/>
              <a:gd name="connsiteX3" fmla="*/ 267034 w 677367"/>
              <a:gd name="connsiteY3" fmla="*/ 0 h 665247"/>
            </a:gdLst>
            <a:ahLst/>
            <a:cxnLst>
              <a:cxn ang="0">
                <a:pos x="connsiteX0" y="connsiteY0"/>
              </a:cxn>
              <a:cxn ang="0">
                <a:pos x="connsiteX1" y="connsiteY1"/>
              </a:cxn>
              <a:cxn ang="0">
                <a:pos x="connsiteX2" y="connsiteY2"/>
              </a:cxn>
              <a:cxn ang="0">
                <a:pos x="connsiteX3" y="connsiteY3"/>
              </a:cxn>
            </a:cxnLst>
            <a:rect l="l" t="t" r="r" b="b"/>
            <a:pathLst>
              <a:path w="677367" h="665247">
                <a:moveTo>
                  <a:pt x="677367" y="365267"/>
                </a:moveTo>
                <a:lnTo>
                  <a:pt x="410333" y="665247"/>
                </a:lnTo>
                <a:lnTo>
                  <a:pt x="0" y="299980"/>
                </a:lnTo>
                <a:lnTo>
                  <a:pt x="267034" y="0"/>
                </a:lnTo>
                <a:close/>
              </a:path>
            </a:pathLst>
          </a:custGeom>
          <a:noFill/>
          <a:extLst>
            <a:ext uri="{909E8E84-426E-40DD-AFC4-6F175D3DCCD1}">
              <a14:hiddenFill xmlns:a14="http://schemas.microsoft.com/office/drawing/2010/main">
                <a:solidFill>
                  <a:srgbClr val="FFFFFF"/>
                </a:solidFill>
              </a14:hiddenFill>
            </a:ext>
          </a:extLst>
        </p:spPr>
      </p:pic>
      <p:sp>
        <p:nvSpPr>
          <p:cNvPr id="200" name="Freeform: Shape 199">
            <a:extLst>
              <a:ext uri="{FF2B5EF4-FFF2-40B4-BE49-F238E27FC236}">
                <a16:creationId xmlns:a16="http://schemas.microsoft.com/office/drawing/2014/main" id="{74A9E1C8-7A98-67CB-8122-76888907E94C}"/>
              </a:ext>
            </a:extLst>
          </p:cNvPr>
          <p:cNvSpPr/>
          <p:nvPr/>
        </p:nvSpPr>
        <p:spPr>
          <a:xfrm>
            <a:off x="22124326" y="2500765"/>
            <a:ext cx="1159690" cy="2144762"/>
          </a:xfrm>
          <a:custGeom>
            <a:avLst/>
            <a:gdLst>
              <a:gd name="connsiteX0" fmla="*/ 0 w 1121194"/>
              <a:gd name="connsiteY0" fmla="*/ 0 h 2020535"/>
              <a:gd name="connsiteX1" fmla="*/ 1121194 w 1121194"/>
              <a:gd name="connsiteY1" fmla="*/ 0 h 2020535"/>
              <a:gd name="connsiteX2" fmla="*/ 1121194 w 1121194"/>
              <a:gd name="connsiteY2" fmla="*/ 1481648 h 2020535"/>
              <a:gd name="connsiteX3" fmla="*/ 1092568 w 1121194"/>
              <a:gd name="connsiteY3" fmla="*/ 1497694 h 2020535"/>
              <a:gd name="connsiteX4" fmla="*/ 697541 w 1121194"/>
              <a:gd name="connsiteY4" fmla="*/ 1573408 h 2020535"/>
              <a:gd name="connsiteX5" fmla="*/ 633430 w 1121194"/>
              <a:gd name="connsiteY5" fmla="*/ 1575520 h 2020535"/>
              <a:gd name="connsiteX6" fmla="*/ 633430 w 1121194"/>
              <a:gd name="connsiteY6" fmla="*/ 2020535 h 2020535"/>
              <a:gd name="connsiteX7" fmla="*/ 528774 w 1121194"/>
              <a:gd name="connsiteY7" fmla="*/ 2020535 h 2020535"/>
              <a:gd name="connsiteX8" fmla="*/ 528774 w 1121194"/>
              <a:gd name="connsiteY8" fmla="*/ 1577088 h 2020535"/>
              <a:gd name="connsiteX9" fmla="*/ 413479 w 1121194"/>
              <a:gd name="connsiteY9" fmla="*/ 1572466 h 2020535"/>
              <a:gd name="connsiteX10" fmla="*/ 29168 w 1121194"/>
              <a:gd name="connsiteY10" fmla="*/ 1494519 h 2020535"/>
              <a:gd name="connsiteX11" fmla="*/ 0 w 1121194"/>
              <a:gd name="connsiteY11" fmla="*/ 1481648 h 202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1194" h="2020535">
                <a:moveTo>
                  <a:pt x="0" y="0"/>
                </a:moveTo>
                <a:lnTo>
                  <a:pt x="1121194" y="0"/>
                </a:lnTo>
                <a:lnTo>
                  <a:pt x="1121194" y="1481648"/>
                </a:lnTo>
                <a:lnTo>
                  <a:pt x="1092568" y="1497694"/>
                </a:lnTo>
                <a:cubicBezTo>
                  <a:pt x="1008209" y="1538397"/>
                  <a:pt x="847429" y="1563583"/>
                  <a:pt x="697541" y="1573408"/>
                </a:cubicBezTo>
                <a:lnTo>
                  <a:pt x="633430" y="1575520"/>
                </a:lnTo>
                <a:lnTo>
                  <a:pt x="633430" y="2020535"/>
                </a:lnTo>
                <a:lnTo>
                  <a:pt x="528774" y="2020535"/>
                </a:lnTo>
                <a:lnTo>
                  <a:pt x="528774" y="1577088"/>
                </a:lnTo>
                <a:lnTo>
                  <a:pt x="413479" y="1572466"/>
                </a:lnTo>
                <a:cubicBezTo>
                  <a:pt x="267163" y="1561598"/>
                  <a:pt x="113527" y="1535222"/>
                  <a:pt x="29168" y="1494519"/>
                </a:cubicBezTo>
                <a:lnTo>
                  <a:pt x="0" y="1481648"/>
                </a:lnTo>
                <a:close/>
              </a:path>
            </a:pathLst>
          </a:custGeom>
          <a:solidFill>
            <a:schemeClr val="bg2">
              <a:lumMod val="25000"/>
            </a:schemeClr>
          </a:solid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3" name="Rectangle 202">
            <a:extLst>
              <a:ext uri="{FF2B5EF4-FFF2-40B4-BE49-F238E27FC236}">
                <a16:creationId xmlns:a16="http://schemas.microsoft.com/office/drawing/2014/main" id="{618D8B72-7F3D-3224-9352-930D0CAEEC0C}"/>
              </a:ext>
            </a:extLst>
          </p:cNvPr>
          <p:cNvSpPr/>
          <p:nvPr/>
        </p:nvSpPr>
        <p:spPr>
          <a:xfrm>
            <a:off x="13818288" y="6015061"/>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Rectangle 204">
            <a:extLst>
              <a:ext uri="{FF2B5EF4-FFF2-40B4-BE49-F238E27FC236}">
                <a16:creationId xmlns:a16="http://schemas.microsoft.com/office/drawing/2014/main" id="{3E6EF33F-C0A4-B23C-4A50-5DED72B5E13C}"/>
              </a:ext>
            </a:extLst>
          </p:cNvPr>
          <p:cNvSpPr/>
          <p:nvPr/>
        </p:nvSpPr>
        <p:spPr>
          <a:xfrm>
            <a:off x="13818288" y="6512335"/>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6" name="Group 205">
            <a:extLst>
              <a:ext uri="{FF2B5EF4-FFF2-40B4-BE49-F238E27FC236}">
                <a16:creationId xmlns:a16="http://schemas.microsoft.com/office/drawing/2014/main" id="{410BEF36-2024-F41F-766E-F039ABD9E1AE}"/>
              </a:ext>
            </a:extLst>
          </p:cNvPr>
          <p:cNvGrpSpPr/>
          <p:nvPr/>
        </p:nvGrpSpPr>
        <p:grpSpPr>
          <a:xfrm>
            <a:off x="13889444" y="6145014"/>
            <a:ext cx="402206" cy="362970"/>
            <a:chOff x="1508759" y="6065262"/>
            <a:chExt cx="402206" cy="540119"/>
          </a:xfrm>
        </p:grpSpPr>
        <p:grpSp>
          <p:nvGrpSpPr>
            <p:cNvPr id="208" name="Group 207">
              <a:extLst>
                <a:ext uri="{FF2B5EF4-FFF2-40B4-BE49-F238E27FC236}">
                  <a16:creationId xmlns:a16="http://schemas.microsoft.com/office/drawing/2014/main" id="{C2F74164-9809-6313-9497-758D8247FC4E}"/>
                </a:ext>
              </a:extLst>
            </p:cNvPr>
            <p:cNvGrpSpPr/>
            <p:nvPr/>
          </p:nvGrpSpPr>
          <p:grpSpPr>
            <a:xfrm>
              <a:off x="1508760" y="6065262"/>
              <a:ext cx="402205" cy="268862"/>
              <a:chOff x="4096512" y="1929384"/>
              <a:chExt cx="1499616" cy="1499616"/>
            </a:xfrm>
          </p:grpSpPr>
          <p:cxnSp>
            <p:nvCxnSpPr>
              <p:cNvPr id="220" name="Straight Connector 219">
                <a:extLst>
                  <a:ext uri="{FF2B5EF4-FFF2-40B4-BE49-F238E27FC236}">
                    <a16:creationId xmlns:a16="http://schemas.microsoft.com/office/drawing/2014/main" id="{12DB1483-B2B7-C429-FDB6-EF6C524D000B}"/>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1" name="Straight Connector 220">
                <a:extLst>
                  <a:ext uri="{FF2B5EF4-FFF2-40B4-BE49-F238E27FC236}">
                    <a16:creationId xmlns:a16="http://schemas.microsoft.com/office/drawing/2014/main" id="{D982A975-D1DA-9C14-5096-3D0C60773635}"/>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A8D2B607-7FC6-0EFE-870F-6F53E9A0B053}"/>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3" name="Straight Connector 222">
                <a:extLst>
                  <a:ext uri="{FF2B5EF4-FFF2-40B4-BE49-F238E27FC236}">
                    <a16:creationId xmlns:a16="http://schemas.microsoft.com/office/drawing/2014/main" id="{CEDDBE9B-9625-C744-A7A4-632534D75191}"/>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84" name="Straight Connector 1183">
                <a:extLst>
                  <a:ext uri="{FF2B5EF4-FFF2-40B4-BE49-F238E27FC236}">
                    <a16:creationId xmlns:a16="http://schemas.microsoft.com/office/drawing/2014/main" id="{EC38CD2A-5F0B-29DC-B558-E51089C86CE9}"/>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85" name="Straight Connector 1184">
                <a:extLst>
                  <a:ext uri="{FF2B5EF4-FFF2-40B4-BE49-F238E27FC236}">
                    <a16:creationId xmlns:a16="http://schemas.microsoft.com/office/drawing/2014/main" id="{D12284BE-BAE2-8B97-185C-1B69ABBCFB4D}"/>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0" name="Group 209">
              <a:extLst>
                <a:ext uri="{FF2B5EF4-FFF2-40B4-BE49-F238E27FC236}">
                  <a16:creationId xmlns:a16="http://schemas.microsoft.com/office/drawing/2014/main" id="{57E9B512-9CA4-302F-FCA1-593367A78C87}"/>
                </a:ext>
              </a:extLst>
            </p:cNvPr>
            <p:cNvGrpSpPr/>
            <p:nvPr/>
          </p:nvGrpSpPr>
          <p:grpSpPr>
            <a:xfrm>
              <a:off x="1508759" y="6336519"/>
              <a:ext cx="402205" cy="268862"/>
              <a:chOff x="4096512" y="1929384"/>
              <a:chExt cx="1499616" cy="1499616"/>
            </a:xfrm>
          </p:grpSpPr>
          <p:cxnSp>
            <p:nvCxnSpPr>
              <p:cNvPr id="212" name="Straight Connector 211">
                <a:extLst>
                  <a:ext uri="{FF2B5EF4-FFF2-40B4-BE49-F238E27FC236}">
                    <a16:creationId xmlns:a16="http://schemas.microsoft.com/office/drawing/2014/main" id="{8918B8C4-3FA5-4AEA-7650-C58D0D577F8E}"/>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D7F059DF-EBFF-AA3F-1EDA-E8F6C48204EC}"/>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DE64A6B5-2E70-7A54-5B87-08419262F7DA}"/>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7" name="Straight Connector 216">
                <a:extLst>
                  <a:ext uri="{FF2B5EF4-FFF2-40B4-BE49-F238E27FC236}">
                    <a16:creationId xmlns:a16="http://schemas.microsoft.com/office/drawing/2014/main" id="{5E9B8ECC-DAA4-8D5D-AC38-368058DAA61D}"/>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C069BCFC-3804-F4BA-532C-C70C6BED9FD1}"/>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9" name="Straight Connector 218">
                <a:extLst>
                  <a:ext uri="{FF2B5EF4-FFF2-40B4-BE49-F238E27FC236}">
                    <a16:creationId xmlns:a16="http://schemas.microsoft.com/office/drawing/2014/main" id="{62693D6A-3304-D836-67AB-A32203E82DA1}"/>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186" name="Rectangle 1185">
            <a:extLst>
              <a:ext uri="{FF2B5EF4-FFF2-40B4-BE49-F238E27FC236}">
                <a16:creationId xmlns:a16="http://schemas.microsoft.com/office/drawing/2014/main" id="{B52E0D45-4F29-F2A1-FEE1-D681130F0936}"/>
              </a:ext>
            </a:extLst>
          </p:cNvPr>
          <p:cNvSpPr/>
          <p:nvPr/>
        </p:nvSpPr>
        <p:spPr>
          <a:xfrm>
            <a:off x="22862823" y="5993316"/>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7" name="Rectangle 1186">
            <a:extLst>
              <a:ext uri="{FF2B5EF4-FFF2-40B4-BE49-F238E27FC236}">
                <a16:creationId xmlns:a16="http://schemas.microsoft.com/office/drawing/2014/main" id="{0E64F496-DE41-C366-0B19-229B8C13B5B4}"/>
              </a:ext>
            </a:extLst>
          </p:cNvPr>
          <p:cNvSpPr/>
          <p:nvPr/>
        </p:nvSpPr>
        <p:spPr>
          <a:xfrm>
            <a:off x="22862823" y="6490590"/>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88" name="Group 1187">
            <a:extLst>
              <a:ext uri="{FF2B5EF4-FFF2-40B4-BE49-F238E27FC236}">
                <a16:creationId xmlns:a16="http://schemas.microsoft.com/office/drawing/2014/main" id="{9A8C5D07-7006-B54F-BC97-9236FADFC628}"/>
              </a:ext>
            </a:extLst>
          </p:cNvPr>
          <p:cNvGrpSpPr/>
          <p:nvPr/>
        </p:nvGrpSpPr>
        <p:grpSpPr>
          <a:xfrm>
            <a:off x="22933979" y="6123269"/>
            <a:ext cx="402206" cy="362970"/>
            <a:chOff x="1508759" y="6065262"/>
            <a:chExt cx="402206" cy="540119"/>
          </a:xfrm>
        </p:grpSpPr>
        <p:grpSp>
          <p:nvGrpSpPr>
            <p:cNvPr id="1189" name="Group 1188">
              <a:extLst>
                <a:ext uri="{FF2B5EF4-FFF2-40B4-BE49-F238E27FC236}">
                  <a16:creationId xmlns:a16="http://schemas.microsoft.com/office/drawing/2014/main" id="{500F48E9-B889-0B2E-FBE9-D2E8E6395EB1}"/>
                </a:ext>
              </a:extLst>
            </p:cNvPr>
            <p:cNvGrpSpPr/>
            <p:nvPr/>
          </p:nvGrpSpPr>
          <p:grpSpPr>
            <a:xfrm>
              <a:off x="1508760" y="6065262"/>
              <a:ext cx="402205" cy="268862"/>
              <a:chOff x="4096512" y="1929384"/>
              <a:chExt cx="1499616" cy="1499616"/>
            </a:xfrm>
          </p:grpSpPr>
          <p:cxnSp>
            <p:nvCxnSpPr>
              <p:cNvPr id="1197" name="Straight Connector 1196">
                <a:extLst>
                  <a:ext uri="{FF2B5EF4-FFF2-40B4-BE49-F238E27FC236}">
                    <a16:creationId xmlns:a16="http://schemas.microsoft.com/office/drawing/2014/main" id="{CAF42DB8-C7D9-41EE-6C76-659CC26684DD}"/>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8" name="Straight Connector 1197">
                <a:extLst>
                  <a:ext uri="{FF2B5EF4-FFF2-40B4-BE49-F238E27FC236}">
                    <a16:creationId xmlns:a16="http://schemas.microsoft.com/office/drawing/2014/main" id="{03E0F6FB-92F1-3B6E-7082-A791A666FC54}"/>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9" name="Straight Connector 1198">
                <a:extLst>
                  <a:ext uri="{FF2B5EF4-FFF2-40B4-BE49-F238E27FC236}">
                    <a16:creationId xmlns:a16="http://schemas.microsoft.com/office/drawing/2014/main" id="{C2381397-09A8-F259-FDD3-9AC40F83DF0F}"/>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0" name="Straight Connector 1199">
                <a:extLst>
                  <a:ext uri="{FF2B5EF4-FFF2-40B4-BE49-F238E27FC236}">
                    <a16:creationId xmlns:a16="http://schemas.microsoft.com/office/drawing/2014/main" id="{30B52A86-7AFA-3E26-1CF4-AB69C7A982C0}"/>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1" name="Straight Connector 1200">
                <a:extLst>
                  <a:ext uri="{FF2B5EF4-FFF2-40B4-BE49-F238E27FC236}">
                    <a16:creationId xmlns:a16="http://schemas.microsoft.com/office/drawing/2014/main" id="{8A0C30AF-9C9C-DFF8-D2E3-8290533E8EBA}"/>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2" name="Straight Connector 1201">
                <a:extLst>
                  <a:ext uri="{FF2B5EF4-FFF2-40B4-BE49-F238E27FC236}">
                    <a16:creationId xmlns:a16="http://schemas.microsoft.com/office/drawing/2014/main" id="{6A57F691-4394-7147-0E28-285EF13D5F6D}"/>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190" name="Group 1189">
              <a:extLst>
                <a:ext uri="{FF2B5EF4-FFF2-40B4-BE49-F238E27FC236}">
                  <a16:creationId xmlns:a16="http://schemas.microsoft.com/office/drawing/2014/main" id="{C47CEAC2-4862-1933-A056-0E5FDA0CEC42}"/>
                </a:ext>
              </a:extLst>
            </p:cNvPr>
            <p:cNvGrpSpPr/>
            <p:nvPr/>
          </p:nvGrpSpPr>
          <p:grpSpPr>
            <a:xfrm>
              <a:off x="1508759" y="6336519"/>
              <a:ext cx="402205" cy="268862"/>
              <a:chOff x="4096512" y="1929384"/>
              <a:chExt cx="1499616" cy="1499616"/>
            </a:xfrm>
          </p:grpSpPr>
          <p:cxnSp>
            <p:nvCxnSpPr>
              <p:cNvPr id="1191" name="Straight Connector 1190">
                <a:extLst>
                  <a:ext uri="{FF2B5EF4-FFF2-40B4-BE49-F238E27FC236}">
                    <a16:creationId xmlns:a16="http://schemas.microsoft.com/office/drawing/2014/main" id="{7351C385-58E8-88DE-CAA3-DA9371BD0A6C}"/>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2" name="Straight Connector 1191">
                <a:extLst>
                  <a:ext uri="{FF2B5EF4-FFF2-40B4-BE49-F238E27FC236}">
                    <a16:creationId xmlns:a16="http://schemas.microsoft.com/office/drawing/2014/main" id="{1369279F-2B0D-41A6-D843-2610BB3B6D7D}"/>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3" name="Straight Connector 1192">
                <a:extLst>
                  <a:ext uri="{FF2B5EF4-FFF2-40B4-BE49-F238E27FC236}">
                    <a16:creationId xmlns:a16="http://schemas.microsoft.com/office/drawing/2014/main" id="{7D69FD25-951D-8593-EC94-E5208EBA5B8A}"/>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4" name="Straight Connector 1193">
                <a:extLst>
                  <a:ext uri="{FF2B5EF4-FFF2-40B4-BE49-F238E27FC236}">
                    <a16:creationId xmlns:a16="http://schemas.microsoft.com/office/drawing/2014/main" id="{BFF1904E-C5E3-0BDE-C45B-EB10EE1683D1}"/>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5" name="Straight Connector 1194">
                <a:extLst>
                  <a:ext uri="{FF2B5EF4-FFF2-40B4-BE49-F238E27FC236}">
                    <a16:creationId xmlns:a16="http://schemas.microsoft.com/office/drawing/2014/main" id="{176B9A9C-9546-6EF1-B898-EBC084688891}"/>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6" name="Straight Connector 1195">
                <a:extLst>
                  <a:ext uri="{FF2B5EF4-FFF2-40B4-BE49-F238E27FC236}">
                    <a16:creationId xmlns:a16="http://schemas.microsoft.com/office/drawing/2014/main" id="{88000179-0082-8138-6E0C-69A63A7A264A}"/>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207" name="Rectangle 1206">
            <a:extLst>
              <a:ext uri="{FF2B5EF4-FFF2-40B4-BE49-F238E27FC236}">
                <a16:creationId xmlns:a16="http://schemas.microsoft.com/office/drawing/2014/main" id="{C8417C6E-3F92-D3B4-C880-04E31F5ECB54}"/>
              </a:ext>
            </a:extLst>
          </p:cNvPr>
          <p:cNvSpPr/>
          <p:nvPr/>
        </p:nvSpPr>
        <p:spPr>
          <a:xfrm>
            <a:off x="14470751" y="517025"/>
            <a:ext cx="1005560"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2 bar</a:t>
            </a:r>
          </a:p>
        </p:txBody>
      </p:sp>
      <p:grpSp>
        <p:nvGrpSpPr>
          <p:cNvPr id="1208" name="Group 1207">
            <a:extLst>
              <a:ext uri="{FF2B5EF4-FFF2-40B4-BE49-F238E27FC236}">
                <a16:creationId xmlns:a16="http://schemas.microsoft.com/office/drawing/2014/main" id="{9B4AD554-4724-C3A7-7180-44C3FACB09FC}"/>
              </a:ext>
            </a:extLst>
          </p:cNvPr>
          <p:cNvGrpSpPr/>
          <p:nvPr/>
        </p:nvGrpSpPr>
        <p:grpSpPr>
          <a:xfrm>
            <a:off x="22193680" y="1118484"/>
            <a:ext cx="47762" cy="240507"/>
            <a:chOff x="9812995" y="1038733"/>
            <a:chExt cx="47762" cy="240507"/>
          </a:xfrm>
        </p:grpSpPr>
        <p:cxnSp>
          <p:nvCxnSpPr>
            <p:cNvPr id="1209" name="Straight Connector 1208">
              <a:extLst>
                <a:ext uri="{FF2B5EF4-FFF2-40B4-BE49-F238E27FC236}">
                  <a16:creationId xmlns:a16="http://schemas.microsoft.com/office/drawing/2014/main" id="{C51D0958-AB78-AA4A-72D4-F40FD0F835FC}"/>
                </a:ext>
              </a:extLst>
            </p:cNvPr>
            <p:cNvCxnSpPr>
              <a:cxnSpLocks/>
            </p:cNvCxnSpPr>
            <p:nvPr/>
          </p:nvCxnSpPr>
          <p:spPr>
            <a:xfrm>
              <a:off x="9812995" y="1038733"/>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0" name="Straight Connector 1209">
              <a:extLst>
                <a:ext uri="{FF2B5EF4-FFF2-40B4-BE49-F238E27FC236}">
                  <a16:creationId xmlns:a16="http://schemas.microsoft.com/office/drawing/2014/main" id="{8FA62CC5-4939-0DF1-4334-1A9C479B4B22}"/>
                </a:ext>
              </a:extLst>
            </p:cNvPr>
            <p:cNvCxnSpPr>
              <a:cxnSpLocks/>
            </p:cNvCxnSpPr>
            <p:nvPr/>
          </p:nvCxnSpPr>
          <p:spPr>
            <a:xfrm>
              <a:off x="9812995" y="1072071"/>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1" name="Straight Connector 1210">
              <a:extLst>
                <a:ext uri="{FF2B5EF4-FFF2-40B4-BE49-F238E27FC236}">
                  <a16:creationId xmlns:a16="http://schemas.microsoft.com/office/drawing/2014/main" id="{A3BD057D-9AE5-4C7A-9B25-CB34DF7445AC}"/>
                </a:ext>
              </a:extLst>
            </p:cNvPr>
            <p:cNvCxnSpPr>
              <a:cxnSpLocks/>
            </p:cNvCxnSpPr>
            <p:nvPr/>
          </p:nvCxnSpPr>
          <p:spPr>
            <a:xfrm>
              <a:off x="9812995" y="1110171"/>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2" name="Straight Connector 1211">
              <a:extLst>
                <a:ext uri="{FF2B5EF4-FFF2-40B4-BE49-F238E27FC236}">
                  <a16:creationId xmlns:a16="http://schemas.microsoft.com/office/drawing/2014/main" id="{E904C048-A80D-3ED1-4E51-8BACC0A064E4}"/>
                </a:ext>
              </a:extLst>
            </p:cNvPr>
            <p:cNvCxnSpPr>
              <a:cxnSpLocks/>
            </p:cNvCxnSpPr>
            <p:nvPr/>
          </p:nvCxnSpPr>
          <p:spPr>
            <a:xfrm>
              <a:off x="9812995" y="1143509"/>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3" name="Straight Connector 1212">
              <a:extLst>
                <a:ext uri="{FF2B5EF4-FFF2-40B4-BE49-F238E27FC236}">
                  <a16:creationId xmlns:a16="http://schemas.microsoft.com/office/drawing/2014/main" id="{306764B3-33E2-34F4-614A-D16D2B182B04}"/>
                </a:ext>
              </a:extLst>
            </p:cNvPr>
            <p:cNvCxnSpPr>
              <a:cxnSpLocks/>
            </p:cNvCxnSpPr>
            <p:nvPr/>
          </p:nvCxnSpPr>
          <p:spPr>
            <a:xfrm>
              <a:off x="9812995" y="1174464"/>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4" name="Straight Connector 1213">
              <a:extLst>
                <a:ext uri="{FF2B5EF4-FFF2-40B4-BE49-F238E27FC236}">
                  <a16:creationId xmlns:a16="http://schemas.microsoft.com/office/drawing/2014/main" id="{F2FA812A-7A53-F56D-E438-92A18E272EAC}"/>
                </a:ext>
              </a:extLst>
            </p:cNvPr>
            <p:cNvCxnSpPr>
              <a:cxnSpLocks/>
            </p:cNvCxnSpPr>
            <p:nvPr/>
          </p:nvCxnSpPr>
          <p:spPr>
            <a:xfrm>
              <a:off x="9812995" y="1207802"/>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5" name="Straight Connector 1214">
              <a:extLst>
                <a:ext uri="{FF2B5EF4-FFF2-40B4-BE49-F238E27FC236}">
                  <a16:creationId xmlns:a16="http://schemas.microsoft.com/office/drawing/2014/main" id="{8538EB57-AC00-A18C-0115-EBF177EFECE4}"/>
                </a:ext>
              </a:extLst>
            </p:cNvPr>
            <p:cNvCxnSpPr>
              <a:cxnSpLocks/>
            </p:cNvCxnSpPr>
            <p:nvPr/>
          </p:nvCxnSpPr>
          <p:spPr>
            <a:xfrm>
              <a:off x="9812995" y="1245902"/>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216" name="Straight Connector 1215">
              <a:extLst>
                <a:ext uri="{FF2B5EF4-FFF2-40B4-BE49-F238E27FC236}">
                  <a16:creationId xmlns:a16="http://schemas.microsoft.com/office/drawing/2014/main" id="{BFD6B0DA-8F0A-E3EA-9F82-D6842BF93689}"/>
                </a:ext>
              </a:extLst>
            </p:cNvPr>
            <p:cNvCxnSpPr>
              <a:cxnSpLocks/>
            </p:cNvCxnSpPr>
            <p:nvPr/>
          </p:nvCxnSpPr>
          <p:spPr>
            <a:xfrm>
              <a:off x="9812995" y="1279240"/>
              <a:ext cx="47762" cy="0"/>
            </a:xfrm>
            <a:prstGeom prst="line">
              <a:avLst/>
            </a:prstGeom>
          </p:spPr>
          <p:style>
            <a:lnRef idx="1">
              <a:schemeClr val="dk1"/>
            </a:lnRef>
            <a:fillRef idx="0">
              <a:schemeClr val="dk1"/>
            </a:fillRef>
            <a:effectRef idx="0">
              <a:schemeClr val="dk1"/>
            </a:effectRef>
            <a:fontRef idx="minor">
              <a:schemeClr val="tx1"/>
            </a:fontRef>
          </p:style>
        </p:cxnSp>
      </p:grpSp>
      <p:sp>
        <p:nvSpPr>
          <p:cNvPr id="1217" name="Rectangle 1216">
            <a:extLst>
              <a:ext uri="{FF2B5EF4-FFF2-40B4-BE49-F238E27FC236}">
                <a16:creationId xmlns:a16="http://schemas.microsoft.com/office/drawing/2014/main" id="{DF45C501-8FB2-4E39-64AD-F9046BD2AE84}"/>
              </a:ext>
            </a:extLst>
          </p:cNvPr>
          <p:cNvSpPr/>
          <p:nvPr/>
        </p:nvSpPr>
        <p:spPr>
          <a:xfrm>
            <a:off x="22143574" y="4516738"/>
            <a:ext cx="1121194" cy="109701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400" dirty="0">
                <a:latin typeface="Cascadia Mono SemiLight" panose="020B0609020000020004" pitchFamily="49" charset="0"/>
                <a:ea typeface="Cascadia Mono SemiLight" panose="020B0609020000020004" pitchFamily="49" charset="0"/>
                <a:cs typeface="Cascadia Mono SemiLight" panose="020B0609020000020004" pitchFamily="49" charset="0"/>
              </a:rPr>
              <a:t>Fission Products</a:t>
            </a:r>
          </a:p>
        </p:txBody>
      </p:sp>
      <p:sp>
        <p:nvSpPr>
          <p:cNvPr id="1218" name="Freeform: Shape 1217">
            <a:extLst>
              <a:ext uri="{FF2B5EF4-FFF2-40B4-BE49-F238E27FC236}">
                <a16:creationId xmlns:a16="http://schemas.microsoft.com/office/drawing/2014/main" id="{B7B2D205-E3E5-6CA6-727E-5678734752F9}"/>
              </a:ext>
            </a:extLst>
          </p:cNvPr>
          <p:cNvSpPr/>
          <p:nvPr/>
        </p:nvSpPr>
        <p:spPr>
          <a:xfrm>
            <a:off x="22204382" y="1384770"/>
            <a:ext cx="1060386" cy="2585650"/>
          </a:xfrm>
          <a:custGeom>
            <a:avLst/>
            <a:gdLst>
              <a:gd name="connsiteX0" fmla="*/ 340345 w 1060386"/>
              <a:gd name="connsiteY0" fmla="*/ 0 h 2585650"/>
              <a:gd name="connsiteX1" fmla="*/ 380809 w 1060386"/>
              <a:gd name="connsiteY1" fmla="*/ 0 h 2585650"/>
              <a:gd name="connsiteX2" fmla="*/ 421275 w 1060386"/>
              <a:gd name="connsiteY2" fmla="*/ 40465 h 2585650"/>
              <a:gd name="connsiteX3" fmla="*/ 421275 w 1060386"/>
              <a:gd name="connsiteY3" fmla="*/ 62004 h 2585650"/>
              <a:gd name="connsiteX4" fmla="*/ 479135 w 1060386"/>
              <a:gd name="connsiteY4" fmla="*/ 62004 h 2585650"/>
              <a:gd name="connsiteX5" fmla="*/ 481402 w 1060386"/>
              <a:gd name="connsiteY5" fmla="*/ 62004 h 2585650"/>
              <a:gd name="connsiteX6" fmla="*/ 545596 w 1060386"/>
              <a:gd name="connsiteY6" fmla="*/ 74959 h 2585650"/>
              <a:gd name="connsiteX7" fmla="*/ 601652 w 1060386"/>
              <a:gd name="connsiteY7" fmla="*/ 113099 h 2585650"/>
              <a:gd name="connsiteX8" fmla="*/ 638528 w 1060386"/>
              <a:gd name="connsiteY8" fmla="*/ 169995 h 2585650"/>
              <a:gd name="connsiteX9" fmla="*/ 649178 w 1060386"/>
              <a:gd name="connsiteY9" fmla="*/ 229617 h 2585650"/>
              <a:gd name="connsiteX10" fmla="*/ 650492 w 1060386"/>
              <a:gd name="connsiteY10" fmla="*/ 252319 h 2585650"/>
              <a:gd name="connsiteX11" fmla="*/ 651423 w 1060386"/>
              <a:gd name="connsiteY11" fmla="*/ 252319 h 2585650"/>
              <a:gd name="connsiteX12" fmla="*/ 651423 w 1060386"/>
              <a:gd name="connsiteY12" fmla="*/ 1134227 h 2585650"/>
              <a:gd name="connsiteX13" fmla="*/ 653004 w 1060386"/>
              <a:gd name="connsiteY13" fmla="*/ 1134227 h 2585650"/>
              <a:gd name="connsiteX14" fmla="*/ 601451 w 1060386"/>
              <a:gd name="connsiteY14" fmla="*/ 1256744 h 2585650"/>
              <a:gd name="connsiteX15" fmla="*/ 477811 w 1060386"/>
              <a:gd name="connsiteY15" fmla="*/ 1305542 h 2585650"/>
              <a:gd name="connsiteX16" fmla="*/ 477849 w 1060386"/>
              <a:gd name="connsiteY16" fmla="*/ 1303830 h 2585650"/>
              <a:gd name="connsiteX17" fmla="*/ 319596 w 1060386"/>
              <a:gd name="connsiteY17" fmla="*/ 1303867 h 2585650"/>
              <a:gd name="connsiteX18" fmla="*/ 67136 w 1060386"/>
              <a:gd name="connsiteY18" fmla="*/ 1361640 h 2585650"/>
              <a:gd name="connsiteX19" fmla="*/ 252224 w 1060386"/>
              <a:gd name="connsiteY19" fmla="*/ 1420973 h 2585650"/>
              <a:gd name="connsiteX20" fmla="*/ 296421 w 1060386"/>
              <a:gd name="connsiteY20" fmla="*/ 1424115 h 2585650"/>
              <a:gd name="connsiteX21" fmla="*/ 316601 w 1060386"/>
              <a:gd name="connsiteY21" fmla="*/ 1424259 h 2585650"/>
              <a:gd name="connsiteX22" fmla="*/ 671856 w 1060386"/>
              <a:gd name="connsiteY22" fmla="*/ 1425616 h 2585650"/>
              <a:gd name="connsiteX23" fmla="*/ 991453 w 1060386"/>
              <a:gd name="connsiteY23" fmla="*/ 1547511 h 2585650"/>
              <a:gd name="connsiteX24" fmla="*/ 796257 w 1060386"/>
              <a:gd name="connsiteY24" fmla="*/ 1659828 h 2585650"/>
              <a:gd name="connsiteX25" fmla="*/ 706055 w 1060386"/>
              <a:gd name="connsiteY25" fmla="*/ 1666774 h 2585650"/>
              <a:gd name="connsiteX26" fmla="*/ 323433 w 1060386"/>
              <a:gd name="connsiteY26" fmla="*/ 1671193 h 2585650"/>
              <a:gd name="connsiteX27" fmla="*/ 64622 w 1060386"/>
              <a:gd name="connsiteY27" fmla="*/ 1728966 h 2585650"/>
              <a:gd name="connsiteX28" fmla="*/ 256061 w 1060386"/>
              <a:gd name="connsiteY28" fmla="*/ 1788299 h 2585650"/>
              <a:gd name="connsiteX29" fmla="*/ 288623 w 1060386"/>
              <a:gd name="connsiteY29" fmla="*/ 1790615 h 2585650"/>
              <a:gd name="connsiteX30" fmla="*/ 312764 w 1060386"/>
              <a:gd name="connsiteY30" fmla="*/ 1790786 h 2585650"/>
              <a:gd name="connsiteX31" fmla="*/ 668019 w 1060386"/>
              <a:gd name="connsiteY31" fmla="*/ 1792142 h 2585650"/>
              <a:gd name="connsiteX32" fmla="*/ 987615 w 1060386"/>
              <a:gd name="connsiteY32" fmla="*/ 1914038 h 2585650"/>
              <a:gd name="connsiteX33" fmla="*/ 792420 w 1060386"/>
              <a:gd name="connsiteY33" fmla="*/ 2026354 h 2585650"/>
              <a:gd name="connsiteX34" fmla="*/ 702218 w 1060386"/>
              <a:gd name="connsiteY34" fmla="*/ 2033301 h 2585650"/>
              <a:gd name="connsiteX35" fmla="*/ 319596 w 1060386"/>
              <a:gd name="connsiteY35" fmla="*/ 2037720 h 2585650"/>
              <a:gd name="connsiteX36" fmla="*/ 54436 w 1060386"/>
              <a:gd name="connsiteY36" fmla="*/ 2098668 h 2585650"/>
              <a:gd name="connsiteX37" fmla="*/ 252224 w 1060386"/>
              <a:gd name="connsiteY37" fmla="*/ 2154825 h 2585650"/>
              <a:gd name="connsiteX38" fmla="*/ 296421 w 1060386"/>
              <a:gd name="connsiteY38" fmla="*/ 2157968 h 2585650"/>
              <a:gd name="connsiteX39" fmla="*/ 316601 w 1060386"/>
              <a:gd name="connsiteY39" fmla="*/ 2158111 h 2585650"/>
              <a:gd name="connsiteX40" fmla="*/ 671856 w 1060386"/>
              <a:gd name="connsiteY40" fmla="*/ 2159468 h 2585650"/>
              <a:gd name="connsiteX41" fmla="*/ 991453 w 1060386"/>
              <a:gd name="connsiteY41" fmla="*/ 2281363 h 2585650"/>
              <a:gd name="connsiteX42" fmla="*/ 796257 w 1060386"/>
              <a:gd name="connsiteY42" fmla="*/ 2393680 h 2585650"/>
              <a:gd name="connsiteX43" fmla="*/ 706055 w 1060386"/>
              <a:gd name="connsiteY43" fmla="*/ 2400627 h 2585650"/>
              <a:gd name="connsiteX44" fmla="*/ 323433 w 1060386"/>
              <a:gd name="connsiteY44" fmla="*/ 2405045 h 2585650"/>
              <a:gd name="connsiteX45" fmla="*/ 67798 w 1060386"/>
              <a:gd name="connsiteY45" fmla="*/ 2462818 h 2585650"/>
              <a:gd name="connsiteX46" fmla="*/ 323433 w 1060386"/>
              <a:gd name="connsiteY46" fmla="*/ 2526941 h 2585650"/>
              <a:gd name="connsiteX47" fmla="*/ 323433 w 1060386"/>
              <a:gd name="connsiteY47" fmla="*/ 2527129 h 2585650"/>
              <a:gd name="connsiteX48" fmla="*/ 1060386 w 1060386"/>
              <a:gd name="connsiteY48" fmla="*/ 2527129 h 2585650"/>
              <a:gd name="connsiteX49" fmla="*/ 1060386 w 1060386"/>
              <a:gd name="connsiteY49" fmla="*/ 2585650 h 2585650"/>
              <a:gd name="connsiteX50" fmla="*/ 259023 w 1060386"/>
              <a:gd name="connsiteY50" fmla="*/ 2585412 h 2585650"/>
              <a:gd name="connsiteX51" fmla="*/ 3835 w 1060386"/>
              <a:gd name="connsiteY51" fmla="*/ 2465993 h 2585650"/>
              <a:gd name="connsiteX52" fmla="*/ 323433 w 1060386"/>
              <a:gd name="connsiteY52" fmla="*/ 2344097 h 2585650"/>
              <a:gd name="connsiteX53" fmla="*/ 633785 w 1060386"/>
              <a:gd name="connsiteY53" fmla="*/ 2342935 h 2585650"/>
              <a:gd name="connsiteX54" fmla="*/ 671856 w 1060386"/>
              <a:gd name="connsiteY54" fmla="*/ 2342771 h 2585650"/>
              <a:gd name="connsiteX55" fmla="*/ 671856 w 1060386"/>
              <a:gd name="connsiteY55" fmla="*/ 2342311 h 2585650"/>
              <a:gd name="connsiteX56" fmla="*/ 933843 w 1060386"/>
              <a:gd name="connsiteY56" fmla="*/ 2284538 h 2585650"/>
              <a:gd name="connsiteX57" fmla="*/ 671856 w 1060386"/>
              <a:gd name="connsiteY57" fmla="*/ 2220415 h 2585650"/>
              <a:gd name="connsiteX58" fmla="*/ 319596 w 1060386"/>
              <a:gd name="connsiteY58" fmla="*/ 2219340 h 2585650"/>
              <a:gd name="connsiteX59" fmla="*/ 195196 w 1060386"/>
              <a:gd name="connsiteY59" fmla="*/ 2210984 h 2585650"/>
              <a:gd name="connsiteX60" fmla="*/ 0 w 1060386"/>
              <a:gd name="connsiteY60" fmla="*/ 2098668 h 2585650"/>
              <a:gd name="connsiteX61" fmla="*/ 319596 w 1060386"/>
              <a:gd name="connsiteY61" fmla="*/ 1976771 h 2585650"/>
              <a:gd name="connsiteX62" fmla="*/ 629948 w 1060386"/>
              <a:gd name="connsiteY62" fmla="*/ 1975609 h 2585650"/>
              <a:gd name="connsiteX63" fmla="*/ 668019 w 1060386"/>
              <a:gd name="connsiteY63" fmla="*/ 1975445 h 2585650"/>
              <a:gd name="connsiteX64" fmla="*/ 668019 w 1060386"/>
              <a:gd name="connsiteY64" fmla="*/ 1974986 h 2585650"/>
              <a:gd name="connsiteX65" fmla="*/ 939531 w 1060386"/>
              <a:gd name="connsiteY65" fmla="*/ 1917212 h 2585650"/>
              <a:gd name="connsiteX66" fmla="*/ 668019 w 1060386"/>
              <a:gd name="connsiteY66" fmla="*/ 1853090 h 2585650"/>
              <a:gd name="connsiteX67" fmla="*/ 285397 w 1060386"/>
              <a:gd name="connsiteY67" fmla="*/ 1847203 h 2585650"/>
              <a:gd name="connsiteX68" fmla="*/ 199033 w 1060386"/>
              <a:gd name="connsiteY68" fmla="*/ 1844458 h 2585650"/>
              <a:gd name="connsiteX69" fmla="*/ 3835 w 1060386"/>
              <a:gd name="connsiteY69" fmla="*/ 1732141 h 2585650"/>
              <a:gd name="connsiteX70" fmla="*/ 323433 w 1060386"/>
              <a:gd name="connsiteY70" fmla="*/ 1610245 h 2585650"/>
              <a:gd name="connsiteX71" fmla="*/ 633785 w 1060386"/>
              <a:gd name="connsiteY71" fmla="*/ 1609082 h 2585650"/>
              <a:gd name="connsiteX72" fmla="*/ 671856 w 1060386"/>
              <a:gd name="connsiteY72" fmla="*/ 1608918 h 2585650"/>
              <a:gd name="connsiteX73" fmla="*/ 671856 w 1060386"/>
              <a:gd name="connsiteY73" fmla="*/ 1608460 h 2585650"/>
              <a:gd name="connsiteX74" fmla="*/ 940192 w 1060386"/>
              <a:gd name="connsiteY74" fmla="*/ 1544336 h 2585650"/>
              <a:gd name="connsiteX75" fmla="*/ 671856 w 1060386"/>
              <a:gd name="connsiteY75" fmla="*/ 1486563 h 2585650"/>
              <a:gd name="connsiteX76" fmla="*/ 319596 w 1060386"/>
              <a:gd name="connsiteY76" fmla="*/ 1485488 h 2585650"/>
              <a:gd name="connsiteX77" fmla="*/ 195196 w 1060386"/>
              <a:gd name="connsiteY77" fmla="*/ 1477132 h 2585650"/>
              <a:gd name="connsiteX78" fmla="*/ 0 w 1060386"/>
              <a:gd name="connsiteY78" fmla="*/ 1364815 h 2585650"/>
              <a:gd name="connsiteX79" fmla="*/ 319596 w 1060386"/>
              <a:gd name="connsiteY79" fmla="*/ 1242919 h 2585650"/>
              <a:gd name="connsiteX80" fmla="*/ 483111 w 1060386"/>
              <a:gd name="connsiteY80" fmla="*/ 1243018 h 2585650"/>
              <a:gd name="connsiteX81" fmla="*/ 521853 w 1060386"/>
              <a:gd name="connsiteY81" fmla="*/ 1236097 h 2585650"/>
              <a:gd name="connsiteX82" fmla="*/ 558216 w 1060386"/>
              <a:gd name="connsiteY82" fmla="*/ 1212529 h 2585650"/>
              <a:gd name="connsiteX83" fmla="*/ 582592 w 1060386"/>
              <a:gd name="connsiteY83" fmla="*/ 1176702 h 2585650"/>
              <a:gd name="connsiteX84" fmla="*/ 591165 w 1060386"/>
              <a:gd name="connsiteY84" fmla="*/ 1134227 h 2585650"/>
              <a:gd name="connsiteX85" fmla="*/ 589069 w 1060386"/>
              <a:gd name="connsiteY85" fmla="*/ 302325 h 2585650"/>
              <a:gd name="connsiteX86" fmla="*/ 588012 w 1060386"/>
              <a:gd name="connsiteY86" fmla="*/ 302325 h 2585650"/>
              <a:gd name="connsiteX87" fmla="*/ 588012 w 1060386"/>
              <a:gd name="connsiteY87" fmla="*/ 231923 h 2585650"/>
              <a:gd name="connsiteX88" fmla="*/ 581005 w 1060386"/>
              <a:gd name="connsiteY88" fmla="*/ 192697 h 2585650"/>
              <a:gd name="connsiteX89" fmla="*/ 557437 w 1060386"/>
              <a:gd name="connsiteY89" fmla="*/ 156334 h 2585650"/>
              <a:gd name="connsiteX90" fmla="*/ 521610 w 1060386"/>
              <a:gd name="connsiteY90" fmla="*/ 131958 h 2585650"/>
              <a:gd name="connsiteX91" fmla="*/ 484577 w 1060386"/>
              <a:gd name="connsiteY91" fmla="*/ 124484 h 2585650"/>
              <a:gd name="connsiteX92" fmla="*/ 421275 w 1060386"/>
              <a:gd name="connsiteY92" fmla="*/ 124484 h 2585650"/>
              <a:gd name="connsiteX93" fmla="*/ 421275 w 1060386"/>
              <a:gd name="connsiteY93" fmla="*/ 141263 h 2585650"/>
              <a:gd name="connsiteX94" fmla="*/ 380809 w 1060386"/>
              <a:gd name="connsiteY94" fmla="*/ 181727 h 2585650"/>
              <a:gd name="connsiteX95" fmla="*/ 340345 w 1060386"/>
              <a:gd name="connsiteY95" fmla="*/ 181727 h 258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060386" h="2585650">
                <a:moveTo>
                  <a:pt x="340345" y="0"/>
                </a:moveTo>
                <a:lnTo>
                  <a:pt x="380809" y="0"/>
                </a:lnTo>
                <a:lnTo>
                  <a:pt x="421275" y="40465"/>
                </a:lnTo>
                <a:lnTo>
                  <a:pt x="421275" y="62004"/>
                </a:lnTo>
                <a:lnTo>
                  <a:pt x="479135" y="62004"/>
                </a:lnTo>
                <a:lnTo>
                  <a:pt x="481402" y="62004"/>
                </a:lnTo>
                <a:lnTo>
                  <a:pt x="545596" y="74959"/>
                </a:lnTo>
                <a:cubicBezTo>
                  <a:pt x="566431" y="83726"/>
                  <a:pt x="585533" y="96615"/>
                  <a:pt x="601652" y="113099"/>
                </a:cubicBezTo>
                <a:cubicBezTo>
                  <a:pt x="617772" y="129583"/>
                  <a:pt x="630229" y="148968"/>
                  <a:pt x="638528" y="169995"/>
                </a:cubicBezTo>
                <a:lnTo>
                  <a:pt x="649178" y="229617"/>
                </a:lnTo>
                <a:lnTo>
                  <a:pt x="650492" y="252319"/>
                </a:lnTo>
                <a:lnTo>
                  <a:pt x="651423" y="252319"/>
                </a:lnTo>
                <a:lnTo>
                  <a:pt x="651423" y="1134227"/>
                </a:lnTo>
                <a:lnTo>
                  <a:pt x="653004" y="1134227"/>
                </a:lnTo>
                <a:cubicBezTo>
                  <a:pt x="653004" y="1180339"/>
                  <a:pt x="634420" y="1224505"/>
                  <a:pt x="601451" y="1256744"/>
                </a:cubicBezTo>
                <a:cubicBezTo>
                  <a:pt x="568482" y="1288983"/>
                  <a:pt x="523911" y="1306574"/>
                  <a:pt x="477811" y="1305542"/>
                </a:cubicBezTo>
                <a:cubicBezTo>
                  <a:pt x="477824" y="1304971"/>
                  <a:pt x="477836" y="1304401"/>
                  <a:pt x="477849" y="1303830"/>
                </a:cubicBezTo>
                <a:lnTo>
                  <a:pt x="319596" y="1303867"/>
                </a:lnTo>
                <a:cubicBezTo>
                  <a:pt x="244241" y="1301644"/>
                  <a:pt x="67136" y="1327980"/>
                  <a:pt x="67136" y="1361640"/>
                </a:cubicBezTo>
                <a:cubicBezTo>
                  <a:pt x="67136" y="1386886"/>
                  <a:pt x="190102" y="1411721"/>
                  <a:pt x="252224" y="1420973"/>
                </a:cubicBezTo>
                <a:lnTo>
                  <a:pt x="296421" y="1424115"/>
                </a:lnTo>
                <a:lnTo>
                  <a:pt x="316601" y="1424259"/>
                </a:lnTo>
                <a:lnTo>
                  <a:pt x="671856" y="1425616"/>
                </a:lnTo>
                <a:cubicBezTo>
                  <a:pt x="848365" y="1425616"/>
                  <a:pt x="991453" y="1480191"/>
                  <a:pt x="991453" y="1547511"/>
                </a:cubicBezTo>
                <a:cubicBezTo>
                  <a:pt x="991453" y="1598003"/>
                  <a:pt x="910965" y="1641324"/>
                  <a:pt x="796257" y="1659828"/>
                </a:cubicBezTo>
                <a:lnTo>
                  <a:pt x="706055" y="1666774"/>
                </a:lnTo>
                <a:lnTo>
                  <a:pt x="323433" y="1671193"/>
                </a:lnTo>
                <a:cubicBezTo>
                  <a:pt x="248078" y="1668969"/>
                  <a:pt x="64622" y="1695306"/>
                  <a:pt x="64622" y="1728966"/>
                </a:cubicBezTo>
                <a:cubicBezTo>
                  <a:pt x="64622" y="1754212"/>
                  <a:pt x="193939" y="1779047"/>
                  <a:pt x="256061" y="1788299"/>
                </a:cubicBezTo>
                <a:lnTo>
                  <a:pt x="288623" y="1790615"/>
                </a:lnTo>
                <a:lnTo>
                  <a:pt x="312764" y="1790786"/>
                </a:lnTo>
                <a:lnTo>
                  <a:pt x="668019" y="1792142"/>
                </a:lnTo>
                <a:cubicBezTo>
                  <a:pt x="844529" y="1792142"/>
                  <a:pt x="987615" y="1846717"/>
                  <a:pt x="987615" y="1914038"/>
                </a:cubicBezTo>
                <a:cubicBezTo>
                  <a:pt x="987615" y="1964530"/>
                  <a:pt x="907128" y="2007850"/>
                  <a:pt x="792420" y="2026354"/>
                </a:cubicBezTo>
                <a:lnTo>
                  <a:pt x="702218" y="2033301"/>
                </a:lnTo>
                <a:lnTo>
                  <a:pt x="319596" y="2037720"/>
                </a:lnTo>
                <a:cubicBezTo>
                  <a:pt x="244241" y="2035497"/>
                  <a:pt x="54436" y="2065006"/>
                  <a:pt x="54436" y="2098668"/>
                </a:cubicBezTo>
                <a:cubicBezTo>
                  <a:pt x="54436" y="2123912"/>
                  <a:pt x="190102" y="2145573"/>
                  <a:pt x="252224" y="2154825"/>
                </a:cubicBezTo>
                <a:lnTo>
                  <a:pt x="296421" y="2157968"/>
                </a:lnTo>
                <a:lnTo>
                  <a:pt x="316601" y="2158111"/>
                </a:lnTo>
                <a:lnTo>
                  <a:pt x="671856" y="2159468"/>
                </a:lnTo>
                <a:cubicBezTo>
                  <a:pt x="848365" y="2159468"/>
                  <a:pt x="991453" y="2214042"/>
                  <a:pt x="991453" y="2281363"/>
                </a:cubicBezTo>
                <a:cubicBezTo>
                  <a:pt x="991453" y="2331856"/>
                  <a:pt x="910965" y="2375176"/>
                  <a:pt x="796257" y="2393680"/>
                </a:cubicBezTo>
                <a:lnTo>
                  <a:pt x="706055" y="2400627"/>
                </a:lnTo>
                <a:lnTo>
                  <a:pt x="323433" y="2405045"/>
                </a:lnTo>
                <a:cubicBezTo>
                  <a:pt x="248078" y="2402821"/>
                  <a:pt x="67798" y="2429158"/>
                  <a:pt x="67798" y="2462818"/>
                </a:cubicBezTo>
                <a:cubicBezTo>
                  <a:pt x="67798" y="2496479"/>
                  <a:pt x="227841" y="2526941"/>
                  <a:pt x="323433" y="2526941"/>
                </a:cubicBezTo>
                <a:lnTo>
                  <a:pt x="323433" y="2527129"/>
                </a:lnTo>
                <a:lnTo>
                  <a:pt x="1060386" y="2527129"/>
                </a:lnTo>
                <a:lnTo>
                  <a:pt x="1060386" y="2585650"/>
                </a:lnTo>
                <a:lnTo>
                  <a:pt x="259023" y="2585412"/>
                </a:lnTo>
                <a:cubicBezTo>
                  <a:pt x="113387" y="2574046"/>
                  <a:pt x="3835" y="2524899"/>
                  <a:pt x="3835" y="2465993"/>
                </a:cubicBezTo>
                <a:cubicBezTo>
                  <a:pt x="3835" y="2398671"/>
                  <a:pt x="146925" y="2344097"/>
                  <a:pt x="323433" y="2344097"/>
                </a:cubicBezTo>
                <a:lnTo>
                  <a:pt x="633785" y="2342935"/>
                </a:lnTo>
                <a:lnTo>
                  <a:pt x="671856" y="2342771"/>
                </a:lnTo>
                <a:lnTo>
                  <a:pt x="671856" y="2342311"/>
                </a:lnTo>
                <a:cubicBezTo>
                  <a:pt x="767448" y="2342311"/>
                  <a:pt x="933843" y="2318199"/>
                  <a:pt x="933843" y="2284538"/>
                </a:cubicBezTo>
                <a:cubicBezTo>
                  <a:pt x="933843" y="2250877"/>
                  <a:pt x="747211" y="2218193"/>
                  <a:pt x="671856" y="2220415"/>
                </a:cubicBezTo>
                <a:lnTo>
                  <a:pt x="319596" y="2219340"/>
                </a:lnTo>
                <a:lnTo>
                  <a:pt x="195196" y="2210984"/>
                </a:lnTo>
                <a:cubicBezTo>
                  <a:pt x="80487" y="2192479"/>
                  <a:pt x="0" y="2149159"/>
                  <a:pt x="0" y="2098668"/>
                </a:cubicBezTo>
                <a:cubicBezTo>
                  <a:pt x="0" y="2031346"/>
                  <a:pt x="143088" y="1976771"/>
                  <a:pt x="319596" y="1976771"/>
                </a:cubicBezTo>
                <a:lnTo>
                  <a:pt x="629948" y="1975609"/>
                </a:lnTo>
                <a:lnTo>
                  <a:pt x="668019" y="1975445"/>
                </a:lnTo>
                <a:lnTo>
                  <a:pt x="668019" y="1974986"/>
                </a:lnTo>
                <a:cubicBezTo>
                  <a:pt x="763611" y="1974986"/>
                  <a:pt x="939531" y="1950874"/>
                  <a:pt x="939531" y="1917212"/>
                </a:cubicBezTo>
                <a:cubicBezTo>
                  <a:pt x="939531" y="1883551"/>
                  <a:pt x="743374" y="1850866"/>
                  <a:pt x="668019" y="1853090"/>
                </a:cubicBezTo>
                <a:cubicBezTo>
                  <a:pt x="575402" y="1842737"/>
                  <a:pt x="363561" y="1848642"/>
                  <a:pt x="285397" y="1847203"/>
                </a:cubicBezTo>
                <a:lnTo>
                  <a:pt x="199033" y="1844458"/>
                </a:lnTo>
                <a:cubicBezTo>
                  <a:pt x="84324" y="1825953"/>
                  <a:pt x="3835" y="1782632"/>
                  <a:pt x="3835" y="1732141"/>
                </a:cubicBezTo>
                <a:cubicBezTo>
                  <a:pt x="3835" y="1664819"/>
                  <a:pt x="146925" y="1610245"/>
                  <a:pt x="323433" y="1610245"/>
                </a:cubicBezTo>
                <a:lnTo>
                  <a:pt x="633785" y="1609082"/>
                </a:lnTo>
                <a:lnTo>
                  <a:pt x="671856" y="1608918"/>
                </a:lnTo>
                <a:lnTo>
                  <a:pt x="671856" y="1608460"/>
                </a:lnTo>
                <a:cubicBezTo>
                  <a:pt x="767448" y="1608460"/>
                  <a:pt x="940192" y="1577998"/>
                  <a:pt x="940192" y="1544336"/>
                </a:cubicBezTo>
                <a:cubicBezTo>
                  <a:pt x="940192" y="1510675"/>
                  <a:pt x="747211" y="1484340"/>
                  <a:pt x="671856" y="1486563"/>
                </a:cubicBezTo>
                <a:lnTo>
                  <a:pt x="319596" y="1485488"/>
                </a:lnTo>
                <a:lnTo>
                  <a:pt x="195196" y="1477132"/>
                </a:lnTo>
                <a:cubicBezTo>
                  <a:pt x="80487" y="1458627"/>
                  <a:pt x="0" y="1415307"/>
                  <a:pt x="0" y="1364815"/>
                </a:cubicBezTo>
                <a:cubicBezTo>
                  <a:pt x="0" y="1297493"/>
                  <a:pt x="143088" y="1242919"/>
                  <a:pt x="319596" y="1242919"/>
                </a:cubicBezTo>
                <a:lnTo>
                  <a:pt x="483111" y="1243018"/>
                </a:lnTo>
                <a:lnTo>
                  <a:pt x="521853" y="1236097"/>
                </a:lnTo>
                <a:cubicBezTo>
                  <a:pt x="535291" y="1230793"/>
                  <a:pt x="547681" y="1222831"/>
                  <a:pt x="558216" y="1212529"/>
                </a:cubicBezTo>
                <a:cubicBezTo>
                  <a:pt x="568752" y="1202227"/>
                  <a:pt x="576989" y="1190019"/>
                  <a:pt x="582592" y="1176702"/>
                </a:cubicBezTo>
                <a:lnTo>
                  <a:pt x="591165" y="1134227"/>
                </a:lnTo>
                <a:cubicBezTo>
                  <a:pt x="590466" y="856926"/>
                  <a:pt x="589768" y="579626"/>
                  <a:pt x="589069" y="302325"/>
                </a:cubicBezTo>
                <a:lnTo>
                  <a:pt x="588012" y="302325"/>
                </a:lnTo>
                <a:lnTo>
                  <a:pt x="588012" y="231923"/>
                </a:lnTo>
                <a:lnTo>
                  <a:pt x="581005" y="192697"/>
                </a:lnTo>
                <a:cubicBezTo>
                  <a:pt x="575702" y="179259"/>
                  <a:pt x="567740" y="166869"/>
                  <a:pt x="557437" y="156334"/>
                </a:cubicBezTo>
                <a:cubicBezTo>
                  <a:pt x="547135" y="145799"/>
                  <a:pt x="534927" y="137561"/>
                  <a:pt x="521610" y="131958"/>
                </a:cubicBezTo>
                <a:lnTo>
                  <a:pt x="484577" y="124484"/>
                </a:lnTo>
                <a:lnTo>
                  <a:pt x="421275" y="124484"/>
                </a:lnTo>
                <a:lnTo>
                  <a:pt x="421275" y="141263"/>
                </a:lnTo>
                <a:lnTo>
                  <a:pt x="380809" y="181727"/>
                </a:lnTo>
                <a:lnTo>
                  <a:pt x="340345" y="181727"/>
                </a:lnTo>
                <a:close/>
              </a:path>
            </a:pathLst>
          </a:custGeom>
          <a:gradFill>
            <a:gsLst>
              <a:gs pos="41000">
                <a:schemeClr val="bg1">
                  <a:lumMod val="85000"/>
                </a:schemeClr>
              </a:gs>
              <a:gs pos="0">
                <a:schemeClr val="bg1">
                  <a:lumMod val="85000"/>
                </a:schemeClr>
              </a:gs>
              <a:gs pos="100000">
                <a:schemeClr val="tx1">
                  <a:lumMod val="85000"/>
                  <a:lumOff val="15000"/>
                </a:schemeClr>
              </a:gs>
            </a:gsLst>
            <a:lin ang="5400000" scaled="1"/>
          </a:gradFill>
          <a:ln w="19050" cmpd="sng">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1219" name="Group 1218">
            <a:extLst>
              <a:ext uri="{FF2B5EF4-FFF2-40B4-BE49-F238E27FC236}">
                <a16:creationId xmlns:a16="http://schemas.microsoft.com/office/drawing/2014/main" id="{0D63BC6A-4789-91F1-9CF8-DE222C2FB9EC}"/>
              </a:ext>
            </a:extLst>
          </p:cNvPr>
          <p:cNvGrpSpPr/>
          <p:nvPr/>
        </p:nvGrpSpPr>
        <p:grpSpPr>
          <a:xfrm>
            <a:off x="22396085" y="2594398"/>
            <a:ext cx="651001" cy="1457277"/>
            <a:chOff x="10015400" y="2514648"/>
            <a:chExt cx="651001" cy="1397210"/>
          </a:xfrm>
        </p:grpSpPr>
        <p:cxnSp>
          <p:nvCxnSpPr>
            <p:cNvPr id="1220" name="Straight Connector 1219">
              <a:extLst>
                <a:ext uri="{FF2B5EF4-FFF2-40B4-BE49-F238E27FC236}">
                  <a16:creationId xmlns:a16="http://schemas.microsoft.com/office/drawing/2014/main" id="{A245D16A-9B56-DEC5-F2D0-DE37CF0E4E04}"/>
                </a:ext>
              </a:extLst>
            </p:cNvPr>
            <p:cNvCxnSpPr/>
            <p:nvPr/>
          </p:nvCxnSpPr>
          <p:spPr>
            <a:xfrm>
              <a:off x="10015400"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1" name="Straight Connector 1220">
              <a:extLst>
                <a:ext uri="{FF2B5EF4-FFF2-40B4-BE49-F238E27FC236}">
                  <a16:creationId xmlns:a16="http://schemas.microsoft.com/office/drawing/2014/main" id="{E2E944D6-DF57-4BB8-173A-9FEDF8BCB6D4}"/>
                </a:ext>
              </a:extLst>
            </p:cNvPr>
            <p:cNvCxnSpPr/>
            <p:nvPr/>
          </p:nvCxnSpPr>
          <p:spPr>
            <a:xfrm>
              <a:off x="10108338"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2" name="Straight Connector 1221">
              <a:extLst>
                <a:ext uri="{FF2B5EF4-FFF2-40B4-BE49-F238E27FC236}">
                  <a16:creationId xmlns:a16="http://schemas.microsoft.com/office/drawing/2014/main" id="{7B7650B5-E576-8437-889D-845B2C27BE7F}"/>
                </a:ext>
              </a:extLst>
            </p:cNvPr>
            <p:cNvCxnSpPr/>
            <p:nvPr/>
          </p:nvCxnSpPr>
          <p:spPr>
            <a:xfrm>
              <a:off x="10211513"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3" name="Straight Connector 1222">
              <a:extLst>
                <a:ext uri="{FF2B5EF4-FFF2-40B4-BE49-F238E27FC236}">
                  <a16:creationId xmlns:a16="http://schemas.microsoft.com/office/drawing/2014/main" id="{56D277F7-73EF-DC20-8C9A-669B750FD2FE}"/>
                </a:ext>
              </a:extLst>
            </p:cNvPr>
            <p:cNvCxnSpPr/>
            <p:nvPr/>
          </p:nvCxnSpPr>
          <p:spPr>
            <a:xfrm>
              <a:off x="10304451"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4" name="Straight Connector 1223">
              <a:extLst>
                <a:ext uri="{FF2B5EF4-FFF2-40B4-BE49-F238E27FC236}">
                  <a16:creationId xmlns:a16="http://schemas.microsoft.com/office/drawing/2014/main" id="{AF8922EA-3C80-0A8E-68E7-386508DFD1B4}"/>
                </a:ext>
              </a:extLst>
            </p:cNvPr>
            <p:cNvCxnSpPr/>
            <p:nvPr/>
          </p:nvCxnSpPr>
          <p:spPr>
            <a:xfrm>
              <a:off x="10392488"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5" name="Straight Connector 1224">
              <a:extLst>
                <a:ext uri="{FF2B5EF4-FFF2-40B4-BE49-F238E27FC236}">
                  <a16:creationId xmlns:a16="http://schemas.microsoft.com/office/drawing/2014/main" id="{637A936F-E9EB-36E4-98FD-7EB21F7E5A51}"/>
                </a:ext>
              </a:extLst>
            </p:cNvPr>
            <p:cNvCxnSpPr/>
            <p:nvPr/>
          </p:nvCxnSpPr>
          <p:spPr>
            <a:xfrm>
              <a:off x="10485426" y="2522797"/>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6" name="Straight Connector 1225">
              <a:extLst>
                <a:ext uri="{FF2B5EF4-FFF2-40B4-BE49-F238E27FC236}">
                  <a16:creationId xmlns:a16="http://schemas.microsoft.com/office/drawing/2014/main" id="{BF1E59FF-FA87-2DCD-0D6D-75F7025F34FF}"/>
                </a:ext>
              </a:extLst>
            </p:cNvPr>
            <p:cNvCxnSpPr/>
            <p:nvPr/>
          </p:nvCxnSpPr>
          <p:spPr>
            <a:xfrm>
              <a:off x="10573463" y="2522797"/>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27" name="Straight Connector 1226">
              <a:extLst>
                <a:ext uri="{FF2B5EF4-FFF2-40B4-BE49-F238E27FC236}">
                  <a16:creationId xmlns:a16="http://schemas.microsoft.com/office/drawing/2014/main" id="{E3196D72-E03E-2F5E-A97C-BD71FDE58D61}"/>
                </a:ext>
              </a:extLst>
            </p:cNvPr>
            <p:cNvCxnSpPr/>
            <p:nvPr/>
          </p:nvCxnSpPr>
          <p:spPr>
            <a:xfrm>
              <a:off x="10666401" y="2522797"/>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sp>
        <p:nvSpPr>
          <p:cNvPr id="1228" name="Free-form: Shape 141">
            <a:extLst>
              <a:ext uri="{FF2B5EF4-FFF2-40B4-BE49-F238E27FC236}">
                <a16:creationId xmlns:a16="http://schemas.microsoft.com/office/drawing/2014/main" id="{A265E4C0-E143-2CD9-87BD-80DBE5C35139}"/>
              </a:ext>
            </a:extLst>
          </p:cNvPr>
          <p:cNvSpPr/>
          <p:nvPr/>
        </p:nvSpPr>
        <p:spPr>
          <a:xfrm>
            <a:off x="22193679" y="752886"/>
            <a:ext cx="1245410" cy="3219914"/>
          </a:xfrm>
          <a:custGeom>
            <a:avLst/>
            <a:gdLst>
              <a:gd name="connsiteX0" fmla="*/ 314849 w 1245410"/>
              <a:gd name="connsiteY0" fmla="*/ 0 h 3219914"/>
              <a:gd name="connsiteX1" fmla="*/ 1116943 w 1245410"/>
              <a:gd name="connsiteY1" fmla="*/ 0 h 3219914"/>
              <a:gd name="connsiteX2" fmla="*/ 1158735 w 1245410"/>
              <a:gd name="connsiteY2" fmla="*/ 11039 h 3219914"/>
              <a:gd name="connsiteX3" fmla="*/ 1245189 w 1245410"/>
              <a:gd name="connsiteY3" fmla="*/ 141026 h 3219914"/>
              <a:gd name="connsiteX4" fmla="*/ 1244719 w 1245410"/>
              <a:gd name="connsiteY4" fmla="*/ 143613 h 3219914"/>
              <a:gd name="connsiteX5" fmla="*/ 1245410 w 1245410"/>
              <a:gd name="connsiteY5" fmla="*/ 3079719 h 3219914"/>
              <a:gd name="connsiteX6" fmla="*/ 1235283 w 1245410"/>
              <a:gd name="connsiteY6" fmla="*/ 3134011 h 3219914"/>
              <a:gd name="connsiteX7" fmla="*/ 1105296 w 1245410"/>
              <a:gd name="connsiteY7" fmla="*/ 3218083 h 3219914"/>
              <a:gd name="connsiteX8" fmla="*/ 1027510 w 1245410"/>
              <a:gd name="connsiteY8" fmla="*/ 3219914 h 3219914"/>
              <a:gd name="connsiteX9" fmla="*/ 1027510 w 1245410"/>
              <a:gd name="connsiteY9" fmla="*/ 3158295 h 3219914"/>
              <a:gd name="connsiteX10" fmla="*/ 1096959 w 1245410"/>
              <a:gd name="connsiteY10" fmla="*/ 3158295 h 3219914"/>
              <a:gd name="connsiteX11" fmla="*/ 1104363 w 1245410"/>
              <a:gd name="connsiteY11" fmla="*/ 3157596 h 3219914"/>
              <a:gd name="connsiteX12" fmla="*/ 1177256 w 1245410"/>
              <a:gd name="connsiteY12" fmla="*/ 3109763 h 3219914"/>
              <a:gd name="connsiteX13" fmla="*/ 1182740 w 1245410"/>
              <a:gd name="connsiteY13" fmla="*/ 3083141 h 3219914"/>
              <a:gd name="connsiteX14" fmla="*/ 1182740 w 1245410"/>
              <a:gd name="connsiteY14" fmla="*/ 149363 h 3219914"/>
              <a:gd name="connsiteX15" fmla="*/ 1182321 w 1245410"/>
              <a:gd name="connsiteY15" fmla="*/ 141959 h 3219914"/>
              <a:gd name="connsiteX16" fmla="*/ 1104443 w 1245410"/>
              <a:gd name="connsiteY16" fmla="*/ 62877 h 3219914"/>
              <a:gd name="connsiteX17" fmla="*/ 1104443 w 1245410"/>
              <a:gd name="connsiteY17" fmla="*/ 62670 h 3219914"/>
              <a:gd name="connsiteX18" fmla="*/ 314849 w 1245410"/>
              <a:gd name="connsiteY18" fmla="*/ 62670 h 3219914"/>
              <a:gd name="connsiteX19" fmla="*/ 314849 w 1245410"/>
              <a:gd name="connsiteY19" fmla="*/ 62876 h 3219914"/>
              <a:gd name="connsiteX20" fmla="*/ 236971 w 1245410"/>
              <a:gd name="connsiteY20" fmla="*/ 141958 h 3219914"/>
              <a:gd name="connsiteX21" fmla="*/ 237699 w 1245410"/>
              <a:gd name="connsiteY21" fmla="*/ 146015 h 3219914"/>
              <a:gd name="connsiteX22" fmla="*/ 320923 w 1245410"/>
              <a:gd name="connsiteY22" fmla="*/ 146015 h 3219914"/>
              <a:gd name="connsiteX23" fmla="*/ 385899 w 1245410"/>
              <a:gd name="connsiteY23" fmla="*/ 210992 h 3219914"/>
              <a:gd name="connsiteX24" fmla="*/ 385899 w 1245410"/>
              <a:gd name="connsiteY24" fmla="*/ 275968 h 3219914"/>
              <a:gd name="connsiteX25" fmla="*/ 0 w 1245410"/>
              <a:gd name="connsiteY25" fmla="*/ 275968 h 3219914"/>
              <a:gd name="connsiteX26" fmla="*/ 0 w 1245410"/>
              <a:gd name="connsiteY26" fmla="*/ 210992 h 3219914"/>
              <a:gd name="connsiteX27" fmla="*/ 64977 w 1245410"/>
              <a:gd name="connsiteY27" fmla="*/ 146015 h 3219914"/>
              <a:gd name="connsiteX28" fmla="*/ 175009 w 1245410"/>
              <a:gd name="connsiteY28" fmla="*/ 146015 h 3219914"/>
              <a:gd name="connsiteX29" fmla="*/ 174103 w 1245410"/>
              <a:gd name="connsiteY29" fmla="*/ 141025 h 3219914"/>
              <a:gd name="connsiteX30" fmla="*/ 314849 w 1245410"/>
              <a:gd name="connsiteY30" fmla="*/ 2 h 3219914"/>
              <a:gd name="connsiteX0" fmla="*/ 314849 w 1245410"/>
              <a:gd name="connsiteY0" fmla="*/ 0 h 3219914"/>
              <a:gd name="connsiteX1" fmla="*/ 1116943 w 1245410"/>
              <a:gd name="connsiteY1" fmla="*/ 0 h 3219914"/>
              <a:gd name="connsiteX2" fmla="*/ 1158735 w 1245410"/>
              <a:gd name="connsiteY2" fmla="*/ 11039 h 3219914"/>
              <a:gd name="connsiteX3" fmla="*/ 1245189 w 1245410"/>
              <a:gd name="connsiteY3" fmla="*/ 141026 h 3219914"/>
              <a:gd name="connsiteX4" fmla="*/ 1244719 w 1245410"/>
              <a:gd name="connsiteY4" fmla="*/ 143613 h 3219914"/>
              <a:gd name="connsiteX5" fmla="*/ 1245410 w 1245410"/>
              <a:gd name="connsiteY5" fmla="*/ 3079719 h 3219914"/>
              <a:gd name="connsiteX6" fmla="*/ 1235283 w 1245410"/>
              <a:gd name="connsiteY6" fmla="*/ 3134011 h 3219914"/>
              <a:gd name="connsiteX7" fmla="*/ 1105296 w 1245410"/>
              <a:gd name="connsiteY7" fmla="*/ 3218083 h 3219914"/>
              <a:gd name="connsiteX8" fmla="*/ 1027510 w 1245410"/>
              <a:gd name="connsiteY8" fmla="*/ 3219914 h 3219914"/>
              <a:gd name="connsiteX9" fmla="*/ 1027510 w 1245410"/>
              <a:gd name="connsiteY9" fmla="*/ 3160676 h 3219914"/>
              <a:gd name="connsiteX10" fmla="*/ 1096959 w 1245410"/>
              <a:gd name="connsiteY10" fmla="*/ 3158295 h 3219914"/>
              <a:gd name="connsiteX11" fmla="*/ 1104363 w 1245410"/>
              <a:gd name="connsiteY11" fmla="*/ 3157596 h 3219914"/>
              <a:gd name="connsiteX12" fmla="*/ 1177256 w 1245410"/>
              <a:gd name="connsiteY12" fmla="*/ 3109763 h 3219914"/>
              <a:gd name="connsiteX13" fmla="*/ 1182740 w 1245410"/>
              <a:gd name="connsiteY13" fmla="*/ 3083141 h 3219914"/>
              <a:gd name="connsiteX14" fmla="*/ 1182740 w 1245410"/>
              <a:gd name="connsiteY14" fmla="*/ 149363 h 3219914"/>
              <a:gd name="connsiteX15" fmla="*/ 1182321 w 1245410"/>
              <a:gd name="connsiteY15" fmla="*/ 141959 h 3219914"/>
              <a:gd name="connsiteX16" fmla="*/ 1104443 w 1245410"/>
              <a:gd name="connsiteY16" fmla="*/ 62877 h 3219914"/>
              <a:gd name="connsiteX17" fmla="*/ 1104443 w 1245410"/>
              <a:gd name="connsiteY17" fmla="*/ 62670 h 3219914"/>
              <a:gd name="connsiteX18" fmla="*/ 314849 w 1245410"/>
              <a:gd name="connsiteY18" fmla="*/ 62670 h 3219914"/>
              <a:gd name="connsiteX19" fmla="*/ 314849 w 1245410"/>
              <a:gd name="connsiteY19" fmla="*/ 62876 h 3219914"/>
              <a:gd name="connsiteX20" fmla="*/ 236971 w 1245410"/>
              <a:gd name="connsiteY20" fmla="*/ 141958 h 3219914"/>
              <a:gd name="connsiteX21" fmla="*/ 237699 w 1245410"/>
              <a:gd name="connsiteY21" fmla="*/ 146015 h 3219914"/>
              <a:gd name="connsiteX22" fmla="*/ 320923 w 1245410"/>
              <a:gd name="connsiteY22" fmla="*/ 146015 h 3219914"/>
              <a:gd name="connsiteX23" fmla="*/ 385899 w 1245410"/>
              <a:gd name="connsiteY23" fmla="*/ 210992 h 3219914"/>
              <a:gd name="connsiteX24" fmla="*/ 385899 w 1245410"/>
              <a:gd name="connsiteY24" fmla="*/ 275968 h 3219914"/>
              <a:gd name="connsiteX25" fmla="*/ 0 w 1245410"/>
              <a:gd name="connsiteY25" fmla="*/ 275968 h 3219914"/>
              <a:gd name="connsiteX26" fmla="*/ 0 w 1245410"/>
              <a:gd name="connsiteY26" fmla="*/ 210992 h 3219914"/>
              <a:gd name="connsiteX27" fmla="*/ 64977 w 1245410"/>
              <a:gd name="connsiteY27" fmla="*/ 146015 h 3219914"/>
              <a:gd name="connsiteX28" fmla="*/ 175009 w 1245410"/>
              <a:gd name="connsiteY28" fmla="*/ 146015 h 3219914"/>
              <a:gd name="connsiteX29" fmla="*/ 174103 w 1245410"/>
              <a:gd name="connsiteY29" fmla="*/ 141025 h 3219914"/>
              <a:gd name="connsiteX30" fmla="*/ 314849 w 1245410"/>
              <a:gd name="connsiteY30" fmla="*/ 2 h 3219914"/>
              <a:gd name="connsiteX31" fmla="*/ 314849 w 1245410"/>
              <a:gd name="connsiteY31" fmla="*/ 0 h 321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5410" h="3219914">
                <a:moveTo>
                  <a:pt x="314849" y="0"/>
                </a:moveTo>
                <a:lnTo>
                  <a:pt x="1116943" y="0"/>
                </a:lnTo>
                <a:lnTo>
                  <a:pt x="1158735" y="11039"/>
                </a:lnTo>
                <a:cubicBezTo>
                  <a:pt x="1208875" y="32370"/>
                  <a:pt x="1244346" y="82364"/>
                  <a:pt x="1245189" y="141026"/>
                </a:cubicBezTo>
                <a:cubicBezTo>
                  <a:pt x="1245032" y="141888"/>
                  <a:pt x="1244876" y="142751"/>
                  <a:pt x="1244719" y="143613"/>
                </a:cubicBezTo>
                <a:cubicBezTo>
                  <a:pt x="1244949" y="1122315"/>
                  <a:pt x="1245180" y="2101017"/>
                  <a:pt x="1245410" y="3079719"/>
                </a:cubicBezTo>
                <a:lnTo>
                  <a:pt x="1235283" y="3134011"/>
                </a:lnTo>
                <a:cubicBezTo>
                  <a:pt x="1213952" y="3184151"/>
                  <a:pt x="1163958" y="3217241"/>
                  <a:pt x="1105296" y="3218083"/>
                </a:cubicBezTo>
                <a:lnTo>
                  <a:pt x="1027510" y="3219914"/>
                </a:lnTo>
                <a:lnTo>
                  <a:pt x="1027510" y="3160676"/>
                </a:lnTo>
                <a:lnTo>
                  <a:pt x="1096959" y="3158295"/>
                </a:lnTo>
                <a:lnTo>
                  <a:pt x="1104363" y="3157596"/>
                </a:lnTo>
                <a:cubicBezTo>
                  <a:pt x="1137257" y="3157136"/>
                  <a:pt x="1165294" y="3137510"/>
                  <a:pt x="1177256" y="3109763"/>
                </a:cubicBezTo>
                <a:lnTo>
                  <a:pt x="1182740" y="3083141"/>
                </a:lnTo>
                <a:lnTo>
                  <a:pt x="1182740" y="149363"/>
                </a:lnTo>
                <a:cubicBezTo>
                  <a:pt x="1182600" y="146895"/>
                  <a:pt x="1182461" y="144427"/>
                  <a:pt x="1182321" y="141959"/>
                </a:cubicBezTo>
                <a:cubicBezTo>
                  <a:pt x="1181707" y="98100"/>
                  <a:pt x="1147021" y="62877"/>
                  <a:pt x="1104443" y="62877"/>
                </a:cubicBezTo>
                <a:lnTo>
                  <a:pt x="1104443" y="62670"/>
                </a:lnTo>
                <a:lnTo>
                  <a:pt x="314849" y="62670"/>
                </a:lnTo>
                <a:lnTo>
                  <a:pt x="314849" y="62876"/>
                </a:lnTo>
                <a:cubicBezTo>
                  <a:pt x="272271" y="62876"/>
                  <a:pt x="237585" y="98099"/>
                  <a:pt x="236971" y="141958"/>
                </a:cubicBezTo>
                <a:lnTo>
                  <a:pt x="237699" y="146015"/>
                </a:lnTo>
                <a:lnTo>
                  <a:pt x="320923" y="146015"/>
                </a:lnTo>
                <a:lnTo>
                  <a:pt x="385899" y="210992"/>
                </a:lnTo>
                <a:lnTo>
                  <a:pt x="385899" y="275968"/>
                </a:lnTo>
                <a:lnTo>
                  <a:pt x="0" y="275968"/>
                </a:lnTo>
                <a:lnTo>
                  <a:pt x="0" y="210992"/>
                </a:lnTo>
                <a:lnTo>
                  <a:pt x="64977" y="146015"/>
                </a:lnTo>
                <a:lnTo>
                  <a:pt x="175009" y="146015"/>
                </a:lnTo>
                <a:lnTo>
                  <a:pt x="174103" y="141025"/>
                </a:lnTo>
                <a:cubicBezTo>
                  <a:pt x="175227" y="62809"/>
                  <a:pt x="237911" y="2"/>
                  <a:pt x="314849" y="2"/>
                </a:cubicBezTo>
                <a:lnTo>
                  <a:pt x="314849" y="0"/>
                </a:lnTo>
                <a:close/>
              </a:path>
            </a:pathLst>
          </a:custGeom>
          <a:solidFill>
            <a:schemeClr val="tx1">
              <a:lumMod val="85000"/>
              <a:lumOff val="1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cxnSp>
        <p:nvCxnSpPr>
          <p:cNvPr id="1229" name="Straight Connector 1228">
            <a:extLst>
              <a:ext uri="{FF2B5EF4-FFF2-40B4-BE49-F238E27FC236}">
                <a16:creationId xmlns:a16="http://schemas.microsoft.com/office/drawing/2014/main" id="{6E65C1DF-4A9D-04E5-A989-65833F57DA02}"/>
              </a:ext>
            </a:extLst>
          </p:cNvPr>
          <p:cNvCxnSpPr>
            <a:cxnSpLocks/>
          </p:cNvCxnSpPr>
          <p:nvPr/>
        </p:nvCxnSpPr>
        <p:spPr>
          <a:xfrm flipH="1">
            <a:off x="22191299" y="963878"/>
            <a:ext cx="2381" cy="621090"/>
          </a:xfrm>
          <a:prstGeom prst="line">
            <a:avLst/>
          </a:prstGeom>
        </p:spPr>
        <p:style>
          <a:lnRef idx="3">
            <a:schemeClr val="dk1"/>
          </a:lnRef>
          <a:fillRef idx="0">
            <a:schemeClr val="dk1"/>
          </a:fillRef>
          <a:effectRef idx="2">
            <a:schemeClr val="dk1"/>
          </a:effectRef>
          <a:fontRef idx="minor">
            <a:schemeClr val="tx1"/>
          </a:fontRef>
        </p:style>
      </p:cxnSp>
      <p:cxnSp>
        <p:nvCxnSpPr>
          <p:cNvPr id="1230" name="Straight Connector 1229">
            <a:extLst>
              <a:ext uri="{FF2B5EF4-FFF2-40B4-BE49-F238E27FC236}">
                <a16:creationId xmlns:a16="http://schemas.microsoft.com/office/drawing/2014/main" id="{4E8B2855-70F8-956E-14A5-662CCBAF6C5C}"/>
              </a:ext>
            </a:extLst>
          </p:cNvPr>
          <p:cNvCxnSpPr>
            <a:cxnSpLocks/>
          </p:cNvCxnSpPr>
          <p:nvPr/>
        </p:nvCxnSpPr>
        <p:spPr>
          <a:xfrm flipH="1">
            <a:off x="22577198" y="961287"/>
            <a:ext cx="2381" cy="621090"/>
          </a:xfrm>
          <a:prstGeom prst="line">
            <a:avLst/>
          </a:prstGeom>
        </p:spPr>
        <p:style>
          <a:lnRef idx="3">
            <a:schemeClr val="dk1"/>
          </a:lnRef>
          <a:fillRef idx="0">
            <a:schemeClr val="dk1"/>
          </a:fillRef>
          <a:effectRef idx="2">
            <a:schemeClr val="dk1"/>
          </a:effectRef>
          <a:fontRef idx="minor">
            <a:schemeClr val="tx1"/>
          </a:fontRef>
        </p:style>
      </p:cxnSp>
      <p:sp>
        <p:nvSpPr>
          <p:cNvPr id="1231" name="Freeform: Shape 1062">
            <a:extLst>
              <a:ext uri="{FF2B5EF4-FFF2-40B4-BE49-F238E27FC236}">
                <a16:creationId xmlns:a16="http://schemas.microsoft.com/office/drawing/2014/main" id="{F3190EA1-6C2D-3D7E-DCB0-9C9F3622A5E6}"/>
              </a:ext>
            </a:extLst>
          </p:cNvPr>
          <p:cNvSpPr/>
          <p:nvPr/>
        </p:nvSpPr>
        <p:spPr>
          <a:xfrm rot="16200000">
            <a:off x="22626298" y="190207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232" name="Group 1231">
            <a:extLst>
              <a:ext uri="{FF2B5EF4-FFF2-40B4-BE49-F238E27FC236}">
                <a16:creationId xmlns:a16="http://schemas.microsoft.com/office/drawing/2014/main" id="{02EE72B7-14CE-0CE8-61DC-AAFADD756867}"/>
              </a:ext>
            </a:extLst>
          </p:cNvPr>
          <p:cNvGrpSpPr/>
          <p:nvPr/>
        </p:nvGrpSpPr>
        <p:grpSpPr>
          <a:xfrm rot="16200000">
            <a:off x="22687469" y="1976417"/>
            <a:ext cx="154048" cy="154048"/>
            <a:chOff x="9053383" y="4015298"/>
            <a:chExt cx="178065" cy="178065"/>
          </a:xfrm>
        </p:grpSpPr>
        <p:sp>
          <p:nvSpPr>
            <p:cNvPr id="1233" name="Flowchart: Summing Junction 1232">
              <a:extLst>
                <a:ext uri="{FF2B5EF4-FFF2-40B4-BE49-F238E27FC236}">
                  <a16:creationId xmlns:a16="http://schemas.microsoft.com/office/drawing/2014/main" id="{66809114-FC15-7EE3-466D-324BA25997C8}"/>
                </a:ext>
              </a:extLst>
            </p:cNvPr>
            <p:cNvSpPr/>
            <p:nvPr/>
          </p:nvSpPr>
          <p:spPr>
            <a:xfrm>
              <a:off x="9053383" y="4015298"/>
              <a:ext cx="178065" cy="178065"/>
            </a:xfrm>
            <a:prstGeom prst="flowChartSummingJuncti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34" name="Flowchart: Summing Junction 1233">
              <a:extLst>
                <a:ext uri="{FF2B5EF4-FFF2-40B4-BE49-F238E27FC236}">
                  <a16:creationId xmlns:a16="http://schemas.microsoft.com/office/drawing/2014/main" id="{06E87003-E540-4B57-A5C0-1336D6D8915A}"/>
                </a:ext>
              </a:extLst>
            </p:cNvPr>
            <p:cNvSpPr/>
            <p:nvPr/>
          </p:nvSpPr>
          <p:spPr>
            <a:xfrm rot="2719156">
              <a:off x="9053383" y="4015298"/>
              <a:ext cx="178065" cy="178065"/>
            </a:xfrm>
            <a:prstGeom prst="flowChartSummingJunction">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235" name="Picture 4" descr="Fan - Free electronics icons">
            <a:extLst>
              <a:ext uri="{FF2B5EF4-FFF2-40B4-BE49-F238E27FC236}">
                <a16:creationId xmlns:a16="http://schemas.microsoft.com/office/drawing/2014/main" id="{359368F3-FD16-D197-247F-44AF980BFB82}"/>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22679822" y="1972112"/>
            <a:ext cx="169342" cy="169342"/>
          </a:xfrm>
          <a:prstGeom prst="rect">
            <a:avLst/>
          </a:prstGeom>
          <a:noFill/>
          <a:extLst>
            <a:ext uri="{909E8E84-426E-40DD-AFC4-6F175D3DCCD1}">
              <a14:hiddenFill xmlns:a14="http://schemas.microsoft.com/office/drawing/2010/main">
                <a:solidFill>
                  <a:srgbClr val="FFFFFF"/>
                </a:solidFill>
              </a14:hiddenFill>
            </a:ext>
          </a:extLst>
        </p:spPr>
      </p:pic>
      <p:pic>
        <p:nvPicPr>
          <p:cNvPr id="1236" name="Picture 1235" descr="Create a Rain Animation Effect Using SpriteKit in SwiftUI | by Nikhil Vinod  | Better Programming">
            <a:extLst>
              <a:ext uri="{FF2B5EF4-FFF2-40B4-BE49-F238E27FC236}">
                <a16:creationId xmlns:a16="http://schemas.microsoft.com/office/drawing/2014/main" id="{0456B902-8A3D-9938-49EE-57486BC5E65F}"/>
              </a:ext>
            </a:extLst>
          </p:cNvPr>
          <p:cNvPicPr>
            <a:picLocks noChangeAspect="1" noChangeArrowheads="1" noCrop="1"/>
          </p:cNvPicPr>
          <p:nvPr/>
        </p:nvPicPr>
        <p:blipFill>
          <a:blip r:embed="rId5" cstate="hqprint">
            <a:clrChange>
              <a:clrFrom>
                <a:srgbClr val="000000"/>
              </a:clrFrom>
              <a:clrTo>
                <a:srgbClr val="000000">
                  <a:alpha val="0"/>
                </a:srgbClr>
              </a:clrTo>
            </a:clrChange>
            <a:duotone>
              <a:prstClr val="black"/>
              <a:srgbClr val="FF0000">
                <a:tint val="45000"/>
                <a:satMod val="400000"/>
              </a:srgbClr>
            </a:duotone>
            <a:extLst>
              <a:ext uri="{28A0092B-C50C-407E-A947-70E740481C1C}">
                <a14:useLocalDpi xmlns:a14="http://schemas.microsoft.com/office/drawing/2010/main"/>
              </a:ext>
            </a:extLst>
          </a:blip>
          <a:srcRect l="1380" r="56821" b="63827"/>
          <a:stretch>
            <a:fillRect/>
          </a:stretch>
        </p:blipFill>
        <p:spPr bwMode="auto">
          <a:xfrm>
            <a:off x="22204383" y="1028222"/>
            <a:ext cx="360197" cy="554152"/>
          </a:xfrm>
          <a:custGeom>
            <a:avLst/>
            <a:gdLst>
              <a:gd name="connsiteX0" fmla="*/ 0 w 360197"/>
              <a:gd name="connsiteY0" fmla="*/ 0 h 554152"/>
              <a:gd name="connsiteX1" fmla="*/ 360197 w 360197"/>
              <a:gd name="connsiteY1" fmla="*/ 0 h 554152"/>
              <a:gd name="connsiteX2" fmla="*/ 360197 w 360197"/>
              <a:gd name="connsiteY2" fmla="*/ 554152 h 554152"/>
              <a:gd name="connsiteX3" fmla="*/ 0 w 360197"/>
              <a:gd name="connsiteY3" fmla="*/ 554152 h 554152"/>
            </a:gdLst>
            <a:ahLst/>
            <a:cxnLst>
              <a:cxn ang="0">
                <a:pos x="connsiteX0" y="connsiteY0"/>
              </a:cxn>
              <a:cxn ang="0">
                <a:pos x="connsiteX1" y="connsiteY1"/>
              </a:cxn>
              <a:cxn ang="0">
                <a:pos x="connsiteX2" y="connsiteY2"/>
              </a:cxn>
              <a:cxn ang="0">
                <a:pos x="connsiteX3" y="connsiteY3"/>
              </a:cxn>
            </a:cxnLst>
            <a:rect l="l" t="t" r="r" b="b"/>
            <a:pathLst>
              <a:path w="360197" h="554152">
                <a:moveTo>
                  <a:pt x="0" y="0"/>
                </a:moveTo>
                <a:lnTo>
                  <a:pt x="360197" y="0"/>
                </a:lnTo>
                <a:lnTo>
                  <a:pt x="360197" y="554152"/>
                </a:lnTo>
                <a:lnTo>
                  <a:pt x="0" y="554152"/>
                </a:lnTo>
                <a:close/>
              </a:path>
            </a:pathLst>
          </a:custGeom>
          <a:noFill/>
          <a:extLst>
            <a:ext uri="{909E8E84-426E-40DD-AFC4-6F175D3DCCD1}">
              <a14:hiddenFill xmlns:a14="http://schemas.microsoft.com/office/drawing/2010/main">
                <a:solidFill>
                  <a:srgbClr val="FFFFFF"/>
                </a:solidFill>
              </a14:hiddenFill>
            </a:ext>
          </a:extLst>
        </p:spPr>
      </p:pic>
      <p:cxnSp>
        <p:nvCxnSpPr>
          <p:cNvPr id="1237" name="Straight Connector 1236">
            <a:extLst>
              <a:ext uri="{FF2B5EF4-FFF2-40B4-BE49-F238E27FC236}">
                <a16:creationId xmlns:a16="http://schemas.microsoft.com/office/drawing/2014/main" id="{9AE353C4-1BF1-C39A-9B28-EC841EBC3223}"/>
              </a:ext>
            </a:extLst>
          </p:cNvPr>
          <p:cNvCxnSpPr>
            <a:cxnSpLocks/>
          </p:cNvCxnSpPr>
          <p:nvPr/>
        </p:nvCxnSpPr>
        <p:spPr>
          <a:xfrm>
            <a:off x="23135081" y="3945582"/>
            <a:ext cx="172944" cy="0"/>
          </a:xfrm>
          <a:prstGeom prst="line">
            <a:avLst/>
          </a:prstGeom>
          <a:ln w="39370">
            <a:solidFill>
              <a:srgbClr val="262626"/>
            </a:solidFill>
          </a:ln>
        </p:spPr>
        <p:style>
          <a:lnRef idx="2">
            <a:schemeClr val="accent1"/>
          </a:lnRef>
          <a:fillRef idx="0">
            <a:schemeClr val="accent1"/>
          </a:fillRef>
          <a:effectRef idx="1">
            <a:schemeClr val="accent1"/>
          </a:effectRef>
          <a:fontRef idx="minor">
            <a:schemeClr val="tx1"/>
          </a:fontRef>
        </p:style>
      </p:cxnSp>
      <p:sp>
        <p:nvSpPr>
          <p:cNvPr id="1249" name="Arrow: Right 1248">
            <a:extLst>
              <a:ext uri="{FF2B5EF4-FFF2-40B4-BE49-F238E27FC236}">
                <a16:creationId xmlns:a16="http://schemas.microsoft.com/office/drawing/2014/main" id="{9AB1C698-C526-AF6E-8C89-0C469F371D03}"/>
              </a:ext>
            </a:extLst>
          </p:cNvPr>
          <p:cNvSpPr/>
          <p:nvPr/>
        </p:nvSpPr>
        <p:spPr>
          <a:xfrm>
            <a:off x="22816384" y="761910"/>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0" name="Arrow: Right 1249">
            <a:extLst>
              <a:ext uri="{FF2B5EF4-FFF2-40B4-BE49-F238E27FC236}">
                <a16:creationId xmlns:a16="http://schemas.microsoft.com/office/drawing/2014/main" id="{77C6A4EB-E5D4-5E5E-192D-485E1FE816E9}"/>
              </a:ext>
            </a:extLst>
          </p:cNvPr>
          <p:cNvSpPr/>
          <p:nvPr/>
        </p:nvSpPr>
        <p:spPr>
          <a:xfrm rot="5400000">
            <a:off x="23323359" y="1111146"/>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1" name="Arrow: Right 1250">
            <a:extLst>
              <a:ext uri="{FF2B5EF4-FFF2-40B4-BE49-F238E27FC236}">
                <a16:creationId xmlns:a16="http://schemas.microsoft.com/office/drawing/2014/main" id="{A8A923E3-AF3E-A679-76EB-DFD34D28A4D8}"/>
              </a:ext>
            </a:extLst>
          </p:cNvPr>
          <p:cNvSpPr/>
          <p:nvPr/>
        </p:nvSpPr>
        <p:spPr>
          <a:xfrm rot="5400000">
            <a:off x="23325525" y="2127741"/>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2" name="Arrow: Right 1251">
            <a:extLst>
              <a:ext uri="{FF2B5EF4-FFF2-40B4-BE49-F238E27FC236}">
                <a16:creationId xmlns:a16="http://schemas.microsoft.com/office/drawing/2014/main" id="{74D17204-E70C-31D0-ED1B-B404A80C3E83}"/>
              </a:ext>
            </a:extLst>
          </p:cNvPr>
          <p:cNvSpPr/>
          <p:nvPr/>
        </p:nvSpPr>
        <p:spPr>
          <a:xfrm rot="5400000">
            <a:off x="23321514" y="3154061"/>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3" name="Arrow: Right 1252">
            <a:extLst>
              <a:ext uri="{FF2B5EF4-FFF2-40B4-BE49-F238E27FC236}">
                <a16:creationId xmlns:a16="http://schemas.microsoft.com/office/drawing/2014/main" id="{CCA569D7-DF52-449D-47B8-55A111CC8CD6}"/>
              </a:ext>
            </a:extLst>
          </p:cNvPr>
          <p:cNvSpPr/>
          <p:nvPr/>
        </p:nvSpPr>
        <p:spPr>
          <a:xfrm rot="10800000">
            <a:off x="23125677" y="3924700"/>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4" name="Arrow: Right 1253">
            <a:extLst>
              <a:ext uri="{FF2B5EF4-FFF2-40B4-BE49-F238E27FC236}">
                <a16:creationId xmlns:a16="http://schemas.microsoft.com/office/drawing/2014/main" id="{A4DDF891-6895-4317-9EA5-55087D881702}"/>
              </a:ext>
            </a:extLst>
          </p:cNvPr>
          <p:cNvSpPr/>
          <p:nvPr/>
        </p:nvSpPr>
        <p:spPr>
          <a:xfrm rot="16200000">
            <a:off x="22743738" y="2275436"/>
            <a:ext cx="167963" cy="45720"/>
          </a:xfrm>
          <a:prstGeom prst="rightArrow">
            <a:avLst>
              <a:gd name="adj1" fmla="val 18665"/>
              <a:gd name="adj2" fmla="val 63428"/>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5" name="Arrow: Right 1254">
            <a:extLst>
              <a:ext uri="{FF2B5EF4-FFF2-40B4-BE49-F238E27FC236}">
                <a16:creationId xmlns:a16="http://schemas.microsoft.com/office/drawing/2014/main" id="{D1238348-C482-FEBE-751A-B4A710A4185F}"/>
              </a:ext>
            </a:extLst>
          </p:cNvPr>
          <p:cNvSpPr/>
          <p:nvPr/>
        </p:nvSpPr>
        <p:spPr>
          <a:xfrm rot="16200000">
            <a:off x="22739288" y="1713836"/>
            <a:ext cx="167963" cy="45720"/>
          </a:xfrm>
          <a:prstGeom prst="rightArrow">
            <a:avLst>
              <a:gd name="adj1" fmla="val 18665"/>
              <a:gd name="adj2" fmla="val 63428"/>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1CB72375-AD5B-AA64-CA31-2FB3B8ADE6EB}"/>
              </a:ext>
            </a:extLst>
          </p:cNvPr>
          <p:cNvSpPr/>
          <p:nvPr/>
        </p:nvSpPr>
        <p:spPr>
          <a:xfrm>
            <a:off x="1897380" y="954701"/>
            <a:ext cx="7632700" cy="4348819"/>
          </a:xfrm>
          <a:prstGeom prst="rect">
            <a:avLst/>
          </a:prstGeom>
          <a:solidFill>
            <a:schemeClr val="bg1">
              <a:lumMod val="85000"/>
            </a:schemeClr>
          </a:solidFill>
          <a:ln w="101600" cmpd="tri">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B27C816-CD8E-DB19-D21D-AAA8B5893DBA}"/>
              </a:ext>
            </a:extLst>
          </p:cNvPr>
          <p:cNvSpPr/>
          <p:nvPr/>
        </p:nvSpPr>
        <p:spPr>
          <a:xfrm>
            <a:off x="3726043" y="1038733"/>
            <a:ext cx="5734050" cy="4182766"/>
          </a:xfrm>
          <a:prstGeom prst="rect">
            <a:avLst/>
          </a:prstGeom>
          <a:solidFill>
            <a:schemeClr val="tx2">
              <a:lumMod val="10000"/>
              <a:lumOff val="90000"/>
            </a:schemeClr>
          </a:solidFill>
          <a:ln w="76200" cmpd="sng">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Oval 1">
            <a:extLst>
              <a:ext uri="{FF2B5EF4-FFF2-40B4-BE49-F238E27FC236}">
                <a16:creationId xmlns:a16="http://schemas.microsoft.com/office/drawing/2014/main" id="{A5017650-714D-7ED8-22AA-5250FC2B4837}"/>
              </a:ext>
            </a:extLst>
          </p:cNvPr>
          <p:cNvSpPr/>
          <p:nvPr/>
        </p:nvSpPr>
        <p:spPr>
          <a:xfrm>
            <a:off x="4593803" y="2201917"/>
            <a:ext cx="2365309" cy="2099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1E9027EC-A25E-3618-8F89-7386718B827B}"/>
              </a:ext>
            </a:extLst>
          </p:cNvPr>
          <p:cNvSpPr/>
          <p:nvPr/>
        </p:nvSpPr>
        <p:spPr>
          <a:xfrm>
            <a:off x="4667596" y="2209612"/>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B3338C0B-9C49-0979-8CF0-038698D493E7}"/>
              </a:ext>
            </a:extLst>
          </p:cNvPr>
          <p:cNvSpPr/>
          <p:nvPr/>
        </p:nvSpPr>
        <p:spPr>
          <a:xfrm flipH="1">
            <a:off x="5301646" y="2052672"/>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Free-form: Shape 139">
            <a:extLst>
              <a:ext uri="{FF2B5EF4-FFF2-40B4-BE49-F238E27FC236}">
                <a16:creationId xmlns:a16="http://schemas.microsoft.com/office/drawing/2014/main" id="{9C52C9FA-5E28-0390-9AA7-34D61B361093}"/>
              </a:ext>
            </a:extLst>
          </p:cNvPr>
          <p:cNvSpPr/>
          <p:nvPr/>
        </p:nvSpPr>
        <p:spPr>
          <a:xfrm rot="5400000">
            <a:off x="5281573" y="2921187"/>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2">
            <a:extLst>
              <a:ext uri="{FF2B5EF4-FFF2-40B4-BE49-F238E27FC236}">
                <a16:creationId xmlns:a16="http://schemas.microsoft.com/office/drawing/2014/main" id="{C1FE1230-7CC7-5DC5-5E26-F88166A1985A}"/>
              </a:ext>
            </a:extLst>
          </p:cNvPr>
          <p:cNvSpPr/>
          <p:nvPr/>
        </p:nvSpPr>
        <p:spPr>
          <a:xfrm flipH="1">
            <a:off x="5953747" y="21035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E36F621D-D235-7F16-40FB-B089B57784F2}"/>
              </a:ext>
            </a:extLst>
          </p:cNvPr>
          <p:cNvSpPr/>
          <p:nvPr/>
        </p:nvSpPr>
        <p:spPr>
          <a:xfrm flipH="1">
            <a:off x="7313876" y="1729995"/>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gradFill>
            <a:gsLst>
              <a:gs pos="20000">
                <a:srgbClr val="FF0800"/>
              </a:gs>
              <a:gs pos="0">
                <a:srgbClr val="FF0000"/>
              </a:gs>
              <a:gs pos="90000">
                <a:srgbClr val="FFFF00"/>
              </a:gs>
              <a:gs pos="50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D4360570-DB62-C6B8-D77B-CE6DE2082766}"/>
              </a:ext>
            </a:extLst>
          </p:cNvPr>
          <p:cNvSpPr/>
          <p:nvPr/>
        </p:nvSpPr>
        <p:spPr>
          <a:xfrm>
            <a:off x="8369037" y="2229787"/>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gradFill>
            <a:gsLst>
              <a:gs pos="0">
                <a:srgbClr val="FF0000"/>
              </a:gs>
              <a:gs pos="50000">
                <a:srgbClr val="FFC000"/>
              </a:gs>
              <a:gs pos="10000">
                <a:srgbClr val="FF0000"/>
              </a:gs>
              <a:gs pos="90000">
                <a:srgbClr val="FFFF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Freeform: Shape 62">
            <a:extLst>
              <a:ext uri="{FF2B5EF4-FFF2-40B4-BE49-F238E27FC236}">
                <a16:creationId xmlns:a16="http://schemas.microsoft.com/office/drawing/2014/main" id="{BE8C3C30-6FCD-818B-EC99-65A2061F9063}"/>
              </a:ext>
            </a:extLst>
          </p:cNvPr>
          <p:cNvSpPr/>
          <p:nvPr/>
        </p:nvSpPr>
        <p:spPr>
          <a:xfrm>
            <a:off x="-326354" y="1729309"/>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gradFill>
            <a:gsLst>
              <a:gs pos="0">
                <a:schemeClr val="accent4">
                  <a:lumMod val="40000"/>
                  <a:lumOff val="60000"/>
                </a:schemeClr>
              </a:gs>
              <a:gs pos="100000">
                <a:schemeClr val="accent4">
                  <a:lumMod val="50000"/>
                </a:schemeClr>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1" name="Free-form: Shape 140">
            <a:extLst>
              <a:ext uri="{FF2B5EF4-FFF2-40B4-BE49-F238E27FC236}">
                <a16:creationId xmlns:a16="http://schemas.microsoft.com/office/drawing/2014/main" id="{017CF48D-FBC9-5B55-B150-B77C269083A2}"/>
              </a:ext>
            </a:extLst>
          </p:cNvPr>
          <p:cNvSpPr/>
          <p:nvPr/>
        </p:nvSpPr>
        <p:spPr>
          <a:xfrm>
            <a:off x="2519361" y="2083432"/>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63" name="Arrow: Right 1162">
            <a:extLst>
              <a:ext uri="{FF2B5EF4-FFF2-40B4-BE49-F238E27FC236}">
                <a16:creationId xmlns:a16="http://schemas.microsoft.com/office/drawing/2014/main" id="{45486CB5-C4F5-1F34-3757-C2B9BB83CB47}"/>
              </a:ext>
            </a:extLst>
          </p:cNvPr>
          <p:cNvSpPr/>
          <p:nvPr/>
        </p:nvSpPr>
        <p:spPr>
          <a:xfrm rot="10800000" flipH="1">
            <a:off x="3957806" y="4220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Shape 29">
            <a:extLst>
              <a:ext uri="{FF2B5EF4-FFF2-40B4-BE49-F238E27FC236}">
                <a16:creationId xmlns:a16="http://schemas.microsoft.com/office/drawing/2014/main" id="{7C27F60B-597E-B7E0-654C-4F1BBED57375}"/>
              </a:ext>
            </a:extLst>
          </p:cNvPr>
          <p:cNvSpPr/>
          <p:nvPr/>
        </p:nvSpPr>
        <p:spPr>
          <a:xfrm>
            <a:off x="2557460" y="1884112"/>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cxnSp>
        <p:nvCxnSpPr>
          <p:cNvPr id="79" name="Straight Connector 78">
            <a:extLst>
              <a:ext uri="{FF2B5EF4-FFF2-40B4-BE49-F238E27FC236}">
                <a16:creationId xmlns:a16="http://schemas.microsoft.com/office/drawing/2014/main" id="{9314814D-5364-1C8C-221C-659997BB0F9E}"/>
              </a:ext>
            </a:extLst>
          </p:cNvPr>
          <p:cNvCxnSpPr/>
          <p:nvPr/>
        </p:nvCxnSpPr>
        <p:spPr>
          <a:xfrm>
            <a:off x="3905501" y="4075971"/>
            <a:ext cx="0" cy="86884"/>
          </a:xfrm>
          <a:prstGeom prst="line">
            <a:avLst/>
          </a:prstGeom>
          <a:ln w="28575"/>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8D782789-CDB0-7B73-7AA0-B298C60E8B1F}"/>
              </a:ext>
            </a:extLst>
          </p:cNvPr>
          <p:cNvCxnSpPr/>
          <p:nvPr/>
        </p:nvCxnSpPr>
        <p:spPr>
          <a:xfrm>
            <a:off x="3988845" y="4075971"/>
            <a:ext cx="0" cy="86884"/>
          </a:xfrm>
          <a:prstGeom prst="line">
            <a:avLst/>
          </a:prstGeom>
          <a:ln w="28575"/>
        </p:spPr>
        <p:style>
          <a:lnRef idx="2">
            <a:schemeClr val="dk1"/>
          </a:lnRef>
          <a:fillRef idx="0">
            <a:schemeClr val="dk1"/>
          </a:fillRef>
          <a:effectRef idx="1">
            <a:schemeClr val="dk1"/>
          </a:effectRef>
          <a:fontRef idx="minor">
            <a:schemeClr val="tx1"/>
          </a:fontRef>
        </p:style>
      </p:cxnSp>
      <p:sp>
        <p:nvSpPr>
          <p:cNvPr id="143" name="Freeform: Shape 63">
            <a:extLst>
              <a:ext uri="{FF2B5EF4-FFF2-40B4-BE49-F238E27FC236}">
                <a16:creationId xmlns:a16="http://schemas.microsoft.com/office/drawing/2014/main" id="{72439EC3-D41B-0E46-3986-F85487E54A62}"/>
              </a:ext>
            </a:extLst>
          </p:cNvPr>
          <p:cNvSpPr/>
          <p:nvPr/>
        </p:nvSpPr>
        <p:spPr>
          <a:xfrm>
            <a:off x="2174831" y="4704242"/>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9" name="Free-form: Shape 138">
            <a:extLst>
              <a:ext uri="{FF2B5EF4-FFF2-40B4-BE49-F238E27FC236}">
                <a16:creationId xmlns:a16="http://schemas.microsoft.com/office/drawing/2014/main" id="{3EBAF6DC-FADB-EA2A-0015-DFF5EFFA5F55}"/>
              </a:ext>
            </a:extLst>
          </p:cNvPr>
          <p:cNvSpPr/>
          <p:nvPr/>
        </p:nvSpPr>
        <p:spPr>
          <a:xfrm>
            <a:off x="5873771" y="1054255"/>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0" name="Freeform: Shape 69">
            <a:extLst>
              <a:ext uri="{FF2B5EF4-FFF2-40B4-BE49-F238E27FC236}">
                <a16:creationId xmlns:a16="http://schemas.microsoft.com/office/drawing/2014/main" id="{AFD41590-3514-6964-F07A-2398B0F86EAC}"/>
              </a:ext>
            </a:extLst>
          </p:cNvPr>
          <p:cNvSpPr/>
          <p:nvPr/>
        </p:nvSpPr>
        <p:spPr>
          <a:xfrm>
            <a:off x="3005139" y="4705347"/>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7B2DC013-8220-EBE1-8FBA-BD37CB9C877F}"/>
              </a:ext>
            </a:extLst>
          </p:cNvPr>
          <p:cNvSpPr/>
          <p:nvPr/>
        </p:nvSpPr>
        <p:spPr>
          <a:xfrm>
            <a:off x="3800475" y="4705348"/>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Freeform: Shape 46">
            <a:extLst>
              <a:ext uri="{FF2B5EF4-FFF2-40B4-BE49-F238E27FC236}">
                <a16:creationId xmlns:a16="http://schemas.microsoft.com/office/drawing/2014/main" id="{199C4637-9960-9DDE-5AE2-F7AC0065319D}"/>
              </a:ext>
            </a:extLst>
          </p:cNvPr>
          <p:cNvSpPr/>
          <p:nvPr/>
        </p:nvSpPr>
        <p:spPr>
          <a:xfrm>
            <a:off x="6272948" y="4717912"/>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8565FF89-F98D-FAC6-7BB5-DC91E6DF70F3}"/>
              </a:ext>
            </a:extLst>
          </p:cNvPr>
          <p:cNvSpPr/>
          <p:nvPr/>
        </p:nvSpPr>
        <p:spPr>
          <a:xfrm>
            <a:off x="7385901" y="4717912"/>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55" name="Freeform: Shape 1054">
            <a:extLst>
              <a:ext uri="{FF2B5EF4-FFF2-40B4-BE49-F238E27FC236}">
                <a16:creationId xmlns:a16="http://schemas.microsoft.com/office/drawing/2014/main" id="{78E08BA4-FDE3-2CC9-9F5E-1ED8B9C66775}"/>
              </a:ext>
            </a:extLst>
          </p:cNvPr>
          <p:cNvSpPr/>
          <p:nvPr/>
        </p:nvSpPr>
        <p:spPr>
          <a:xfrm>
            <a:off x="4668872" y="422070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9CCFAB90-73AB-C4B7-F1B9-9E5D24EFF674}"/>
              </a:ext>
            </a:extLst>
          </p:cNvPr>
          <p:cNvGrpSpPr/>
          <p:nvPr/>
        </p:nvGrpSpPr>
        <p:grpSpPr>
          <a:xfrm flipH="1">
            <a:off x="4687012" y="4237862"/>
            <a:ext cx="178065" cy="178065"/>
            <a:chOff x="4839416" y="4237862"/>
            <a:chExt cx="178065" cy="178065"/>
          </a:xfrm>
        </p:grpSpPr>
        <p:sp>
          <p:nvSpPr>
            <p:cNvPr id="1056" name="Flowchart: Summing Junction 1055">
              <a:extLst>
                <a:ext uri="{FF2B5EF4-FFF2-40B4-BE49-F238E27FC236}">
                  <a16:creationId xmlns:a16="http://schemas.microsoft.com/office/drawing/2014/main" id="{999DD88A-D8AC-ADA6-3B7F-F4A3A67576B3}"/>
                </a:ext>
              </a:extLst>
            </p:cNvPr>
            <p:cNvSpPr/>
            <p:nvPr/>
          </p:nvSpPr>
          <p:spPr>
            <a:xfrm flipH="1">
              <a:off x="4839416" y="423786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57" name="Flowchart: Summing Junction 1056">
              <a:extLst>
                <a:ext uri="{FF2B5EF4-FFF2-40B4-BE49-F238E27FC236}">
                  <a16:creationId xmlns:a16="http://schemas.microsoft.com/office/drawing/2014/main" id="{84914028-A2E7-F9D4-C970-D5C0FF5D50DF}"/>
                </a:ext>
              </a:extLst>
            </p:cNvPr>
            <p:cNvSpPr/>
            <p:nvPr/>
          </p:nvSpPr>
          <p:spPr>
            <a:xfrm rot="18880844" flipH="1">
              <a:off x="4839416" y="423786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59" name="Freeform: Shape 1058">
            <a:extLst>
              <a:ext uri="{FF2B5EF4-FFF2-40B4-BE49-F238E27FC236}">
                <a16:creationId xmlns:a16="http://schemas.microsoft.com/office/drawing/2014/main" id="{59250A91-4819-CFF8-869C-24D9B20A95C3}"/>
              </a:ext>
            </a:extLst>
          </p:cNvPr>
          <p:cNvSpPr/>
          <p:nvPr/>
        </p:nvSpPr>
        <p:spPr>
          <a:xfrm flipH="1">
            <a:off x="7852393" y="4422277"/>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1" name="Group 20">
            <a:extLst>
              <a:ext uri="{FF2B5EF4-FFF2-40B4-BE49-F238E27FC236}">
                <a16:creationId xmlns:a16="http://schemas.microsoft.com/office/drawing/2014/main" id="{B4BB8948-971D-BB67-C569-AC7AFA392166}"/>
              </a:ext>
            </a:extLst>
          </p:cNvPr>
          <p:cNvGrpSpPr/>
          <p:nvPr/>
        </p:nvGrpSpPr>
        <p:grpSpPr>
          <a:xfrm>
            <a:off x="7946735" y="4439430"/>
            <a:ext cx="178065" cy="178065"/>
            <a:chOff x="7946735" y="4439430"/>
            <a:chExt cx="178065" cy="178065"/>
          </a:xfrm>
        </p:grpSpPr>
        <p:sp>
          <p:nvSpPr>
            <p:cNvPr id="1060" name="Flowchart: Summing Junction 1059">
              <a:extLst>
                <a:ext uri="{FF2B5EF4-FFF2-40B4-BE49-F238E27FC236}">
                  <a16:creationId xmlns:a16="http://schemas.microsoft.com/office/drawing/2014/main" id="{6441F447-CFFC-12FF-A37A-DE77FE6F00F5}"/>
                </a:ext>
              </a:extLst>
            </p:cNvPr>
            <p:cNvSpPr/>
            <p:nvPr/>
          </p:nvSpPr>
          <p:spPr>
            <a:xfrm flipH="1">
              <a:off x="7946735" y="4439430"/>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1" name="Flowchart: Summing Junction 1060">
              <a:extLst>
                <a:ext uri="{FF2B5EF4-FFF2-40B4-BE49-F238E27FC236}">
                  <a16:creationId xmlns:a16="http://schemas.microsoft.com/office/drawing/2014/main" id="{C997AF54-0E27-FC21-5234-3B50F116713F}"/>
                </a:ext>
              </a:extLst>
            </p:cNvPr>
            <p:cNvSpPr/>
            <p:nvPr/>
          </p:nvSpPr>
          <p:spPr>
            <a:xfrm rot="18880844" flipH="1">
              <a:off x="7946735" y="4439430"/>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3" name="Freeform: Shape 1062">
            <a:extLst>
              <a:ext uri="{FF2B5EF4-FFF2-40B4-BE49-F238E27FC236}">
                <a16:creationId xmlns:a16="http://schemas.microsoft.com/office/drawing/2014/main" id="{129DEB89-97DD-5DC6-49AF-E06B9235C899}"/>
              </a:ext>
            </a:extLst>
          </p:cNvPr>
          <p:cNvSpPr/>
          <p:nvPr/>
        </p:nvSpPr>
        <p:spPr>
          <a:xfrm flipH="1">
            <a:off x="9036230" y="399814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2" name="Group 21">
            <a:extLst>
              <a:ext uri="{FF2B5EF4-FFF2-40B4-BE49-F238E27FC236}">
                <a16:creationId xmlns:a16="http://schemas.microsoft.com/office/drawing/2014/main" id="{C29E953A-9CC7-0C21-9215-DCD637D81EE1}"/>
              </a:ext>
            </a:extLst>
          </p:cNvPr>
          <p:cNvGrpSpPr/>
          <p:nvPr/>
        </p:nvGrpSpPr>
        <p:grpSpPr>
          <a:xfrm flipH="1">
            <a:off x="9134346" y="4015298"/>
            <a:ext cx="178065" cy="178065"/>
            <a:chOff x="8972420" y="4015298"/>
            <a:chExt cx="178065" cy="178065"/>
          </a:xfrm>
        </p:grpSpPr>
        <p:sp>
          <p:nvSpPr>
            <p:cNvPr id="1064" name="Flowchart: Summing Junction 1063">
              <a:extLst>
                <a:ext uri="{FF2B5EF4-FFF2-40B4-BE49-F238E27FC236}">
                  <a16:creationId xmlns:a16="http://schemas.microsoft.com/office/drawing/2014/main" id="{9D8B82A0-4E3D-CBDB-2086-6AA2834A832B}"/>
                </a:ext>
              </a:extLst>
            </p:cNvPr>
            <p:cNvSpPr/>
            <p:nvPr/>
          </p:nvSpPr>
          <p:spPr>
            <a:xfrm>
              <a:off x="8972420" y="401529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5" name="Flowchart: Summing Junction 1064">
              <a:extLst>
                <a:ext uri="{FF2B5EF4-FFF2-40B4-BE49-F238E27FC236}">
                  <a16:creationId xmlns:a16="http://schemas.microsoft.com/office/drawing/2014/main" id="{EE0ECAF6-FE8A-FF7B-8253-9F4586086E77}"/>
                </a:ext>
              </a:extLst>
            </p:cNvPr>
            <p:cNvSpPr/>
            <p:nvPr/>
          </p:nvSpPr>
          <p:spPr>
            <a:xfrm rot="2719156">
              <a:off x="8972420" y="401529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7" name="Freeform: Shape 1066">
            <a:extLst>
              <a:ext uri="{FF2B5EF4-FFF2-40B4-BE49-F238E27FC236}">
                <a16:creationId xmlns:a16="http://schemas.microsoft.com/office/drawing/2014/main" id="{181ECE43-397D-463E-ECCF-BA08EF332DB7}"/>
              </a:ext>
            </a:extLst>
          </p:cNvPr>
          <p:cNvSpPr/>
          <p:nvPr/>
        </p:nvSpPr>
        <p:spPr>
          <a:xfrm flipH="1">
            <a:off x="6548102" y="413809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0" name="Group 19">
            <a:extLst>
              <a:ext uri="{FF2B5EF4-FFF2-40B4-BE49-F238E27FC236}">
                <a16:creationId xmlns:a16="http://schemas.microsoft.com/office/drawing/2014/main" id="{3E3D2934-00E1-C111-1D0F-032F2779AB7E}"/>
              </a:ext>
            </a:extLst>
          </p:cNvPr>
          <p:cNvGrpSpPr/>
          <p:nvPr/>
        </p:nvGrpSpPr>
        <p:grpSpPr>
          <a:xfrm>
            <a:off x="6642444" y="4155248"/>
            <a:ext cx="178065" cy="178065"/>
            <a:chOff x="6642444" y="4155248"/>
            <a:chExt cx="178065" cy="178065"/>
          </a:xfrm>
        </p:grpSpPr>
        <p:sp>
          <p:nvSpPr>
            <p:cNvPr id="1068" name="Flowchart: Summing Junction 1067">
              <a:extLst>
                <a:ext uri="{FF2B5EF4-FFF2-40B4-BE49-F238E27FC236}">
                  <a16:creationId xmlns:a16="http://schemas.microsoft.com/office/drawing/2014/main" id="{CB5D1350-10CD-7CD6-2B18-D26469AB1EA1}"/>
                </a:ext>
              </a:extLst>
            </p:cNvPr>
            <p:cNvSpPr/>
            <p:nvPr/>
          </p:nvSpPr>
          <p:spPr>
            <a:xfrm flipH="1">
              <a:off x="6642444" y="415524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9" name="Flowchart: Summing Junction 1068">
              <a:extLst>
                <a:ext uri="{FF2B5EF4-FFF2-40B4-BE49-F238E27FC236}">
                  <a16:creationId xmlns:a16="http://schemas.microsoft.com/office/drawing/2014/main" id="{DA375467-248E-610A-69AE-6ECEDFEFD5E8}"/>
                </a:ext>
              </a:extLst>
            </p:cNvPr>
            <p:cNvSpPr/>
            <p:nvPr/>
          </p:nvSpPr>
          <p:spPr>
            <a:xfrm rot="18880844" flipH="1">
              <a:off x="6642444" y="415524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71" name="Freeform: Shape 1070">
            <a:extLst>
              <a:ext uri="{FF2B5EF4-FFF2-40B4-BE49-F238E27FC236}">
                <a16:creationId xmlns:a16="http://schemas.microsoft.com/office/drawing/2014/main" id="{A52E65E8-1EDD-A470-20AE-394935602506}"/>
              </a:ext>
            </a:extLst>
          </p:cNvPr>
          <p:cNvSpPr/>
          <p:nvPr/>
        </p:nvSpPr>
        <p:spPr>
          <a:xfrm>
            <a:off x="2066781" y="442108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8" name="Group 17">
            <a:extLst>
              <a:ext uri="{FF2B5EF4-FFF2-40B4-BE49-F238E27FC236}">
                <a16:creationId xmlns:a16="http://schemas.microsoft.com/office/drawing/2014/main" id="{0825E701-8EFB-8D7F-4B2A-795533A7109D}"/>
              </a:ext>
            </a:extLst>
          </p:cNvPr>
          <p:cNvGrpSpPr/>
          <p:nvPr/>
        </p:nvGrpSpPr>
        <p:grpSpPr>
          <a:xfrm>
            <a:off x="2083934" y="4438239"/>
            <a:ext cx="178065" cy="178065"/>
            <a:chOff x="2083934" y="4438239"/>
            <a:chExt cx="178065" cy="178065"/>
          </a:xfrm>
        </p:grpSpPr>
        <p:sp>
          <p:nvSpPr>
            <p:cNvPr id="1072" name="Flowchart: Summing Junction 1071">
              <a:extLst>
                <a:ext uri="{FF2B5EF4-FFF2-40B4-BE49-F238E27FC236}">
                  <a16:creationId xmlns:a16="http://schemas.microsoft.com/office/drawing/2014/main" id="{23B3CA60-2FF3-ED10-EFB2-0E3F17209D61}"/>
                </a:ext>
              </a:extLst>
            </p:cNvPr>
            <p:cNvSpPr/>
            <p:nvPr/>
          </p:nvSpPr>
          <p:spPr>
            <a:xfrm>
              <a:off x="2083934" y="4438239"/>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3" name="Flowchart: Summing Junction 1072">
              <a:extLst>
                <a:ext uri="{FF2B5EF4-FFF2-40B4-BE49-F238E27FC236}">
                  <a16:creationId xmlns:a16="http://schemas.microsoft.com/office/drawing/2014/main" id="{856BE83F-1824-7239-7684-B7A5E328786F}"/>
                </a:ext>
              </a:extLst>
            </p:cNvPr>
            <p:cNvSpPr/>
            <p:nvPr/>
          </p:nvSpPr>
          <p:spPr>
            <a:xfrm rot="2719156">
              <a:off x="2083934" y="4438239"/>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0" name="Freeform: Shape 1089">
            <a:extLst>
              <a:ext uri="{FF2B5EF4-FFF2-40B4-BE49-F238E27FC236}">
                <a16:creationId xmlns:a16="http://schemas.microsoft.com/office/drawing/2014/main" id="{87C97560-0E02-7F2E-AE39-A506F5E79027}"/>
              </a:ext>
            </a:extLst>
          </p:cNvPr>
          <p:cNvSpPr/>
          <p:nvPr/>
        </p:nvSpPr>
        <p:spPr>
          <a:xfrm flipH="1">
            <a:off x="6862132" y="4362610"/>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9" name="Group 18">
            <a:extLst>
              <a:ext uri="{FF2B5EF4-FFF2-40B4-BE49-F238E27FC236}">
                <a16:creationId xmlns:a16="http://schemas.microsoft.com/office/drawing/2014/main" id="{BD69A747-5687-64CE-F706-B689FFDA3738}"/>
              </a:ext>
            </a:extLst>
          </p:cNvPr>
          <p:cNvGrpSpPr/>
          <p:nvPr/>
        </p:nvGrpSpPr>
        <p:grpSpPr>
          <a:xfrm>
            <a:off x="6956474" y="4379763"/>
            <a:ext cx="178065" cy="178065"/>
            <a:chOff x="6956474" y="4379763"/>
            <a:chExt cx="178065" cy="178065"/>
          </a:xfrm>
        </p:grpSpPr>
        <p:sp>
          <p:nvSpPr>
            <p:cNvPr id="1091" name="Flowchart: Summing Junction 1090">
              <a:extLst>
                <a:ext uri="{FF2B5EF4-FFF2-40B4-BE49-F238E27FC236}">
                  <a16:creationId xmlns:a16="http://schemas.microsoft.com/office/drawing/2014/main" id="{A19FA734-1A08-BA72-678A-9AE826827DBD}"/>
                </a:ext>
              </a:extLst>
            </p:cNvPr>
            <p:cNvSpPr/>
            <p:nvPr/>
          </p:nvSpPr>
          <p:spPr>
            <a:xfrm flipH="1">
              <a:off x="6956474" y="4379763"/>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2" name="Flowchart: Summing Junction 1091">
              <a:extLst>
                <a:ext uri="{FF2B5EF4-FFF2-40B4-BE49-F238E27FC236}">
                  <a16:creationId xmlns:a16="http://schemas.microsoft.com/office/drawing/2014/main" id="{184EB5EE-BCC1-2C58-9154-15DBA931A577}"/>
                </a:ext>
              </a:extLst>
            </p:cNvPr>
            <p:cNvSpPr/>
            <p:nvPr/>
          </p:nvSpPr>
          <p:spPr>
            <a:xfrm rot="18880844" flipH="1">
              <a:off x="6956474" y="4379763"/>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3" name="Rectangle 1092">
            <a:extLst>
              <a:ext uri="{FF2B5EF4-FFF2-40B4-BE49-F238E27FC236}">
                <a16:creationId xmlns:a16="http://schemas.microsoft.com/office/drawing/2014/main" id="{BE8C2F3B-6DDF-786E-0E24-C483C50DAD5A}"/>
              </a:ext>
            </a:extLst>
          </p:cNvPr>
          <p:cNvSpPr/>
          <p:nvPr/>
        </p:nvSpPr>
        <p:spPr>
          <a:xfrm>
            <a:off x="2213892" y="870663"/>
            <a:ext cx="757907"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30 mbar</a:t>
            </a:r>
          </a:p>
        </p:txBody>
      </p:sp>
      <p:sp>
        <p:nvSpPr>
          <p:cNvPr id="52" name="Oval 51">
            <a:extLst>
              <a:ext uri="{FF2B5EF4-FFF2-40B4-BE49-F238E27FC236}">
                <a16:creationId xmlns:a16="http://schemas.microsoft.com/office/drawing/2014/main" id="{24B6C9BC-3027-F626-3EC3-684AFBE47391}"/>
              </a:ext>
            </a:extLst>
          </p:cNvPr>
          <p:cNvSpPr/>
          <p:nvPr/>
        </p:nvSpPr>
        <p:spPr>
          <a:xfrm>
            <a:off x="6052663" y="4682691"/>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Oval 52">
            <a:extLst>
              <a:ext uri="{FF2B5EF4-FFF2-40B4-BE49-F238E27FC236}">
                <a16:creationId xmlns:a16="http://schemas.microsoft.com/office/drawing/2014/main" id="{9F1164D1-88F5-B398-522C-A369153B85CC}"/>
              </a:ext>
            </a:extLst>
          </p:cNvPr>
          <p:cNvSpPr/>
          <p:nvPr/>
        </p:nvSpPr>
        <p:spPr>
          <a:xfrm>
            <a:off x="6654448"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F9297014-A8C7-981E-00A6-3F69A9A3F373}"/>
              </a:ext>
            </a:extLst>
          </p:cNvPr>
          <p:cNvSpPr/>
          <p:nvPr/>
        </p:nvSpPr>
        <p:spPr>
          <a:xfrm>
            <a:off x="8144020"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Flowchart: Summing Junction 54">
            <a:extLst>
              <a:ext uri="{FF2B5EF4-FFF2-40B4-BE49-F238E27FC236}">
                <a16:creationId xmlns:a16="http://schemas.microsoft.com/office/drawing/2014/main" id="{86BB4D36-61C1-2156-88F3-6824FE920082}"/>
              </a:ext>
            </a:extLst>
          </p:cNvPr>
          <p:cNvSpPr/>
          <p:nvPr/>
        </p:nvSpPr>
        <p:spPr>
          <a:xfrm>
            <a:off x="6050621" y="4679122"/>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Summing Junction 55">
            <a:extLst>
              <a:ext uri="{FF2B5EF4-FFF2-40B4-BE49-F238E27FC236}">
                <a16:creationId xmlns:a16="http://schemas.microsoft.com/office/drawing/2014/main" id="{3E3109A8-3F0F-779C-E6DE-729C41F604C2}"/>
              </a:ext>
            </a:extLst>
          </p:cNvPr>
          <p:cNvSpPr/>
          <p:nvPr/>
        </p:nvSpPr>
        <p:spPr>
          <a:xfrm>
            <a:off x="6654807" y="4687505"/>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Summing Junction 56">
            <a:extLst>
              <a:ext uri="{FF2B5EF4-FFF2-40B4-BE49-F238E27FC236}">
                <a16:creationId xmlns:a16="http://schemas.microsoft.com/office/drawing/2014/main" id="{31989B06-4C88-4947-31ED-C86D9E37E53B}"/>
              </a:ext>
            </a:extLst>
          </p:cNvPr>
          <p:cNvSpPr/>
          <p:nvPr/>
        </p:nvSpPr>
        <p:spPr>
          <a:xfrm>
            <a:off x="8146835" y="468269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E1B381C2-8A40-EE34-E075-1512C1B05BB0}"/>
              </a:ext>
            </a:extLst>
          </p:cNvPr>
          <p:cNvSpPr/>
          <p:nvPr/>
        </p:nvSpPr>
        <p:spPr>
          <a:xfrm>
            <a:off x="3521934" y="4663797"/>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Summing Junction 71">
            <a:extLst>
              <a:ext uri="{FF2B5EF4-FFF2-40B4-BE49-F238E27FC236}">
                <a16:creationId xmlns:a16="http://schemas.microsoft.com/office/drawing/2014/main" id="{19623D90-C3D4-B87F-7FED-B0BE8E8F6017}"/>
              </a:ext>
            </a:extLst>
          </p:cNvPr>
          <p:cNvSpPr/>
          <p:nvPr/>
        </p:nvSpPr>
        <p:spPr>
          <a:xfrm>
            <a:off x="3519892" y="4660228"/>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53885F49-A771-5070-983E-2C42F1C90874}"/>
              </a:ext>
            </a:extLst>
          </p:cNvPr>
          <p:cNvSpPr/>
          <p:nvPr/>
        </p:nvSpPr>
        <p:spPr>
          <a:xfrm>
            <a:off x="3363716" y="4659263"/>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Flowchart: Summing Junction 73">
            <a:extLst>
              <a:ext uri="{FF2B5EF4-FFF2-40B4-BE49-F238E27FC236}">
                <a16:creationId xmlns:a16="http://schemas.microsoft.com/office/drawing/2014/main" id="{2B2849E7-9F54-038F-6A4B-8F8C1F28DC69}"/>
              </a:ext>
            </a:extLst>
          </p:cNvPr>
          <p:cNvSpPr/>
          <p:nvPr/>
        </p:nvSpPr>
        <p:spPr>
          <a:xfrm>
            <a:off x="3362309" y="466340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6BCC2B4-7F41-F6CD-ECE1-754ED0495708}"/>
              </a:ext>
            </a:extLst>
          </p:cNvPr>
          <p:cNvSpPr/>
          <p:nvPr/>
        </p:nvSpPr>
        <p:spPr>
          <a:xfrm>
            <a:off x="2449375" y="468654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Flowchart: Summing Junction 76">
            <a:extLst>
              <a:ext uri="{FF2B5EF4-FFF2-40B4-BE49-F238E27FC236}">
                <a16:creationId xmlns:a16="http://schemas.microsoft.com/office/drawing/2014/main" id="{CC721E1F-14B4-A21C-5523-561D1D1AD9BD}"/>
              </a:ext>
            </a:extLst>
          </p:cNvPr>
          <p:cNvSpPr/>
          <p:nvPr/>
        </p:nvSpPr>
        <p:spPr>
          <a:xfrm>
            <a:off x="2447333" y="4682971"/>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Arrow: Right 181">
            <a:extLst>
              <a:ext uri="{FF2B5EF4-FFF2-40B4-BE49-F238E27FC236}">
                <a16:creationId xmlns:a16="http://schemas.microsoft.com/office/drawing/2014/main" id="{31F436E6-03E7-4E22-BEDC-4CFA3CDF4DE7}"/>
              </a:ext>
            </a:extLst>
          </p:cNvPr>
          <p:cNvSpPr/>
          <p:nvPr/>
        </p:nvSpPr>
        <p:spPr>
          <a:xfrm rot="19348258">
            <a:off x="6444852" y="387754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Arrow: Right 183">
            <a:extLst>
              <a:ext uri="{FF2B5EF4-FFF2-40B4-BE49-F238E27FC236}">
                <a16:creationId xmlns:a16="http://schemas.microsoft.com/office/drawing/2014/main" id="{4CFEB1B6-C270-2D72-3008-93C38DF1C4E1}"/>
              </a:ext>
            </a:extLst>
          </p:cNvPr>
          <p:cNvSpPr/>
          <p:nvPr/>
        </p:nvSpPr>
        <p:spPr>
          <a:xfrm rot="16200000">
            <a:off x="6740276" y="33070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Arrow: Right 185">
            <a:extLst>
              <a:ext uri="{FF2B5EF4-FFF2-40B4-BE49-F238E27FC236}">
                <a16:creationId xmlns:a16="http://schemas.microsoft.com/office/drawing/2014/main" id="{91DB327C-5A44-4257-75DC-4DBE854CBD80}"/>
              </a:ext>
            </a:extLst>
          </p:cNvPr>
          <p:cNvSpPr/>
          <p:nvPr/>
        </p:nvSpPr>
        <p:spPr>
          <a:xfrm rot="13569521">
            <a:off x="6509518" y="267642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EDE42830-B603-76C0-1EF0-FB1C2DC63ADB}"/>
              </a:ext>
            </a:extLst>
          </p:cNvPr>
          <p:cNvSpPr/>
          <p:nvPr/>
        </p:nvSpPr>
        <p:spPr>
          <a:xfrm>
            <a:off x="4438235" y="1879560"/>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8" name="Arrow: Right 187">
            <a:extLst>
              <a:ext uri="{FF2B5EF4-FFF2-40B4-BE49-F238E27FC236}">
                <a16:creationId xmlns:a16="http://schemas.microsoft.com/office/drawing/2014/main" id="{8C3A1A31-EFF5-B842-F5B0-057C00D689F8}"/>
              </a:ext>
            </a:extLst>
          </p:cNvPr>
          <p:cNvSpPr/>
          <p:nvPr/>
        </p:nvSpPr>
        <p:spPr>
          <a:xfrm rot="14005496">
            <a:off x="6067905" y="236527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Arrow: Right 188">
            <a:extLst>
              <a:ext uri="{FF2B5EF4-FFF2-40B4-BE49-F238E27FC236}">
                <a16:creationId xmlns:a16="http://schemas.microsoft.com/office/drawing/2014/main" id="{5032CBCB-A605-DA8A-D01C-96442232D0FC}"/>
              </a:ext>
            </a:extLst>
          </p:cNvPr>
          <p:cNvSpPr/>
          <p:nvPr/>
        </p:nvSpPr>
        <p:spPr>
          <a:xfrm rot="21161931">
            <a:off x="6097501" y="220565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Arrow: Right 190">
            <a:extLst>
              <a:ext uri="{FF2B5EF4-FFF2-40B4-BE49-F238E27FC236}">
                <a16:creationId xmlns:a16="http://schemas.microsoft.com/office/drawing/2014/main" id="{C47D90EB-85DC-D9FC-8BC3-96A5B64EF7FB}"/>
              </a:ext>
            </a:extLst>
          </p:cNvPr>
          <p:cNvSpPr/>
          <p:nvPr/>
        </p:nvSpPr>
        <p:spPr>
          <a:xfrm>
            <a:off x="6663465" y="22007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Arrow: Right 191">
            <a:extLst>
              <a:ext uri="{FF2B5EF4-FFF2-40B4-BE49-F238E27FC236}">
                <a16:creationId xmlns:a16="http://schemas.microsoft.com/office/drawing/2014/main" id="{030B35C8-7968-051B-073B-64655632A5F5}"/>
              </a:ext>
            </a:extLst>
          </p:cNvPr>
          <p:cNvSpPr/>
          <p:nvPr/>
        </p:nvSpPr>
        <p:spPr>
          <a:xfrm rot="5400000">
            <a:off x="6950300" y="22812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Arrow: Right 193">
            <a:extLst>
              <a:ext uri="{FF2B5EF4-FFF2-40B4-BE49-F238E27FC236}">
                <a16:creationId xmlns:a16="http://schemas.microsoft.com/office/drawing/2014/main" id="{F034D583-6B5E-2487-4B45-819D2347635D}"/>
              </a:ext>
            </a:extLst>
          </p:cNvPr>
          <p:cNvSpPr/>
          <p:nvPr/>
        </p:nvSpPr>
        <p:spPr>
          <a:xfrm rot="5400000">
            <a:off x="6949107" y="28184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Arrow: Right 195">
            <a:extLst>
              <a:ext uri="{FF2B5EF4-FFF2-40B4-BE49-F238E27FC236}">
                <a16:creationId xmlns:a16="http://schemas.microsoft.com/office/drawing/2014/main" id="{88746EF7-A134-2ABE-0A99-D4EC7695DB67}"/>
              </a:ext>
            </a:extLst>
          </p:cNvPr>
          <p:cNvSpPr/>
          <p:nvPr/>
        </p:nvSpPr>
        <p:spPr>
          <a:xfrm rot="5400000">
            <a:off x="6947665" y="33685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Arrow: Right 197">
            <a:extLst>
              <a:ext uri="{FF2B5EF4-FFF2-40B4-BE49-F238E27FC236}">
                <a16:creationId xmlns:a16="http://schemas.microsoft.com/office/drawing/2014/main" id="{BA61673F-9D1E-7140-A450-F29B426B2C48}"/>
              </a:ext>
            </a:extLst>
          </p:cNvPr>
          <p:cNvSpPr/>
          <p:nvPr/>
        </p:nvSpPr>
        <p:spPr>
          <a:xfrm rot="5400000">
            <a:off x="6949086" y="388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Arrow: Right 200">
            <a:extLst>
              <a:ext uri="{FF2B5EF4-FFF2-40B4-BE49-F238E27FC236}">
                <a16:creationId xmlns:a16="http://schemas.microsoft.com/office/drawing/2014/main" id="{C7E429AF-43D7-D7E1-5172-EC9145F9CD28}"/>
              </a:ext>
            </a:extLst>
          </p:cNvPr>
          <p:cNvSpPr/>
          <p:nvPr/>
        </p:nvSpPr>
        <p:spPr>
          <a:xfrm rot="10800000">
            <a:off x="6848433" y="42868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Arrow: Right 201">
            <a:extLst>
              <a:ext uri="{FF2B5EF4-FFF2-40B4-BE49-F238E27FC236}">
                <a16:creationId xmlns:a16="http://schemas.microsoft.com/office/drawing/2014/main" id="{47E11504-35D7-CFBF-42B1-34C33A1B1FCB}"/>
              </a:ext>
            </a:extLst>
          </p:cNvPr>
          <p:cNvSpPr/>
          <p:nvPr/>
        </p:nvSpPr>
        <p:spPr>
          <a:xfrm rot="10800000">
            <a:off x="6330632" y="4286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Arrow: Right 203">
            <a:extLst>
              <a:ext uri="{FF2B5EF4-FFF2-40B4-BE49-F238E27FC236}">
                <a16:creationId xmlns:a16="http://schemas.microsoft.com/office/drawing/2014/main" id="{9EBC7A3B-1984-82AC-4E61-E3F7B4401B27}"/>
              </a:ext>
            </a:extLst>
          </p:cNvPr>
          <p:cNvSpPr/>
          <p:nvPr/>
        </p:nvSpPr>
        <p:spPr>
          <a:xfrm rot="17640751">
            <a:off x="6028795" y="415982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Arrow: Right 206">
            <a:extLst>
              <a:ext uri="{FF2B5EF4-FFF2-40B4-BE49-F238E27FC236}">
                <a16:creationId xmlns:a16="http://schemas.microsoft.com/office/drawing/2014/main" id="{6D0A2AEB-1B53-05C0-8C90-74B2FD85EC15}"/>
              </a:ext>
            </a:extLst>
          </p:cNvPr>
          <p:cNvSpPr/>
          <p:nvPr/>
        </p:nvSpPr>
        <p:spPr>
          <a:xfrm rot="2251742" flipH="1">
            <a:off x="4962411" y="386905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Arrow: Right 208">
            <a:extLst>
              <a:ext uri="{FF2B5EF4-FFF2-40B4-BE49-F238E27FC236}">
                <a16:creationId xmlns:a16="http://schemas.microsoft.com/office/drawing/2014/main" id="{0175C796-C297-C210-755C-DFF9E199DF30}"/>
              </a:ext>
            </a:extLst>
          </p:cNvPr>
          <p:cNvSpPr/>
          <p:nvPr/>
        </p:nvSpPr>
        <p:spPr>
          <a:xfrm rot="5400000" flipH="1">
            <a:off x="4666987" y="329854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Arrow: Right 210">
            <a:extLst>
              <a:ext uri="{FF2B5EF4-FFF2-40B4-BE49-F238E27FC236}">
                <a16:creationId xmlns:a16="http://schemas.microsoft.com/office/drawing/2014/main" id="{8DDB5400-13A9-F1F4-3A55-81C436738A62}"/>
              </a:ext>
            </a:extLst>
          </p:cNvPr>
          <p:cNvSpPr/>
          <p:nvPr/>
        </p:nvSpPr>
        <p:spPr>
          <a:xfrm rot="8030479" flipH="1">
            <a:off x="4897745" y="26679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Arrow: Right 212">
            <a:extLst>
              <a:ext uri="{FF2B5EF4-FFF2-40B4-BE49-F238E27FC236}">
                <a16:creationId xmlns:a16="http://schemas.microsoft.com/office/drawing/2014/main" id="{D06BF9E8-008B-10FF-3934-B638A124D0CC}"/>
              </a:ext>
            </a:extLst>
          </p:cNvPr>
          <p:cNvSpPr/>
          <p:nvPr/>
        </p:nvSpPr>
        <p:spPr>
          <a:xfrm rot="7594504" flipH="1">
            <a:off x="5339358" y="23567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Arrow: Right 213">
            <a:extLst>
              <a:ext uri="{FF2B5EF4-FFF2-40B4-BE49-F238E27FC236}">
                <a16:creationId xmlns:a16="http://schemas.microsoft.com/office/drawing/2014/main" id="{C75C5CA9-F400-192F-9D43-749A21359094}"/>
              </a:ext>
            </a:extLst>
          </p:cNvPr>
          <p:cNvSpPr/>
          <p:nvPr/>
        </p:nvSpPr>
        <p:spPr>
          <a:xfrm rot="3959249" flipH="1">
            <a:off x="5378468" y="415132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Right 2">
            <a:extLst>
              <a:ext uri="{FF2B5EF4-FFF2-40B4-BE49-F238E27FC236}">
                <a16:creationId xmlns:a16="http://schemas.microsoft.com/office/drawing/2014/main" id="{99746E55-4885-AEE1-5A0C-2D5FA3D96EC3}"/>
              </a:ext>
            </a:extLst>
          </p:cNvPr>
          <p:cNvSpPr/>
          <p:nvPr/>
        </p:nvSpPr>
        <p:spPr>
          <a:xfrm rot="16200000" flipV="1">
            <a:off x="3866853" y="28720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F34F3D03-DF53-039E-3BE9-ECEB1B5FDDAD}"/>
              </a:ext>
            </a:extLst>
          </p:cNvPr>
          <p:cNvSpPr/>
          <p:nvPr/>
        </p:nvSpPr>
        <p:spPr>
          <a:xfrm rot="16200000" flipV="1">
            <a:off x="3865660" y="34092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id="{148BA228-DA84-F02F-895C-040340E84F34}"/>
              </a:ext>
            </a:extLst>
          </p:cNvPr>
          <p:cNvSpPr/>
          <p:nvPr/>
        </p:nvSpPr>
        <p:spPr>
          <a:xfrm rot="16200000" flipV="1">
            <a:off x="3864218" y="39593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33188D56-C2C7-7772-4B17-0001FF47D9C6}"/>
              </a:ext>
            </a:extLst>
          </p:cNvPr>
          <p:cNvSpPr/>
          <p:nvPr/>
        </p:nvSpPr>
        <p:spPr>
          <a:xfrm rot="16200000" flipV="1">
            <a:off x="3865639" y="447556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5" name="Freeform: Shape 1074">
            <a:extLst>
              <a:ext uri="{FF2B5EF4-FFF2-40B4-BE49-F238E27FC236}">
                <a16:creationId xmlns:a16="http://schemas.microsoft.com/office/drawing/2014/main" id="{61188C58-5A15-2BC4-AFFA-5D7379764B34}"/>
              </a:ext>
            </a:extLst>
          </p:cNvPr>
          <p:cNvSpPr/>
          <p:nvPr/>
        </p:nvSpPr>
        <p:spPr>
          <a:xfrm rot="16200000">
            <a:off x="4283711" y="328288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361241F2-D67D-8DF6-5AA2-99C4DE3E7958}"/>
              </a:ext>
            </a:extLst>
          </p:cNvPr>
          <p:cNvGrpSpPr/>
          <p:nvPr/>
        </p:nvGrpSpPr>
        <p:grpSpPr>
          <a:xfrm>
            <a:off x="4332873" y="3345222"/>
            <a:ext cx="178065" cy="178065"/>
            <a:chOff x="4332873" y="3345222"/>
            <a:chExt cx="178065" cy="178065"/>
          </a:xfrm>
        </p:grpSpPr>
        <p:sp>
          <p:nvSpPr>
            <p:cNvPr id="1076" name="Flowchart: Summing Junction 1075">
              <a:extLst>
                <a:ext uri="{FF2B5EF4-FFF2-40B4-BE49-F238E27FC236}">
                  <a16:creationId xmlns:a16="http://schemas.microsoft.com/office/drawing/2014/main" id="{DC8066F5-E941-790E-CFFA-3AE5F254E8A2}"/>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7" name="Flowchart: Summing Junction 1076">
              <a:extLst>
                <a:ext uri="{FF2B5EF4-FFF2-40B4-BE49-F238E27FC236}">
                  <a16:creationId xmlns:a16="http://schemas.microsoft.com/office/drawing/2014/main" id="{D014BE3F-BB33-5ECC-0A13-5EE9BC55BF00}"/>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171" name="Straight Connector 170">
            <a:extLst>
              <a:ext uri="{FF2B5EF4-FFF2-40B4-BE49-F238E27FC236}">
                <a16:creationId xmlns:a16="http://schemas.microsoft.com/office/drawing/2014/main" id="{656DFF3C-5AF2-1FF6-322C-5981EBA4D072}"/>
              </a:ext>
            </a:extLst>
          </p:cNvPr>
          <p:cNvCxnSpPr>
            <a:cxnSpLocks/>
          </p:cNvCxnSpPr>
          <p:nvPr/>
        </p:nvCxnSpPr>
        <p:spPr>
          <a:xfrm flipH="1" flipV="1">
            <a:off x="5653088" y="1921669"/>
            <a:ext cx="64470" cy="76"/>
          </a:xfrm>
          <a:prstGeom prst="line">
            <a:avLst/>
          </a:prstGeom>
          <a:ln w="41910">
            <a:solidFill>
              <a:schemeClr val="bg1"/>
            </a:solidFill>
          </a:ln>
        </p:spPr>
        <p:style>
          <a:lnRef idx="2">
            <a:schemeClr val="accent1"/>
          </a:lnRef>
          <a:fillRef idx="0">
            <a:schemeClr val="accent1"/>
          </a:fillRef>
          <a:effectRef idx="1">
            <a:schemeClr val="accent1"/>
          </a:effectRef>
          <a:fontRef idx="minor">
            <a:schemeClr val="tx1"/>
          </a:fontRef>
        </p:style>
      </p:cxnSp>
      <p:pic>
        <p:nvPicPr>
          <p:cNvPr id="31" name="Picture 2" descr="Drop Of Water To - Free GIF on Pixabay">
            <a:extLst>
              <a:ext uri="{FF2B5EF4-FFF2-40B4-BE49-F238E27FC236}">
                <a16:creationId xmlns:a16="http://schemas.microsoft.com/office/drawing/2014/main" id="{2C351341-B497-33A0-274C-1D9A0692A358}"/>
              </a:ext>
            </a:extLst>
          </p:cNvPr>
          <p:cNvPicPr>
            <a:picLocks noChangeAspect="1" noChangeArrowheads="1"/>
          </p:cNvPicPr>
          <p:nvPr/>
        </p:nvPicPr>
        <p:blipFill>
          <a:blip r:embed="rId6" cstate="hqprint">
            <a:extLst>
              <a:ext uri="{28A0092B-C50C-407E-A947-70E740481C1C}">
                <a14:useLocalDpi xmlns:a14="http://schemas.microsoft.com/office/drawing/2010/main"/>
              </a:ext>
            </a:extLst>
          </a:blip>
          <a:srcRect/>
          <a:stretch>
            <a:fillRect/>
          </a:stretch>
        </p:blipFill>
        <p:spPr bwMode="auto">
          <a:xfrm>
            <a:off x="5749244" y="1983338"/>
            <a:ext cx="63109" cy="169173"/>
          </a:xfrm>
          <a:prstGeom prst="rect">
            <a:avLst/>
          </a:prstGeom>
          <a:noFill/>
          <a:extLst>
            <a:ext uri="{909E8E84-426E-40DD-AFC4-6F175D3DCCD1}">
              <a14:hiddenFill xmlns:a14="http://schemas.microsoft.com/office/drawing/2010/main">
                <a:solidFill>
                  <a:srgbClr val="FFFFFF"/>
                </a:solidFill>
              </a14:hiddenFill>
            </a:ext>
          </a:extLst>
        </p:spPr>
      </p:pic>
      <p:sp>
        <p:nvSpPr>
          <p:cNvPr id="1136" name="Arrow: Right 1135">
            <a:extLst>
              <a:ext uri="{FF2B5EF4-FFF2-40B4-BE49-F238E27FC236}">
                <a16:creationId xmlns:a16="http://schemas.microsoft.com/office/drawing/2014/main" id="{A94351FF-0447-E799-F45C-233CD51463F3}"/>
              </a:ext>
            </a:extLst>
          </p:cNvPr>
          <p:cNvSpPr/>
          <p:nvPr/>
        </p:nvSpPr>
        <p:spPr>
          <a:xfrm rot="16200000" flipV="1">
            <a:off x="4398407" y="22998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7" name="Arrow: Right 1136">
            <a:extLst>
              <a:ext uri="{FF2B5EF4-FFF2-40B4-BE49-F238E27FC236}">
                <a16:creationId xmlns:a16="http://schemas.microsoft.com/office/drawing/2014/main" id="{250D624D-938C-C875-31F7-0760125D9776}"/>
              </a:ext>
            </a:extLst>
          </p:cNvPr>
          <p:cNvSpPr/>
          <p:nvPr/>
        </p:nvSpPr>
        <p:spPr>
          <a:xfrm rot="16200000" flipV="1">
            <a:off x="4397214" y="28370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9" name="Arrow: Right 1138">
            <a:extLst>
              <a:ext uri="{FF2B5EF4-FFF2-40B4-BE49-F238E27FC236}">
                <a16:creationId xmlns:a16="http://schemas.microsoft.com/office/drawing/2014/main" id="{6DDE59BA-ECA6-6E6D-B8DC-E66FC1A96763}"/>
              </a:ext>
            </a:extLst>
          </p:cNvPr>
          <p:cNvSpPr/>
          <p:nvPr/>
        </p:nvSpPr>
        <p:spPr>
          <a:xfrm rot="16200000" flipV="1">
            <a:off x="4397193" y="390344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4" name="Arrow: Right 1153">
            <a:extLst>
              <a:ext uri="{FF2B5EF4-FFF2-40B4-BE49-F238E27FC236}">
                <a16:creationId xmlns:a16="http://schemas.microsoft.com/office/drawing/2014/main" id="{1283B4B4-7193-23BA-4719-02458EF4D25D}"/>
              </a:ext>
            </a:extLst>
          </p:cNvPr>
          <p:cNvSpPr/>
          <p:nvPr/>
        </p:nvSpPr>
        <p:spPr>
          <a:xfrm rot="10800000">
            <a:off x="5445008" y="456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5" name="Arrow: Right 1154">
            <a:extLst>
              <a:ext uri="{FF2B5EF4-FFF2-40B4-BE49-F238E27FC236}">
                <a16:creationId xmlns:a16="http://schemas.microsoft.com/office/drawing/2014/main" id="{DC857C16-7F24-A12E-4C98-7D1C74702AFB}"/>
              </a:ext>
            </a:extLst>
          </p:cNvPr>
          <p:cNvSpPr/>
          <p:nvPr/>
        </p:nvSpPr>
        <p:spPr>
          <a:xfrm rot="10800000">
            <a:off x="4927207" y="456486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7" name="Arrow: Right 1156">
            <a:extLst>
              <a:ext uri="{FF2B5EF4-FFF2-40B4-BE49-F238E27FC236}">
                <a16:creationId xmlns:a16="http://schemas.microsoft.com/office/drawing/2014/main" id="{C525C25A-C32C-B8D7-ADD2-04FE5CC30DFB}"/>
              </a:ext>
            </a:extLst>
          </p:cNvPr>
          <p:cNvSpPr/>
          <p:nvPr/>
        </p:nvSpPr>
        <p:spPr>
          <a:xfrm rot="10800000">
            <a:off x="4331965" y="457389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8" name="Arrow: Right 1157">
            <a:extLst>
              <a:ext uri="{FF2B5EF4-FFF2-40B4-BE49-F238E27FC236}">
                <a16:creationId xmlns:a16="http://schemas.microsoft.com/office/drawing/2014/main" id="{52095C13-B1D2-4BB9-1431-55D9DEC5738D}"/>
              </a:ext>
            </a:extLst>
          </p:cNvPr>
          <p:cNvSpPr/>
          <p:nvPr/>
        </p:nvSpPr>
        <p:spPr>
          <a:xfrm rot="10800000">
            <a:off x="3779752" y="220550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9" name="Arrow: Right 1158">
            <a:extLst>
              <a:ext uri="{FF2B5EF4-FFF2-40B4-BE49-F238E27FC236}">
                <a16:creationId xmlns:a16="http://schemas.microsoft.com/office/drawing/2014/main" id="{FD221FA2-2A61-528F-0E36-6F1E6DB3A5FB}"/>
              </a:ext>
            </a:extLst>
          </p:cNvPr>
          <p:cNvSpPr/>
          <p:nvPr/>
        </p:nvSpPr>
        <p:spPr>
          <a:xfrm rot="10800000">
            <a:off x="3184510" y="220978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0" name="Arrow: Right 1159">
            <a:extLst>
              <a:ext uri="{FF2B5EF4-FFF2-40B4-BE49-F238E27FC236}">
                <a16:creationId xmlns:a16="http://schemas.microsoft.com/office/drawing/2014/main" id="{82F89B1E-1B59-24A7-BD75-A100D7D1DDD6}"/>
              </a:ext>
            </a:extLst>
          </p:cNvPr>
          <p:cNvSpPr/>
          <p:nvPr/>
        </p:nvSpPr>
        <p:spPr>
          <a:xfrm rot="10800000" flipH="1">
            <a:off x="4046342" y="409213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1" name="Arrow: Right 1160">
            <a:extLst>
              <a:ext uri="{FF2B5EF4-FFF2-40B4-BE49-F238E27FC236}">
                <a16:creationId xmlns:a16="http://schemas.microsoft.com/office/drawing/2014/main" id="{26B1B021-CAFE-005E-47F2-D3F08B535BCB}"/>
              </a:ext>
            </a:extLst>
          </p:cNvPr>
          <p:cNvSpPr/>
          <p:nvPr/>
        </p:nvSpPr>
        <p:spPr>
          <a:xfrm rot="10800000" flipH="1">
            <a:off x="3451100" y="40964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2" name="Arrow: Right 1161">
            <a:extLst>
              <a:ext uri="{FF2B5EF4-FFF2-40B4-BE49-F238E27FC236}">
                <a16:creationId xmlns:a16="http://schemas.microsoft.com/office/drawing/2014/main" id="{A6680D56-8E24-5762-939B-605CD8B54ACB}"/>
              </a:ext>
            </a:extLst>
          </p:cNvPr>
          <p:cNvSpPr/>
          <p:nvPr/>
        </p:nvSpPr>
        <p:spPr>
          <a:xfrm rot="10800000" flipH="1">
            <a:off x="2951710" y="409655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4" name="Arrow: Right 1163">
            <a:extLst>
              <a:ext uri="{FF2B5EF4-FFF2-40B4-BE49-F238E27FC236}">
                <a16:creationId xmlns:a16="http://schemas.microsoft.com/office/drawing/2014/main" id="{4134B7D5-7BB3-34F9-D3AE-F1048A5F7A87}"/>
              </a:ext>
            </a:extLst>
          </p:cNvPr>
          <p:cNvSpPr/>
          <p:nvPr/>
        </p:nvSpPr>
        <p:spPr>
          <a:xfrm rot="10800000" flipH="1">
            <a:off x="3315470" y="421614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5" name="Arrow: Right 1164">
            <a:extLst>
              <a:ext uri="{FF2B5EF4-FFF2-40B4-BE49-F238E27FC236}">
                <a16:creationId xmlns:a16="http://schemas.microsoft.com/office/drawing/2014/main" id="{5E0D7B00-A743-04B4-CF3B-D1B612CBE783}"/>
              </a:ext>
            </a:extLst>
          </p:cNvPr>
          <p:cNvSpPr/>
          <p:nvPr/>
        </p:nvSpPr>
        <p:spPr>
          <a:xfrm rot="10800000" flipH="1">
            <a:off x="2816080" y="42162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7" name="Arrow: Right 1166">
            <a:extLst>
              <a:ext uri="{FF2B5EF4-FFF2-40B4-BE49-F238E27FC236}">
                <a16:creationId xmlns:a16="http://schemas.microsoft.com/office/drawing/2014/main" id="{8B45049B-39EF-549E-78FD-8E37C4C86E73}"/>
              </a:ext>
            </a:extLst>
          </p:cNvPr>
          <p:cNvSpPr/>
          <p:nvPr/>
        </p:nvSpPr>
        <p:spPr>
          <a:xfrm rot="10800000" flipH="1">
            <a:off x="4313957" y="43669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9" name="Arrow: Right 1168">
            <a:extLst>
              <a:ext uri="{FF2B5EF4-FFF2-40B4-BE49-F238E27FC236}">
                <a16:creationId xmlns:a16="http://schemas.microsoft.com/office/drawing/2014/main" id="{9C17BC0E-9887-61CF-06F6-2242CA12B84C}"/>
              </a:ext>
            </a:extLst>
          </p:cNvPr>
          <p:cNvSpPr/>
          <p:nvPr/>
        </p:nvSpPr>
        <p:spPr>
          <a:xfrm rot="10800000" flipH="1">
            <a:off x="5171979" y="43618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0" name="Arrow: Right 1169">
            <a:extLst>
              <a:ext uri="{FF2B5EF4-FFF2-40B4-BE49-F238E27FC236}">
                <a16:creationId xmlns:a16="http://schemas.microsoft.com/office/drawing/2014/main" id="{8C13A6B6-FCB8-AAF0-DFAC-F2E71E4862DA}"/>
              </a:ext>
            </a:extLst>
          </p:cNvPr>
          <p:cNvSpPr/>
          <p:nvPr/>
        </p:nvSpPr>
        <p:spPr>
          <a:xfrm rot="10800000">
            <a:off x="5267739" y="2108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1" name="Arrow: Right 1170">
            <a:extLst>
              <a:ext uri="{FF2B5EF4-FFF2-40B4-BE49-F238E27FC236}">
                <a16:creationId xmlns:a16="http://schemas.microsoft.com/office/drawing/2014/main" id="{9BDAD14C-F341-B196-0C61-8A8FD390826A}"/>
              </a:ext>
            </a:extLst>
          </p:cNvPr>
          <p:cNvSpPr/>
          <p:nvPr/>
        </p:nvSpPr>
        <p:spPr>
          <a:xfrm rot="10800000">
            <a:off x="4672497" y="211298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2" name="Arrow: Right 1171">
            <a:extLst>
              <a:ext uri="{FF2B5EF4-FFF2-40B4-BE49-F238E27FC236}">
                <a16:creationId xmlns:a16="http://schemas.microsoft.com/office/drawing/2014/main" id="{F444B90F-BC64-EE9E-BC5C-74846DCFC75E}"/>
              </a:ext>
            </a:extLst>
          </p:cNvPr>
          <p:cNvSpPr/>
          <p:nvPr/>
        </p:nvSpPr>
        <p:spPr>
          <a:xfrm rot="10800000" flipH="1">
            <a:off x="5092913" y="189953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3" name="Arrow: Right 1172">
            <a:extLst>
              <a:ext uri="{FF2B5EF4-FFF2-40B4-BE49-F238E27FC236}">
                <a16:creationId xmlns:a16="http://schemas.microsoft.com/office/drawing/2014/main" id="{A8CCBEE1-E351-C26F-1B3D-C31939F3E891}"/>
              </a:ext>
            </a:extLst>
          </p:cNvPr>
          <p:cNvSpPr/>
          <p:nvPr/>
        </p:nvSpPr>
        <p:spPr>
          <a:xfrm rot="10800000" flipH="1">
            <a:off x="4497671" y="190380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4" name="Arrow: Right 1173">
            <a:extLst>
              <a:ext uri="{FF2B5EF4-FFF2-40B4-BE49-F238E27FC236}">
                <a16:creationId xmlns:a16="http://schemas.microsoft.com/office/drawing/2014/main" id="{916BB46A-6C88-3CDA-1E78-FF165BCC8F25}"/>
              </a:ext>
            </a:extLst>
          </p:cNvPr>
          <p:cNvSpPr/>
          <p:nvPr/>
        </p:nvSpPr>
        <p:spPr>
          <a:xfrm rot="5900444">
            <a:off x="5630676" y="273208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5" name="Arrow: Right 1174">
            <a:extLst>
              <a:ext uri="{FF2B5EF4-FFF2-40B4-BE49-F238E27FC236}">
                <a16:creationId xmlns:a16="http://schemas.microsoft.com/office/drawing/2014/main" id="{A10819EC-15EA-7EAC-1855-7CA2B53676FB}"/>
              </a:ext>
            </a:extLst>
          </p:cNvPr>
          <p:cNvSpPr/>
          <p:nvPr/>
        </p:nvSpPr>
        <p:spPr>
          <a:xfrm rot="6000054">
            <a:off x="5857287" y="33505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6" name="Arrow: Right 1175">
            <a:extLst>
              <a:ext uri="{FF2B5EF4-FFF2-40B4-BE49-F238E27FC236}">
                <a16:creationId xmlns:a16="http://schemas.microsoft.com/office/drawing/2014/main" id="{BC5160BB-5505-6923-2FB1-57E62A9C27B4}"/>
              </a:ext>
            </a:extLst>
          </p:cNvPr>
          <p:cNvSpPr/>
          <p:nvPr/>
        </p:nvSpPr>
        <p:spPr>
          <a:xfrm rot="5400000">
            <a:off x="5693718" y="37697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7" name="Arrow: Right 1176">
            <a:extLst>
              <a:ext uri="{FF2B5EF4-FFF2-40B4-BE49-F238E27FC236}">
                <a16:creationId xmlns:a16="http://schemas.microsoft.com/office/drawing/2014/main" id="{CB657DDA-1F4D-5DAC-B701-8774BDEA75B2}"/>
              </a:ext>
            </a:extLst>
          </p:cNvPr>
          <p:cNvSpPr/>
          <p:nvPr/>
        </p:nvSpPr>
        <p:spPr>
          <a:xfrm rot="15599946" flipH="1">
            <a:off x="5541549" y="335323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8" name="Arrow: Right 1177">
            <a:extLst>
              <a:ext uri="{FF2B5EF4-FFF2-40B4-BE49-F238E27FC236}">
                <a16:creationId xmlns:a16="http://schemas.microsoft.com/office/drawing/2014/main" id="{DB49C02A-FFF0-591D-5C1C-47817F66E49B}"/>
              </a:ext>
            </a:extLst>
          </p:cNvPr>
          <p:cNvSpPr/>
          <p:nvPr/>
        </p:nvSpPr>
        <p:spPr>
          <a:xfrm rot="5400000">
            <a:off x="5701702" y="42775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9" name="Arrow: Right 1178">
            <a:extLst>
              <a:ext uri="{FF2B5EF4-FFF2-40B4-BE49-F238E27FC236}">
                <a16:creationId xmlns:a16="http://schemas.microsoft.com/office/drawing/2014/main" id="{616B2CBB-593E-AC60-156C-993163EDF478}"/>
              </a:ext>
            </a:extLst>
          </p:cNvPr>
          <p:cNvSpPr/>
          <p:nvPr/>
        </p:nvSpPr>
        <p:spPr>
          <a:xfrm rot="15699556" flipH="1">
            <a:off x="5755068" y="27320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0" name="Arrow: Right 1179">
            <a:extLst>
              <a:ext uri="{FF2B5EF4-FFF2-40B4-BE49-F238E27FC236}">
                <a16:creationId xmlns:a16="http://schemas.microsoft.com/office/drawing/2014/main" id="{E93BC8ED-3BCC-1483-E5D2-6C2754792C15}"/>
              </a:ext>
            </a:extLst>
          </p:cNvPr>
          <p:cNvSpPr/>
          <p:nvPr/>
        </p:nvSpPr>
        <p:spPr>
          <a:xfrm rot="2382330" flipH="1">
            <a:off x="5306938" y="38136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1" name="Arrow: Right 1180">
            <a:extLst>
              <a:ext uri="{FF2B5EF4-FFF2-40B4-BE49-F238E27FC236}">
                <a16:creationId xmlns:a16="http://schemas.microsoft.com/office/drawing/2014/main" id="{1272BF3A-2BF7-6B0D-92E3-383A282FCEB6}"/>
              </a:ext>
            </a:extLst>
          </p:cNvPr>
          <p:cNvSpPr/>
          <p:nvPr/>
        </p:nvSpPr>
        <p:spPr>
          <a:xfrm rot="5400000" flipH="1">
            <a:off x="4998762" y="330330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2" name="Arrow: Right 1181">
            <a:extLst>
              <a:ext uri="{FF2B5EF4-FFF2-40B4-BE49-F238E27FC236}">
                <a16:creationId xmlns:a16="http://schemas.microsoft.com/office/drawing/2014/main" id="{2F8F46C8-4FB0-FC90-A1DB-2E124F1E4273}"/>
              </a:ext>
            </a:extLst>
          </p:cNvPr>
          <p:cNvSpPr/>
          <p:nvPr/>
        </p:nvSpPr>
        <p:spPr>
          <a:xfrm rot="7885014" flipH="1">
            <a:off x="5160380" y="281849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3" name="Arrow: Right 1182">
            <a:extLst>
              <a:ext uri="{FF2B5EF4-FFF2-40B4-BE49-F238E27FC236}">
                <a16:creationId xmlns:a16="http://schemas.microsoft.com/office/drawing/2014/main" id="{0D0D14CA-E6B5-D892-FC26-21823960A90F}"/>
              </a:ext>
            </a:extLst>
          </p:cNvPr>
          <p:cNvSpPr/>
          <p:nvPr/>
        </p:nvSpPr>
        <p:spPr>
          <a:xfrm rot="19217670">
            <a:off x="6153899" y="37898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Right 31">
            <a:extLst>
              <a:ext uri="{FF2B5EF4-FFF2-40B4-BE49-F238E27FC236}">
                <a16:creationId xmlns:a16="http://schemas.microsoft.com/office/drawing/2014/main" id="{8D5F6AAE-CCD3-4042-5B08-610C7596D049}"/>
              </a:ext>
            </a:extLst>
          </p:cNvPr>
          <p:cNvSpPr/>
          <p:nvPr/>
        </p:nvSpPr>
        <p:spPr>
          <a:xfrm rot="16200000">
            <a:off x="6430197" y="33070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Arrow: Right 32">
            <a:extLst>
              <a:ext uri="{FF2B5EF4-FFF2-40B4-BE49-F238E27FC236}">
                <a16:creationId xmlns:a16="http://schemas.microsoft.com/office/drawing/2014/main" id="{46237CD6-4746-1ECA-7687-2F6B3A5AAE51}"/>
              </a:ext>
            </a:extLst>
          </p:cNvPr>
          <p:cNvSpPr/>
          <p:nvPr/>
        </p:nvSpPr>
        <p:spPr>
          <a:xfrm rot="13714986">
            <a:off x="6176928" y="28158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Arrow: Right 33">
            <a:extLst>
              <a:ext uri="{FF2B5EF4-FFF2-40B4-BE49-F238E27FC236}">
                <a16:creationId xmlns:a16="http://schemas.microsoft.com/office/drawing/2014/main" id="{3408750B-CDD8-9CE7-DE1E-561F62F4A5E3}"/>
              </a:ext>
            </a:extLst>
          </p:cNvPr>
          <p:cNvSpPr/>
          <p:nvPr/>
        </p:nvSpPr>
        <p:spPr>
          <a:xfrm rot="5400000">
            <a:off x="4241117" y="222360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Arrow: Right 34">
            <a:extLst>
              <a:ext uri="{FF2B5EF4-FFF2-40B4-BE49-F238E27FC236}">
                <a16:creationId xmlns:a16="http://schemas.microsoft.com/office/drawing/2014/main" id="{808D76E6-51FA-5C34-A2AF-37E6027C03E0}"/>
              </a:ext>
            </a:extLst>
          </p:cNvPr>
          <p:cNvSpPr/>
          <p:nvPr/>
        </p:nvSpPr>
        <p:spPr>
          <a:xfrm rot="10800000">
            <a:off x="4072328" y="23301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Arrow: Right 35">
            <a:extLst>
              <a:ext uri="{FF2B5EF4-FFF2-40B4-BE49-F238E27FC236}">
                <a16:creationId xmlns:a16="http://schemas.microsoft.com/office/drawing/2014/main" id="{8907E353-DE57-6F0D-E962-64F6DC6B6D07}"/>
              </a:ext>
            </a:extLst>
          </p:cNvPr>
          <p:cNvSpPr/>
          <p:nvPr/>
        </p:nvSpPr>
        <p:spPr>
          <a:xfrm rot="10800000">
            <a:off x="3477086" y="23344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Arrow: Right 36">
            <a:extLst>
              <a:ext uri="{FF2B5EF4-FFF2-40B4-BE49-F238E27FC236}">
                <a16:creationId xmlns:a16="http://schemas.microsoft.com/office/drawing/2014/main" id="{8F46584E-49F7-3DE6-33A4-193A208CFCF7}"/>
              </a:ext>
            </a:extLst>
          </p:cNvPr>
          <p:cNvSpPr/>
          <p:nvPr/>
        </p:nvSpPr>
        <p:spPr>
          <a:xfrm rot="10800000">
            <a:off x="2992221" y="233391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Arrow: Right 37">
            <a:extLst>
              <a:ext uri="{FF2B5EF4-FFF2-40B4-BE49-F238E27FC236}">
                <a16:creationId xmlns:a16="http://schemas.microsoft.com/office/drawing/2014/main" id="{44880039-BFC8-31B4-DDB1-70657F80B758}"/>
              </a:ext>
            </a:extLst>
          </p:cNvPr>
          <p:cNvSpPr/>
          <p:nvPr/>
        </p:nvSpPr>
        <p:spPr>
          <a:xfrm rot="10800000">
            <a:off x="6409076" y="45090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Arrow: Right 39">
            <a:extLst>
              <a:ext uri="{FF2B5EF4-FFF2-40B4-BE49-F238E27FC236}">
                <a16:creationId xmlns:a16="http://schemas.microsoft.com/office/drawing/2014/main" id="{7B819EE0-6865-4B10-E78A-98344CC66FE3}"/>
              </a:ext>
            </a:extLst>
          </p:cNvPr>
          <p:cNvSpPr/>
          <p:nvPr/>
        </p:nvSpPr>
        <p:spPr>
          <a:xfrm rot="16200000">
            <a:off x="5820929" y="42674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Right 40">
            <a:extLst>
              <a:ext uri="{FF2B5EF4-FFF2-40B4-BE49-F238E27FC236}">
                <a16:creationId xmlns:a16="http://schemas.microsoft.com/office/drawing/2014/main" id="{05D3C679-3756-238B-9526-015B54ED37EF}"/>
              </a:ext>
            </a:extLst>
          </p:cNvPr>
          <p:cNvSpPr/>
          <p:nvPr/>
        </p:nvSpPr>
        <p:spPr>
          <a:xfrm rot="16200000">
            <a:off x="5584944" y="42718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Arrow: Right 41">
            <a:extLst>
              <a:ext uri="{FF2B5EF4-FFF2-40B4-BE49-F238E27FC236}">
                <a16:creationId xmlns:a16="http://schemas.microsoft.com/office/drawing/2014/main" id="{64C02CD4-B2C7-44A8-F320-4232919A00CE}"/>
              </a:ext>
            </a:extLst>
          </p:cNvPr>
          <p:cNvSpPr/>
          <p:nvPr/>
        </p:nvSpPr>
        <p:spPr>
          <a:xfrm rot="13221374">
            <a:off x="5903856" y="44564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Arrow: Right 42">
            <a:extLst>
              <a:ext uri="{FF2B5EF4-FFF2-40B4-BE49-F238E27FC236}">
                <a16:creationId xmlns:a16="http://schemas.microsoft.com/office/drawing/2014/main" id="{6DAE6B64-F053-0C3D-D5AF-EE7C93C059E1}"/>
              </a:ext>
            </a:extLst>
          </p:cNvPr>
          <p:cNvSpPr/>
          <p:nvPr/>
        </p:nvSpPr>
        <p:spPr>
          <a:xfrm rot="16200000">
            <a:off x="5820924" y="23481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Arrow: Right 43">
            <a:extLst>
              <a:ext uri="{FF2B5EF4-FFF2-40B4-BE49-F238E27FC236}">
                <a16:creationId xmlns:a16="http://schemas.microsoft.com/office/drawing/2014/main" id="{8D7CA056-B983-C944-4245-B0F0CA3542B9}"/>
              </a:ext>
            </a:extLst>
          </p:cNvPr>
          <p:cNvSpPr/>
          <p:nvPr/>
        </p:nvSpPr>
        <p:spPr>
          <a:xfrm rot="16200000">
            <a:off x="5577238" y="235386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Right 44">
            <a:extLst>
              <a:ext uri="{FF2B5EF4-FFF2-40B4-BE49-F238E27FC236}">
                <a16:creationId xmlns:a16="http://schemas.microsoft.com/office/drawing/2014/main" id="{001935A5-9832-B294-3DE0-8BFA227ED8CE}"/>
              </a:ext>
            </a:extLst>
          </p:cNvPr>
          <p:cNvSpPr/>
          <p:nvPr/>
        </p:nvSpPr>
        <p:spPr>
          <a:xfrm rot="18034072">
            <a:off x="5877462" y="19717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Arrow: Right 47">
            <a:extLst>
              <a:ext uri="{FF2B5EF4-FFF2-40B4-BE49-F238E27FC236}">
                <a16:creationId xmlns:a16="http://schemas.microsoft.com/office/drawing/2014/main" id="{7F497453-80D5-DDA7-5A33-C3D2DD32F7FF}"/>
              </a:ext>
            </a:extLst>
          </p:cNvPr>
          <p:cNvSpPr/>
          <p:nvPr/>
        </p:nvSpPr>
        <p:spPr>
          <a:xfrm rot="16200000">
            <a:off x="6369088" y="17122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Right 50">
            <a:extLst>
              <a:ext uri="{FF2B5EF4-FFF2-40B4-BE49-F238E27FC236}">
                <a16:creationId xmlns:a16="http://schemas.microsoft.com/office/drawing/2014/main" id="{BF05D3AA-AB66-E51D-5481-B9A4F47EAEBA}"/>
              </a:ext>
            </a:extLst>
          </p:cNvPr>
          <p:cNvSpPr/>
          <p:nvPr/>
        </p:nvSpPr>
        <p:spPr>
          <a:xfrm rot="16200000">
            <a:off x="6369980" y="133759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Arrow: Right 57">
            <a:extLst>
              <a:ext uri="{FF2B5EF4-FFF2-40B4-BE49-F238E27FC236}">
                <a16:creationId xmlns:a16="http://schemas.microsoft.com/office/drawing/2014/main" id="{6910E63F-559E-33A2-F030-C1031EDE816C}"/>
              </a:ext>
            </a:extLst>
          </p:cNvPr>
          <p:cNvSpPr/>
          <p:nvPr/>
        </p:nvSpPr>
        <p:spPr>
          <a:xfrm rot="5400000">
            <a:off x="7155090" y="17288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Arrow: Right 58">
            <a:extLst>
              <a:ext uri="{FF2B5EF4-FFF2-40B4-BE49-F238E27FC236}">
                <a16:creationId xmlns:a16="http://schemas.microsoft.com/office/drawing/2014/main" id="{0CEBED62-D2B4-F3DE-E965-232497FF1297}"/>
              </a:ext>
            </a:extLst>
          </p:cNvPr>
          <p:cNvSpPr/>
          <p:nvPr/>
        </p:nvSpPr>
        <p:spPr>
          <a:xfrm rot="5400000">
            <a:off x="7155967" y="20472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Arrow: Right 59">
            <a:extLst>
              <a:ext uri="{FF2B5EF4-FFF2-40B4-BE49-F238E27FC236}">
                <a16:creationId xmlns:a16="http://schemas.microsoft.com/office/drawing/2014/main" id="{17ED1B70-D857-4773-2F80-2930FE52E705}"/>
              </a:ext>
            </a:extLst>
          </p:cNvPr>
          <p:cNvSpPr/>
          <p:nvPr/>
        </p:nvSpPr>
        <p:spPr>
          <a:xfrm>
            <a:off x="6202462"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Arrow: Right 60">
            <a:extLst>
              <a:ext uri="{FF2B5EF4-FFF2-40B4-BE49-F238E27FC236}">
                <a16:creationId xmlns:a16="http://schemas.microsoft.com/office/drawing/2014/main" id="{48438567-DB86-9B09-13AA-C1FCC77927F7}"/>
              </a:ext>
            </a:extLst>
          </p:cNvPr>
          <p:cNvSpPr/>
          <p:nvPr/>
        </p:nvSpPr>
        <p:spPr>
          <a:xfrm>
            <a:off x="6763136"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Arrow: Right 61">
            <a:extLst>
              <a:ext uri="{FF2B5EF4-FFF2-40B4-BE49-F238E27FC236}">
                <a16:creationId xmlns:a16="http://schemas.microsoft.com/office/drawing/2014/main" id="{561DE221-A4A4-1879-FFD2-53A5DA6D7AE5}"/>
              </a:ext>
            </a:extLst>
          </p:cNvPr>
          <p:cNvSpPr/>
          <p:nvPr/>
        </p:nvSpPr>
        <p:spPr>
          <a:xfrm>
            <a:off x="66634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Arrow: Right 63">
            <a:extLst>
              <a:ext uri="{FF2B5EF4-FFF2-40B4-BE49-F238E27FC236}">
                <a16:creationId xmlns:a16="http://schemas.microsoft.com/office/drawing/2014/main" id="{A5C02075-FBD5-6C52-6491-AF639F70972D}"/>
              </a:ext>
            </a:extLst>
          </p:cNvPr>
          <p:cNvSpPr/>
          <p:nvPr/>
        </p:nvSpPr>
        <p:spPr>
          <a:xfrm>
            <a:off x="74696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Arrow: Right 64">
            <a:extLst>
              <a:ext uri="{FF2B5EF4-FFF2-40B4-BE49-F238E27FC236}">
                <a16:creationId xmlns:a16="http://schemas.microsoft.com/office/drawing/2014/main" id="{6658FBE6-26A4-2A85-91A8-B36C0CA93198}"/>
              </a:ext>
            </a:extLst>
          </p:cNvPr>
          <p:cNvSpPr/>
          <p:nvPr/>
        </p:nvSpPr>
        <p:spPr>
          <a:xfrm>
            <a:off x="82371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Arrow: Right 65">
            <a:extLst>
              <a:ext uri="{FF2B5EF4-FFF2-40B4-BE49-F238E27FC236}">
                <a16:creationId xmlns:a16="http://schemas.microsoft.com/office/drawing/2014/main" id="{99A9DB19-A0CD-3B3C-583B-CE5B55C2B9D9}"/>
              </a:ext>
            </a:extLst>
          </p:cNvPr>
          <p:cNvSpPr/>
          <p:nvPr/>
        </p:nvSpPr>
        <p:spPr>
          <a:xfrm>
            <a:off x="90433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Arrow: Right 67">
            <a:extLst>
              <a:ext uri="{FF2B5EF4-FFF2-40B4-BE49-F238E27FC236}">
                <a16:creationId xmlns:a16="http://schemas.microsoft.com/office/drawing/2014/main" id="{D6CE0B6C-65E0-A55E-35F6-9FB0C8E882C6}"/>
              </a:ext>
            </a:extLst>
          </p:cNvPr>
          <p:cNvSpPr/>
          <p:nvPr/>
        </p:nvSpPr>
        <p:spPr>
          <a:xfrm rot="5400000">
            <a:off x="7158639" y="43420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Arrow: Right 68">
            <a:extLst>
              <a:ext uri="{FF2B5EF4-FFF2-40B4-BE49-F238E27FC236}">
                <a16:creationId xmlns:a16="http://schemas.microsoft.com/office/drawing/2014/main" id="{C8629960-5A91-5329-9AD5-9C2EFD303995}"/>
              </a:ext>
            </a:extLst>
          </p:cNvPr>
          <p:cNvSpPr/>
          <p:nvPr/>
        </p:nvSpPr>
        <p:spPr>
          <a:xfrm>
            <a:off x="8039164" y="176047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Arrow: Right 75">
            <a:extLst>
              <a:ext uri="{FF2B5EF4-FFF2-40B4-BE49-F238E27FC236}">
                <a16:creationId xmlns:a16="http://schemas.microsoft.com/office/drawing/2014/main" id="{7F6185E8-A784-9847-2AEF-2F6BCFECD2B6}"/>
              </a:ext>
            </a:extLst>
          </p:cNvPr>
          <p:cNvSpPr/>
          <p:nvPr/>
        </p:nvSpPr>
        <p:spPr>
          <a:xfrm rot="10800000">
            <a:off x="8266451" y="456935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Arrow: Right 77">
            <a:extLst>
              <a:ext uri="{FF2B5EF4-FFF2-40B4-BE49-F238E27FC236}">
                <a16:creationId xmlns:a16="http://schemas.microsoft.com/office/drawing/2014/main" id="{296800BC-D5D3-93F0-FC9B-5A6D3D15A688}"/>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Arrow: Right 135">
            <a:extLst>
              <a:ext uri="{FF2B5EF4-FFF2-40B4-BE49-F238E27FC236}">
                <a16:creationId xmlns:a16="http://schemas.microsoft.com/office/drawing/2014/main" id="{34C82D64-4640-F21D-6E91-DF3364383754}"/>
              </a:ext>
            </a:extLst>
          </p:cNvPr>
          <p:cNvSpPr/>
          <p:nvPr/>
        </p:nvSpPr>
        <p:spPr>
          <a:xfrm flipH="1">
            <a:off x="78061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Arrow: Right 136">
            <a:extLst>
              <a:ext uri="{FF2B5EF4-FFF2-40B4-BE49-F238E27FC236}">
                <a16:creationId xmlns:a16="http://schemas.microsoft.com/office/drawing/2014/main" id="{7C479F89-3A58-DEB1-7022-14149BA75293}"/>
              </a:ext>
            </a:extLst>
          </p:cNvPr>
          <p:cNvSpPr/>
          <p:nvPr/>
        </p:nvSpPr>
        <p:spPr>
          <a:xfrm flipH="1">
            <a:off x="8573642" y="163184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Arrow: Right 137">
            <a:extLst>
              <a:ext uri="{FF2B5EF4-FFF2-40B4-BE49-F238E27FC236}">
                <a16:creationId xmlns:a16="http://schemas.microsoft.com/office/drawing/2014/main" id="{4A7DAE34-5D1D-262E-8A24-48A5EB9184B1}"/>
              </a:ext>
            </a:extLst>
          </p:cNvPr>
          <p:cNvSpPr/>
          <p:nvPr/>
        </p:nvSpPr>
        <p:spPr>
          <a:xfrm flipH="1">
            <a:off x="93798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Arrow: Right 144">
            <a:extLst>
              <a:ext uri="{FF2B5EF4-FFF2-40B4-BE49-F238E27FC236}">
                <a16:creationId xmlns:a16="http://schemas.microsoft.com/office/drawing/2014/main" id="{0AB04B03-67EE-EEF8-FF15-85403F9D27FD}"/>
              </a:ext>
            </a:extLst>
          </p:cNvPr>
          <p:cNvSpPr/>
          <p:nvPr/>
        </p:nvSpPr>
        <p:spPr>
          <a:xfrm>
            <a:off x="1922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Arrow: Right 145">
            <a:extLst>
              <a:ext uri="{FF2B5EF4-FFF2-40B4-BE49-F238E27FC236}">
                <a16:creationId xmlns:a16="http://schemas.microsoft.com/office/drawing/2014/main" id="{A6CDC781-816A-B557-BFB4-281BC936D88E}"/>
              </a:ext>
            </a:extLst>
          </p:cNvPr>
          <p:cNvSpPr/>
          <p:nvPr/>
        </p:nvSpPr>
        <p:spPr>
          <a:xfrm>
            <a:off x="959806" y="456821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Arrow: Right 146">
            <a:extLst>
              <a:ext uri="{FF2B5EF4-FFF2-40B4-BE49-F238E27FC236}">
                <a16:creationId xmlns:a16="http://schemas.microsoft.com/office/drawing/2014/main" id="{A3BAD9D8-0722-843C-3610-1EC2079F09E9}"/>
              </a:ext>
            </a:extLst>
          </p:cNvPr>
          <p:cNvSpPr/>
          <p:nvPr/>
        </p:nvSpPr>
        <p:spPr>
          <a:xfrm>
            <a:off x="17659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Arrow: Right 148">
            <a:extLst>
              <a:ext uri="{FF2B5EF4-FFF2-40B4-BE49-F238E27FC236}">
                <a16:creationId xmlns:a16="http://schemas.microsoft.com/office/drawing/2014/main" id="{59F35205-C366-CBEF-902A-237D12CAF0D0}"/>
              </a:ext>
            </a:extLst>
          </p:cNvPr>
          <p:cNvSpPr/>
          <p:nvPr/>
        </p:nvSpPr>
        <p:spPr>
          <a:xfrm flipH="1">
            <a:off x="6102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Arrow: Right 153">
            <a:extLst>
              <a:ext uri="{FF2B5EF4-FFF2-40B4-BE49-F238E27FC236}">
                <a16:creationId xmlns:a16="http://schemas.microsoft.com/office/drawing/2014/main" id="{DB0FDC56-E415-2775-54AE-84829A61CE71}"/>
              </a:ext>
            </a:extLst>
          </p:cNvPr>
          <p:cNvSpPr/>
          <p:nvPr/>
        </p:nvSpPr>
        <p:spPr>
          <a:xfrm flipH="1">
            <a:off x="1377744" y="1760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Arrow: Right 154">
            <a:extLst>
              <a:ext uri="{FF2B5EF4-FFF2-40B4-BE49-F238E27FC236}">
                <a16:creationId xmlns:a16="http://schemas.microsoft.com/office/drawing/2014/main" id="{B926257C-0CCB-6BCE-2E2E-F2E165AED11E}"/>
              </a:ext>
            </a:extLst>
          </p:cNvPr>
          <p:cNvSpPr/>
          <p:nvPr/>
        </p:nvSpPr>
        <p:spPr>
          <a:xfrm flipH="1">
            <a:off x="21839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Arrow: Right 155">
            <a:extLst>
              <a:ext uri="{FF2B5EF4-FFF2-40B4-BE49-F238E27FC236}">
                <a16:creationId xmlns:a16="http://schemas.microsoft.com/office/drawing/2014/main" id="{99FC6012-2115-10AE-A472-305C28682167}"/>
              </a:ext>
            </a:extLst>
          </p:cNvPr>
          <p:cNvSpPr/>
          <p:nvPr/>
        </p:nvSpPr>
        <p:spPr>
          <a:xfrm rot="16200000">
            <a:off x="7624745" y="264761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Arrow: Right 156">
            <a:extLst>
              <a:ext uri="{FF2B5EF4-FFF2-40B4-BE49-F238E27FC236}">
                <a16:creationId xmlns:a16="http://schemas.microsoft.com/office/drawing/2014/main" id="{7222D885-5E51-09F1-774D-1DA1752DEC87}"/>
              </a:ext>
            </a:extLst>
          </p:cNvPr>
          <p:cNvSpPr/>
          <p:nvPr/>
        </p:nvSpPr>
        <p:spPr>
          <a:xfrm rot="16200000">
            <a:off x="7621283" y="319059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Arrow: Right 157">
            <a:extLst>
              <a:ext uri="{FF2B5EF4-FFF2-40B4-BE49-F238E27FC236}">
                <a16:creationId xmlns:a16="http://schemas.microsoft.com/office/drawing/2014/main" id="{6ADEEEB4-5F6B-90BE-CB0A-F6EAB0F4B2A4}"/>
              </a:ext>
            </a:extLst>
          </p:cNvPr>
          <p:cNvSpPr/>
          <p:nvPr/>
        </p:nvSpPr>
        <p:spPr>
          <a:xfrm rot="16200000">
            <a:off x="7618732" y="2122668"/>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Arrow: Right 158">
            <a:extLst>
              <a:ext uri="{FF2B5EF4-FFF2-40B4-BE49-F238E27FC236}">
                <a16:creationId xmlns:a16="http://schemas.microsoft.com/office/drawing/2014/main" id="{481DC716-C5D1-2C89-E3E3-4B856084473A}"/>
              </a:ext>
            </a:extLst>
          </p:cNvPr>
          <p:cNvSpPr/>
          <p:nvPr/>
        </p:nvSpPr>
        <p:spPr>
          <a:xfrm rot="16200000">
            <a:off x="7628282" y="372328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9" name="Arrow: Right 1028">
            <a:extLst>
              <a:ext uri="{FF2B5EF4-FFF2-40B4-BE49-F238E27FC236}">
                <a16:creationId xmlns:a16="http://schemas.microsoft.com/office/drawing/2014/main" id="{BD439E98-3616-9D4C-1911-7940E6129F9F}"/>
              </a:ext>
            </a:extLst>
          </p:cNvPr>
          <p:cNvSpPr/>
          <p:nvPr/>
        </p:nvSpPr>
        <p:spPr>
          <a:xfrm rot="16200000">
            <a:off x="7612600" y="429776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7" name="Arrow: Right 1046">
            <a:extLst>
              <a:ext uri="{FF2B5EF4-FFF2-40B4-BE49-F238E27FC236}">
                <a16:creationId xmlns:a16="http://schemas.microsoft.com/office/drawing/2014/main" id="{1E520B92-535D-2103-C8B9-FA21A7EA53BD}"/>
              </a:ext>
            </a:extLst>
          </p:cNvPr>
          <p:cNvSpPr/>
          <p:nvPr/>
        </p:nvSpPr>
        <p:spPr>
          <a:xfrm rot="5400000" flipV="1">
            <a:off x="8597086" y="266749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 name="Arrow: Right 1047">
            <a:extLst>
              <a:ext uri="{FF2B5EF4-FFF2-40B4-BE49-F238E27FC236}">
                <a16:creationId xmlns:a16="http://schemas.microsoft.com/office/drawing/2014/main" id="{2E75AD5F-71E6-A686-E837-721961AB2174}"/>
              </a:ext>
            </a:extLst>
          </p:cNvPr>
          <p:cNvSpPr/>
          <p:nvPr/>
        </p:nvSpPr>
        <p:spPr>
          <a:xfrm rot="5400000" flipV="1">
            <a:off x="8593624" y="321047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9" name="Arrow: Right 1048">
            <a:extLst>
              <a:ext uri="{FF2B5EF4-FFF2-40B4-BE49-F238E27FC236}">
                <a16:creationId xmlns:a16="http://schemas.microsoft.com/office/drawing/2014/main" id="{B368ED37-5D53-12BC-2871-2B1B6534CF28}"/>
              </a:ext>
            </a:extLst>
          </p:cNvPr>
          <p:cNvSpPr/>
          <p:nvPr/>
        </p:nvSpPr>
        <p:spPr>
          <a:xfrm rot="5400000" flipV="1">
            <a:off x="8591073" y="214254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0" name="Arrow: Right 1049">
            <a:extLst>
              <a:ext uri="{FF2B5EF4-FFF2-40B4-BE49-F238E27FC236}">
                <a16:creationId xmlns:a16="http://schemas.microsoft.com/office/drawing/2014/main" id="{07C563E6-C9FE-C7B3-0F6A-57010003F03E}"/>
              </a:ext>
            </a:extLst>
          </p:cNvPr>
          <p:cNvSpPr/>
          <p:nvPr/>
        </p:nvSpPr>
        <p:spPr>
          <a:xfrm rot="5400000" flipV="1">
            <a:off x="8600623" y="374316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1" name="Arrow: Right 1050">
            <a:extLst>
              <a:ext uri="{FF2B5EF4-FFF2-40B4-BE49-F238E27FC236}">
                <a16:creationId xmlns:a16="http://schemas.microsoft.com/office/drawing/2014/main" id="{1871B356-A017-C51D-FAB2-99C23272BD1D}"/>
              </a:ext>
            </a:extLst>
          </p:cNvPr>
          <p:cNvSpPr/>
          <p:nvPr/>
        </p:nvSpPr>
        <p:spPr>
          <a:xfrm rot="5400000" flipV="1">
            <a:off x="8584941" y="431763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2" name="Arrow: Right 1051">
            <a:extLst>
              <a:ext uri="{FF2B5EF4-FFF2-40B4-BE49-F238E27FC236}">
                <a16:creationId xmlns:a16="http://schemas.microsoft.com/office/drawing/2014/main" id="{49125827-216A-B9E1-D135-FEB54C534847}"/>
              </a:ext>
            </a:extLst>
          </p:cNvPr>
          <p:cNvSpPr/>
          <p:nvPr/>
        </p:nvSpPr>
        <p:spPr>
          <a:xfrm rot="5400000">
            <a:off x="7422079" y="264200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3" name="Arrow: Right 1052">
            <a:extLst>
              <a:ext uri="{FF2B5EF4-FFF2-40B4-BE49-F238E27FC236}">
                <a16:creationId xmlns:a16="http://schemas.microsoft.com/office/drawing/2014/main" id="{1FA57742-DB20-76CB-3A6A-7CE06D7F9193}"/>
              </a:ext>
            </a:extLst>
          </p:cNvPr>
          <p:cNvSpPr/>
          <p:nvPr/>
        </p:nvSpPr>
        <p:spPr>
          <a:xfrm rot="5400000">
            <a:off x="7858674" y="349430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4" name="Arrow: Right 1053">
            <a:extLst>
              <a:ext uri="{FF2B5EF4-FFF2-40B4-BE49-F238E27FC236}">
                <a16:creationId xmlns:a16="http://schemas.microsoft.com/office/drawing/2014/main" id="{23719DAD-1EC8-D7A3-C705-E765F7423D8E}"/>
              </a:ext>
            </a:extLst>
          </p:cNvPr>
          <p:cNvSpPr/>
          <p:nvPr/>
        </p:nvSpPr>
        <p:spPr>
          <a:xfrm rot="16200000">
            <a:off x="8820431" y="375142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Arrow: Right 159">
            <a:extLst>
              <a:ext uri="{FF2B5EF4-FFF2-40B4-BE49-F238E27FC236}">
                <a16:creationId xmlns:a16="http://schemas.microsoft.com/office/drawing/2014/main" id="{E0D22EE0-AEED-6858-F895-60A025D622F6}"/>
              </a:ext>
            </a:extLst>
          </p:cNvPr>
          <p:cNvSpPr/>
          <p:nvPr/>
        </p:nvSpPr>
        <p:spPr>
          <a:xfrm rot="16200000">
            <a:off x="8372310" y="292987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Arrow: Right 161">
            <a:extLst>
              <a:ext uri="{FF2B5EF4-FFF2-40B4-BE49-F238E27FC236}">
                <a16:creationId xmlns:a16="http://schemas.microsoft.com/office/drawing/2014/main" id="{00A3B9E6-450D-AB45-2C1C-5A04C5C378C8}"/>
              </a:ext>
            </a:extLst>
          </p:cNvPr>
          <p:cNvSpPr/>
          <p:nvPr/>
        </p:nvSpPr>
        <p:spPr>
          <a:xfrm rot="16200000">
            <a:off x="2491460" y="271887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Arrow: Right 162">
            <a:extLst>
              <a:ext uri="{FF2B5EF4-FFF2-40B4-BE49-F238E27FC236}">
                <a16:creationId xmlns:a16="http://schemas.microsoft.com/office/drawing/2014/main" id="{1DB02951-91B7-3624-0AD6-69C5B3738CAE}"/>
              </a:ext>
            </a:extLst>
          </p:cNvPr>
          <p:cNvSpPr/>
          <p:nvPr/>
        </p:nvSpPr>
        <p:spPr>
          <a:xfrm rot="16200000">
            <a:off x="3021723" y="348453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Arrow: Right 163">
            <a:extLst>
              <a:ext uri="{FF2B5EF4-FFF2-40B4-BE49-F238E27FC236}">
                <a16:creationId xmlns:a16="http://schemas.microsoft.com/office/drawing/2014/main" id="{6B92B9DC-5C1F-BFE3-86EA-FC0C48BBFAC2}"/>
              </a:ext>
            </a:extLst>
          </p:cNvPr>
          <p:cNvSpPr/>
          <p:nvPr/>
        </p:nvSpPr>
        <p:spPr>
          <a:xfrm rot="16200000">
            <a:off x="2746861" y="205030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Arrow: Right 165">
            <a:extLst>
              <a:ext uri="{FF2B5EF4-FFF2-40B4-BE49-F238E27FC236}">
                <a16:creationId xmlns:a16="http://schemas.microsoft.com/office/drawing/2014/main" id="{3E4DB364-1BF8-C652-53B9-E024A6F0A6B5}"/>
              </a:ext>
            </a:extLst>
          </p:cNvPr>
          <p:cNvSpPr/>
          <p:nvPr/>
        </p:nvSpPr>
        <p:spPr>
          <a:xfrm rot="16200000">
            <a:off x="2746861" y="433955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Arrow: Right 167">
            <a:extLst>
              <a:ext uri="{FF2B5EF4-FFF2-40B4-BE49-F238E27FC236}">
                <a16:creationId xmlns:a16="http://schemas.microsoft.com/office/drawing/2014/main" id="{2C17F733-2FB4-F973-7FF5-46290DD30012}"/>
              </a:ext>
            </a:extLst>
          </p:cNvPr>
          <p:cNvSpPr/>
          <p:nvPr/>
        </p:nvSpPr>
        <p:spPr>
          <a:xfrm rot="5400000">
            <a:off x="3009818" y="261272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Arrow: Right 168">
            <a:extLst>
              <a:ext uri="{FF2B5EF4-FFF2-40B4-BE49-F238E27FC236}">
                <a16:creationId xmlns:a16="http://schemas.microsoft.com/office/drawing/2014/main" id="{FEE1294E-78FA-E0B5-5863-17BB9E6CA233}"/>
              </a:ext>
            </a:extLst>
          </p:cNvPr>
          <p:cNvSpPr/>
          <p:nvPr/>
        </p:nvSpPr>
        <p:spPr>
          <a:xfrm rot="5400000">
            <a:off x="2558352" y="396548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Arrow: Right 169">
            <a:extLst>
              <a:ext uri="{FF2B5EF4-FFF2-40B4-BE49-F238E27FC236}">
                <a16:creationId xmlns:a16="http://schemas.microsoft.com/office/drawing/2014/main" id="{A3D1859D-DBF4-8231-C4A4-978C83B2666F}"/>
              </a:ext>
            </a:extLst>
          </p:cNvPr>
          <p:cNvSpPr/>
          <p:nvPr/>
        </p:nvSpPr>
        <p:spPr>
          <a:xfrm rot="5400000">
            <a:off x="3001523" y="315626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Arrow: Right 3">
            <a:extLst>
              <a:ext uri="{FF2B5EF4-FFF2-40B4-BE49-F238E27FC236}">
                <a16:creationId xmlns:a16="http://schemas.microsoft.com/office/drawing/2014/main" id="{059455A9-DDD3-1634-36BC-4B5DCEF1106E}"/>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Right 4">
            <a:extLst>
              <a:ext uri="{FF2B5EF4-FFF2-40B4-BE49-F238E27FC236}">
                <a16:creationId xmlns:a16="http://schemas.microsoft.com/office/drawing/2014/main" id="{D53C0F90-105B-9658-2429-D331981DA70B}"/>
              </a:ext>
            </a:extLst>
          </p:cNvPr>
          <p:cNvSpPr/>
          <p:nvPr/>
        </p:nvSpPr>
        <p:spPr>
          <a:xfrm>
            <a:off x="98109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05021F6B-A50B-3284-96BC-A66E518E48BE}"/>
              </a:ext>
            </a:extLst>
          </p:cNvPr>
          <p:cNvSpPr/>
          <p:nvPr/>
        </p:nvSpPr>
        <p:spPr>
          <a:xfrm>
            <a:off x="105784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7D853ED1-A005-301E-519E-F65BAAE5359F}"/>
              </a:ext>
            </a:extLst>
          </p:cNvPr>
          <p:cNvSpPr/>
          <p:nvPr/>
        </p:nvSpPr>
        <p:spPr>
          <a:xfrm>
            <a:off x="113846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Right 22">
            <a:extLst>
              <a:ext uri="{FF2B5EF4-FFF2-40B4-BE49-F238E27FC236}">
                <a16:creationId xmlns:a16="http://schemas.microsoft.com/office/drawing/2014/main" id="{A408D4B7-297D-38A7-7BF1-BED1346275BC}"/>
              </a:ext>
            </a:extLst>
          </p:cNvPr>
          <p:cNvSpPr/>
          <p:nvPr/>
        </p:nvSpPr>
        <p:spPr>
          <a:xfrm flipH="1">
            <a:off x="95130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Right 23">
            <a:extLst>
              <a:ext uri="{FF2B5EF4-FFF2-40B4-BE49-F238E27FC236}">
                <a16:creationId xmlns:a16="http://schemas.microsoft.com/office/drawing/2014/main" id="{5D2BE659-9DAC-8EE0-83B7-21A96A01CCA4}"/>
              </a:ext>
            </a:extLst>
          </p:cNvPr>
          <p:cNvSpPr/>
          <p:nvPr/>
        </p:nvSpPr>
        <p:spPr>
          <a:xfrm flipH="1">
            <a:off x="103192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Right 24">
            <a:extLst>
              <a:ext uri="{FF2B5EF4-FFF2-40B4-BE49-F238E27FC236}">
                <a16:creationId xmlns:a16="http://schemas.microsoft.com/office/drawing/2014/main" id="{BB29B6DE-A4CC-B796-DDE2-303DAEF35CC7}"/>
              </a:ext>
            </a:extLst>
          </p:cNvPr>
          <p:cNvSpPr/>
          <p:nvPr/>
        </p:nvSpPr>
        <p:spPr>
          <a:xfrm flipH="1">
            <a:off x="110867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Right 25">
            <a:extLst>
              <a:ext uri="{FF2B5EF4-FFF2-40B4-BE49-F238E27FC236}">
                <a16:creationId xmlns:a16="http://schemas.microsoft.com/office/drawing/2014/main" id="{8BC5249C-CCA0-2213-D45F-AD7614BCF802}"/>
              </a:ext>
            </a:extLst>
          </p:cNvPr>
          <p:cNvSpPr/>
          <p:nvPr/>
        </p:nvSpPr>
        <p:spPr>
          <a:xfrm flipH="1">
            <a:off x="118929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75051175"/>
      </p:ext>
    </p:extLst>
  </p:cSld>
  <p:clrMapOvr>
    <a:masterClrMapping/>
  </p:clrMapOvr>
  <mc:AlternateContent xmlns:mc="http://schemas.openxmlformats.org/markup-compatibility/2006" xmlns:p14="http://schemas.microsoft.com/office/powerpoint/2010/main">
    <mc:Choice Requires="p14">
      <p:transition p14:dur="0" advTm="1000"/>
    </mc:Choice>
    <mc:Fallback xmlns="">
      <p:transition advTm="1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endCondLst>
                                    <p:cond evt="onNext" delay="0">
                                      <p:tgtEl>
                                        <p:sldTgt/>
                                      </p:tgtEl>
                                    </p:cond>
                                  </p:endCondLst>
                                  <p:childTnLst>
                                    <p:animRot by="-21600000">
                                      <p:cBhvr>
                                        <p:cTn id="6" dur="2000" fill="hold"/>
                                        <p:tgtEl>
                                          <p:spTgt spid="17"/>
                                        </p:tgtEl>
                                        <p:attrNameLst>
                                          <p:attrName>r</p:attrName>
                                        </p:attrNameLst>
                                      </p:cBhvr>
                                    </p:animRot>
                                  </p:childTnLst>
                                </p:cTn>
                              </p:par>
                              <p:par>
                                <p:cTn id="7" presetID="8" presetClass="emph" presetSubtype="0" repeatCount="indefinite" fill="hold" nodeType="withEffect">
                                  <p:stCondLst>
                                    <p:cond delay="0"/>
                                  </p:stCondLst>
                                  <p:endCondLst>
                                    <p:cond evt="onNext" delay="0">
                                      <p:tgtEl>
                                        <p:sldTgt/>
                                      </p:tgtEl>
                                    </p:cond>
                                  </p:endCondLst>
                                  <p:childTnLst>
                                    <p:animRot by="21600000">
                                      <p:cBhvr>
                                        <p:cTn id="8" dur="2000" fill="hold"/>
                                        <p:tgtEl>
                                          <p:spTgt spid="20"/>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2000" fill="hold"/>
                                        <p:tgtEl>
                                          <p:spTgt spid="19"/>
                                        </p:tgtEl>
                                        <p:attrNameLst>
                                          <p:attrName>r</p:attrName>
                                        </p:attrNameLst>
                                      </p:cBhvr>
                                    </p:animRot>
                                  </p:childTnLst>
                                </p:cTn>
                              </p:par>
                              <p:par>
                                <p:cTn id="11" presetID="8" presetClass="emph" presetSubtype="0" repeatCount="indefinite" fill="hold" nodeType="withEffect">
                                  <p:stCondLst>
                                    <p:cond delay="0"/>
                                  </p:stCondLst>
                                  <p:endCondLst>
                                    <p:cond evt="onNext" delay="0">
                                      <p:tgtEl>
                                        <p:sldTgt/>
                                      </p:tgtEl>
                                    </p:cond>
                                  </p:endCondLst>
                                  <p:childTnLst>
                                    <p:animRot by="-21600000">
                                      <p:cBhvr>
                                        <p:cTn id="12" dur="2000" fill="hold"/>
                                        <p:tgtEl>
                                          <p:spTgt spid="18"/>
                                        </p:tgtEl>
                                        <p:attrNameLst>
                                          <p:attrName>r</p:attrName>
                                        </p:attrNameLst>
                                      </p:cBhvr>
                                    </p:animRot>
                                  </p:childTnLst>
                                </p:cTn>
                              </p:par>
                              <p:par>
                                <p:cTn id="13" presetID="8" presetClass="emph" presetSubtype="0" repeatCount="indefinite" fill="hold" nodeType="withEffect">
                                  <p:stCondLst>
                                    <p:cond delay="0"/>
                                  </p:stCondLst>
                                  <p:endCondLst>
                                    <p:cond evt="onNext" delay="0">
                                      <p:tgtEl>
                                        <p:sldTgt/>
                                      </p:tgtEl>
                                    </p:cond>
                                  </p:endCondLst>
                                  <p:childTnLst>
                                    <p:animRot by="21600000">
                                      <p:cBhvr>
                                        <p:cTn id="14" dur="2000" fill="hold"/>
                                        <p:tgtEl>
                                          <p:spTgt spid="21"/>
                                        </p:tgtEl>
                                        <p:attrNameLst>
                                          <p:attrName>r</p:attrName>
                                        </p:attrNameLst>
                                      </p:cBhvr>
                                    </p:animRot>
                                  </p:childTnLst>
                                </p:cTn>
                              </p:par>
                              <p:par>
                                <p:cTn id="15" presetID="8" presetClass="emph" presetSubtype="0" repeatCount="indefinite" fill="hold" nodeType="withEffect">
                                  <p:stCondLst>
                                    <p:cond delay="0"/>
                                  </p:stCondLst>
                                  <p:endCondLst>
                                    <p:cond evt="onNext" delay="0">
                                      <p:tgtEl>
                                        <p:sldTgt/>
                                      </p:tgtEl>
                                    </p:cond>
                                  </p:endCondLst>
                                  <p:childTnLst>
                                    <p:animRot by="21600000">
                                      <p:cBhvr>
                                        <p:cTn id="16" dur="2000" fill="hold"/>
                                        <p:tgtEl>
                                          <p:spTgt spid="22"/>
                                        </p:tgtEl>
                                        <p:attrNameLst>
                                          <p:attrName>r</p:attrName>
                                        </p:attrNameLst>
                                      </p:cBhvr>
                                    </p:animRot>
                                  </p:childTnLst>
                                </p:cTn>
                              </p:par>
                              <p:par>
                                <p:cTn id="17" presetID="8" presetClass="emph" presetSubtype="0" repeatCount="indefinite" fill="hold" nodeType="withEffect">
                                  <p:stCondLst>
                                    <p:cond delay="0"/>
                                  </p:stCondLst>
                                  <p:childTnLst>
                                    <p:animRot by="-21600000">
                                      <p:cBhvr>
                                        <p:cTn id="18" dur="4500" fill="hold"/>
                                        <p:tgtEl>
                                          <p:spTgt spid="16"/>
                                        </p:tgtEl>
                                        <p:attrNameLst>
                                          <p:attrName>r</p:attrName>
                                        </p:attrNameLst>
                                      </p:cBhvr>
                                    </p:animRot>
                                  </p:childTnLst>
                                </p:cTn>
                              </p:par>
                              <p:par>
                                <p:cTn id="19" presetID="6" presetClass="emph" presetSubtype="0" repeatCount="indefinite" autoRev="1" fill="hold" grpId="0" nodeType="withEffect">
                                  <p:stCondLst>
                                    <p:cond delay="0"/>
                                  </p:stCondLst>
                                  <p:childTnLst>
                                    <p:animScale>
                                      <p:cBhvr>
                                        <p:cTn id="20" dur="1000" fill="hold"/>
                                        <p:tgtEl>
                                          <p:spTgt spid="182"/>
                                        </p:tgtEl>
                                      </p:cBhvr>
                                      <p:by x="125000" y="125000"/>
                                    </p:animScale>
                                  </p:childTnLst>
                                </p:cTn>
                              </p:par>
                              <p:par>
                                <p:cTn id="21" presetID="6" presetClass="emph" presetSubtype="0" repeatCount="indefinite" autoRev="1" fill="hold" grpId="0" nodeType="withEffect">
                                  <p:stCondLst>
                                    <p:cond delay="0"/>
                                  </p:stCondLst>
                                  <p:childTnLst>
                                    <p:animScale>
                                      <p:cBhvr>
                                        <p:cTn id="22" dur="1000" fill="hold"/>
                                        <p:tgtEl>
                                          <p:spTgt spid="184"/>
                                        </p:tgtEl>
                                      </p:cBhvr>
                                      <p:by x="125000" y="125000"/>
                                    </p:animScale>
                                  </p:childTnLst>
                                </p:cTn>
                              </p:par>
                              <p:par>
                                <p:cTn id="23" presetID="6" presetClass="emph" presetSubtype="0" repeatCount="indefinite" autoRev="1" fill="hold" grpId="0" nodeType="withEffect">
                                  <p:stCondLst>
                                    <p:cond delay="0"/>
                                  </p:stCondLst>
                                  <p:childTnLst>
                                    <p:animScale>
                                      <p:cBhvr>
                                        <p:cTn id="24" dur="1000" fill="hold"/>
                                        <p:tgtEl>
                                          <p:spTgt spid="186"/>
                                        </p:tgtEl>
                                      </p:cBhvr>
                                      <p:by x="125000" y="125000"/>
                                    </p:animScale>
                                  </p:childTnLst>
                                </p:cTn>
                              </p:par>
                              <p:par>
                                <p:cTn id="25" presetID="6" presetClass="emph" presetSubtype="0" repeatCount="indefinite" autoRev="1" fill="hold" grpId="0" nodeType="withEffect">
                                  <p:stCondLst>
                                    <p:cond delay="0"/>
                                  </p:stCondLst>
                                  <p:childTnLst>
                                    <p:animScale>
                                      <p:cBhvr>
                                        <p:cTn id="26" dur="1000" fill="hold"/>
                                        <p:tgtEl>
                                          <p:spTgt spid="188"/>
                                        </p:tgtEl>
                                      </p:cBhvr>
                                      <p:by x="125000" y="125000"/>
                                    </p:animScale>
                                  </p:childTnLst>
                                </p:cTn>
                              </p:par>
                              <p:par>
                                <p:cTn id="27" presetID="6" presetClass="emph" presetSubtype="0" repeatCount="indefinite" autoRev="1" fill="hold" grpId="0" nodeType="withEffect">
                                  <p:stCondLst>
                                    <p:cond delay="0"/>
                                  </p:stCondLst>
                                  <p:childTnLst>
                                    <p:animScale>
                                      <p:cBhvr>
                                        <p:cTn id="28" dur="1000" fill="hold"/>
                                        <p:tgtEl>
                                          <p:spTgt spid="189"/>
                                        </p:tgtEl>
                                      </p:cBhvr>
                                      <p:by x="125000" y="125000"/>
                                    </p:animScale>
                                  </p:childTnLst>
                                </p:cTn>
                              </p:par>
                              <p:par>
                                <p:cTn id="29" presetID="6" presetClass="emph" presetSubtype="0" repeatCount="indefinite" autoRev="1" fill="hold" grpId="0" nodeType="withEffect">
                                  <p:stCondLst>
                                    <p:cond delay="0"/>
                                  </p:stCondLst>
                                  <p:childTnLst>
                                    <p:animScale>
                                      <p:cBhvr>
                                        <p:cTn id="30" dur="1000" fill="hold"/>
                                        <p:tgtEl>
                                          <p:spTgt spid="191"/>
                                        </p:tgtEl>
                                      </p:cBhvr>
                                      <p:by x="125000" y="125000"/>
                                    </p:animScale>
                                  </p:childTnLst>
                                </p:cTn>
                              </p:par>
                              <p:par>
                                <p:cTn id="31" presetID="6" presetClass="emph" presetSubtype="0" repeatCount="indefinite" autoRev="1" fill="hold" grpId="0" nodeType="withEffect">
                                  <p:stCondLst>
                                    <p:cond delay="0"/>
                                  </p:stCondLst>
                                  <p:childTnLst>
                                    <p:animScale>
                                      <p:cBhvr>
                                        <p:cTn id="32" dur="1000" fill="hold"/>
                                        <p:tgtEl>
                                          <p:spTgt spid="192"/>
                                        </p:tgtEl>
                                      </p:cBhvr>
                                      <p:by x="125000" y="125000"/>
                                    </p:animScale>
                                  </p:childTnLst>
                                </p:cTn>
                              </p:par>
                              <p:par>
                                <p:cTn id="33" presetID="6" presetClass="emph" presetSubtype="0" repeatCount="indefinite" autoRev="1" fill="hold" grpId="0" nodeType="withEffect">
                                  <p:stCondLst>
                                    <p:cond delay="0"/>
                                  </p:stCondLst>
                                  <p:childTnLst>
                                    <p:animScale>
                                      <p:cBhvr>
                                        <p:cTn id="34" dur="1000" fill="hold"/>
                                        <p:tgtEl>
                                          <p:spTgt spid="194"/>
                                        </p:tgtEl>
                                      </p:cBhvr>
                                      <p:by x="125000" y="125000"/>
                                    </p:animScale>
                                  </p:childTnLst>
                                </p:cTn>
                              </p:par>
                              <p:par>
                                <p:cTn id="35" presetID="6" presetClass="emph" presetSubtype="0" repeatCount="indefinite" autoRev="1" fill="hold" grpId="0" nodeType="withEffect">
                                  <p:stCondLst>
                                    <p:cond delay="0"/>
                                  </p:stCondLst>
                                  <p:childTnLst>
                                    <p:animScale>
                                      <p:cBhvr>
                                        <p:cTn id="36" dur="1000" fill="hold"/>
                                        <p:tgtEl>
                                          <p:spTgt spid="196"/>
                                        </p:tgtEl>
                                      </p:cBhvr>
                                      <p:by x="125000" y="125000"/>
                                    </p:animScale>
                                  </p:childTnLst>
                                </p:cTn>
                              </p:par>
                              <p:par>
                                <p:cTn id="37" presetID="6" presetClass="emph" presetSubtype="0" repeatCount="indefinite" autoRev="1" fill="hold" grpId="0" nodeType="withEffect">
                                  <p:stCondLst>
                                    <p:cond delay="0"/>
                                  </p:stCondLst>
                                  <p:childTnLst>
                                    <p:animScale>
                                      <p:cBhvr>
                                        <p:cTn id="38" dur="1000" fill="hold"/>
                                        <p:tgtEl>
                                          <p:spTgt spid="198"/>
                                        </p:tgtEl>
                                      </p:cBhvr>
                                      <p:by x="125000" y="125000"/>
                                    </p:animScale>
                                  </p:childTnLst>
                                </p:cTn>
                              </p:par>
                              <p:par>
                                <p:cTn id="39" presetID="6" presetClass="emph" presetSubtype="0" repeatCount="indefinite" autoRev="1" fill="hold" grpId="0" nodeType="withEffect">
                                  <p:stCondLst>
                                    <p:cond delay="0"/>
                                  </p:stCondLst>
                                  <p:childTnLst>
                                    <p:animScale>
                                      <p:cBhvr>
                                        <p:cTn id="40" dur="1000" fill="hold"/>
                                        <p:tgtEl>
                                          <p:spTgt spid="201"/>
                                        </p:tgtEl>
                                      </p:cBhvr>
                                      <p:by x="125000" y="125000"/>
                                    </p:animScale>
                                  </p:childTnLst>
                                </p:cTn>
                              </p:par>
                              <p:par>
                                <p:cTn id="41" presetID="6" presetClass="emph" presetSubtype="0" repeatCount="indefinite" autoRev="1" fill="hold" grpId="0" nodeType="withEffect">
                                  <p:stCondLst>
                                    <p:cond delay="0"/>
                                  </p:stCondLst>
                                  <p:childTnLst>
                                    <p:animScale>
                                      <p:cBhvr>
                                        <p:cTn id="42" dur="1000" fill="hold"/>
                                        <p:tgtEl>
                                          <p:spTgt spid="202"/>
                                        </p:tgtEl>
                                      </p:cBhvr>
                                      <p:by x="125000" y="125000"/>
                                    </p:animScale>
                                  </p:childTnLst>
                                </p:cTn>
                              </p:par>
                              <p:par>
                                <p:cTn id="43" presetID="6" presetClass="emph" presetSubtype="0" repeatCount="indefinite" autoRev="1" fill="hold" grpId="0" nodeType="withEffect">
                                  <p:stCondLst>
                                    <p:cond delay="0"/>
                                  </p:stCondLst>
                                  <p:childTnLst>
                                    <p:animScale>
                                      <p:cBhvr>
                                        <p:cTn id="44" dur="1000" fill="hold"/>
                                        <p:tgtEl>
                                          <p:spTgt spid="204"/>
                                        </p:tgtEl>
                                      </p:cBhvr>
                                      <p:by x="125000" y="125000"/>
                                    </p:animScale>
                                  </p:childTnLst>
                                </p:cTn>
                              </p:par>
                              <p:par>
                                <p:cTn id="45" presetID="6" presetClass="emph" presetSubtype="0" repeatCount="indefinite" autoRev="1" fill="hold" grpId="0" nodeType="withEffect">
                                  <p:stCondLst>
                                    <p:cond delay="0"/>
                                  </p:stCondLst>
                                  <p:endCondLst>
                                    <p:cond evt="onNext" delay="0">
                                      <p:tgtEl>
                                        <p:sldTgt/>
                                      </p:tgtEl>
                                    </p:cond>
                                  </p:endCondLst>
                                  <p:childTnLst>
                                    <p:animScale>
                                      <p:cBhvr>
                                        <p:cTn id="46" dur="1000" fill="hold"/>
                                        <p:tgtEl>
                                          <p:spTgt spid="207"/>
                                        </p:tgtEl>
                                      </p:cBhvr>
                                      <p:by x="125000" y="125000"/>
                                    </p:animScale>
                                  </p:childTnLst>
                                </p:cTn>
                              </p:par>
                              <p:par>
                                <p:cTn id="47" presetID="6" presetClass="emph" presetSubtype="0" repeatCount="indefinite" autoRev="1" fill="hold" grpId="0" nodeType="withEffect">
                                  <p:stCondLst>
                                    <p:cond delay="0"/>
                                  </p:stCondLst>
                                  <p:endCondLst>
                                    <p:cond evt="onNext" delay="0">
                                      <p:tgtEl>
                                        <p:sldTgt/>
                                      </p:tgtEl>
                                    </p:cond>
                                  </p:endCondLst>
                                  <p:childTnLst>
                                    <p:animScale>
                                      <p:cBhvr>
                                        <p:cTn id="48" dur="1000" fill="hold"/>
                                        <p:tgtEl>
                                          <p:spTgt spid="209"/>
                                        </p:tgtEl>
                                      </p:cBhvr>
                                      <p:by x="125000" y="125000"/>
                                    </p:animScale>
                                  </p:childTnLst>
                                </p:cTn>
                              </p:par>
                              <p:par>
                                <p:cTn id="49" presetID="6" presetClass="emph" presetSubtype="0" repeatCount="indefinite" autoRev="1" fill="hold" grpId="0" nodeType="withEffect">
                                  <p:stCondLst>
                                    <p:cond delay="0"/>
                                  </p:stCondLst>
                                  <p:endCondLst>
                                    <p:cond evt="onNext" delay="0">
                                      <p:tgtEl>
                                        <p:sldTgt/>
                                      </p:tgtEl>
                                    </p:cond>
                                  </p:endCondLst>
                                  <p:childTnLst>
                                    <p:animScale>
                                      <p:cBhvr>
                                        <p:cTn id="50" dur="1000" fill="hold"/>
                                        <p:tgtEl>
                                          <p:spTgt spid="211"/>
                                        </p:tgtEl>
                                      </p:cBhvr>
                                      <p:by x="125000" y="125000"/>
                                    </p:animScale>
                                  </p:childTnLst>
                                </p:cTn>
                              </p:par>
                              <p:par>
                                <p:cTn id="51" presetID="6" presetClass="emph" presetSubtype="0" repeatCount="indefinite" autoRev="1" fill="hold" grpId="0" nodeType="withEffect">
                                  <p:stCondLst>
                                    <p:cond delay="0"/>
                                  </p:stCondLst>
                                  <p:endCondLst>
                                    <p:cond evt="onNext" delay="0">
                                      <p:tgtEl>
                                        <p:sldTgt/>
                                      </p:tgtEl>
                                    </p:cond>
                                  </p:endCondLst>
                                  <p:childTnLst>
                                    <p:animScale>
                                      <p:cBhvr>
                                        <p:cTn id="52" dur="1000" fill="hold"/>
                                        <p:tgtEl>
                                          <p:spTgt spid="213"/>
                                        </p:tgtEl>
                                      </p:cBhvr>
                                      <p:by x="125000" y="125000"/>
                                    </p:animScale>
                                  </p:childTnLst>
                                </p:cTn>
                              </p:par>
                              <p:par>
                                <p:cTn id="53" presetID="6" presetClass="emph" presetSubtype="0" repeatCount="indefinite" autoRev="1" fill="hold" grpId="0" nodeType="withEffect">
                                  <p:stCondLst>
                                    <p:cond delay="0"/>
                                  </p:stCondLst>
                                  <p:endCondLst>
                                    <p:cond evt="onNext" delay="0">
                                      <p:tgtEl>
                                        <p:sldTgt/>
                                      </p:tgtEl>
                                    </p:cond>
                                  </p:endCondLst>
                                  <p:childTnLst>
                                    <p:animScale>
                                      <p:cBhvr>
                                        <p:cTn id="54" dur="1000" fill="hold"/>
                                        <p:tgtEl>
                                          <p:spTgt spid="214"/>
                                        </p:tgtEl>
                                      </p:cBhvr>
                                      <p:by x="125000" y="125000"/>
                                    </p:animScale>
                                  </p:childTnLst>
                                </p:cTn>
                              </p:par>
                              <p:par>
                                <p:cTn id="55" presetID="6" presetClass="emph" presetSubtype="0" repeatCount="indefinite" autoRev="1" fill="hold" grpId="0" nodeType="withEffect">
                                  <p:stCondLst>
                                    <p:cond delay="0"/>
                                  </p:stCondLst>
                                  <p:childTnLst>
                                    <p:animScale>
                                      <p:cBhvr>
                                        <p:cTn id="56" dur="1000" fill="hold"/>
                                        <p:tgtEl>
                                          <p:spTgt spid="3"/>
                                        </p:tgtEl>
                                      </p:cBhvr>
                                      <p:by x="125000" y="125000"/>
                                    </p:animScale>
                                  </p:childTnLst>
                                </p:cTn>
                              </p:par>
                              <p:par>
                                <p:cTn id="57" presetID="6" presetClass="emph" presetSubtype="0" repeatCount="indefinite" autoRev="1" fill="hold" grpId="0" nodeType="withEffect">
                                  <p:stCondLst>
                                    <p:cond delay="0"/>
                                  </p:stCondLst>
                                  <p:childTnLst>
                                    <p:animScale>
                                      <p:cBhvr>
                                        <p:cTn id="58" dur="1000" fill="hold"/>
                                        <p:tgtEl>
                                          <p:spTgt spid="6"/>
                                        </p:tgtEl>
                                      </p:cBhvr>
                                      <p:by x="125000" y="125000"/>
                                    </p:animScale>
                                  </p:childTnLst>
                                </p:cTn>
                              </p:par>
                              <p:par>
                                <p:cTn id="59" presetID="6" presetClass="emph" presetSubtype="0" repeatCount="indefinite" autoRev="1" fill="hold" grpId="0" nodeType="withEffect">
                                  <p:stCondLst>
                                    <p:cond delay="0"/>
                                  </p:stCondLst>
                                  <p:childTnLst>
                                    <p:animScale>
                                      <p:cBhvr>
                                        <p:cTn id="60" dur="1000" fill="hold"/>
                                        <p:tgtEl>
                                          <p:spTgt spid="7"/>
                                        </p:tgtEl>
                                      </p:cBhvr>
                                      <p:by x="125000" y="125000"/>
                                    </p:animScale>
                                  </p:childTnLst>
                                </p:cTn>
                              </p:par>
                              <p:par>
                                <p:cTn id="61" presetID="6" presetClass="emph" presetSubtype="0" repeatCount="indefinite" autoRev="1" fill="hold" grpId="0" nodeType="withEffect">
                                  <p:stCondLst>
                                    <p:cond delay="0"/>
                                  </p:stCondLst>
                                  <p:childTnLst>
                                    <p:animScale>
                                      <p:cBhvr>
                                        <p:cTn id="62" dur="1000" fill="hold"/>
                                        <p:tgtEl>
                                          <p:spTgt spid="14"/>
                                        </p:tgtEl>
                                      </p:cBhvr>
                                      <p:by x="125000" y="125000"/>
                                    </p:animScale>
                                  </p:childTnLst>
                                </p:cTn>
                              </p:par>
                              <p:par>
                                <p:cTn id="63" presetID="6" presetClass="emph" presetSubtype="0" repeatCount="indefinite" autoRev="1" fill="hold" grpId="0" nodeType="withEffect">
                                  <p:stCondLst>
                                    <p:cond delay="0"/>
                                  </p:stCondLst>
                                  <p:childTnLst>
                                    <p:animScale>
                                      <p:cBhvr>
                                        <p:cTn id="64" dur="1000" fill="hold"/>
                                        <p:tgtEl>
                                          <p:spTgt spid="1136"/>
                                        </p:tgtEl>
                                      </p:cBhvr>
                                      <p:by x="125000" y="125000"/>
                                    </p:animScale>
                                  </p:childTnLst>
                                </p:cTn>
                              </p:par>
                              <p:par>
                                <p:cTn id="65" presetID="6" presetClass="emph" presetSubtype="0" repeatCount="indefinite" autoRev="1" fill="hold" grpId="0" nodeType="withEffect">
                                  <p:stCondLst>
                                    <p:cond delay="0"/>
                                  </p:stCondLst>
                                  <p:childTnLst>
                                    <p:animScale>
                                      <p:cBhvr>
                                        <p:cTn id="66" dur="1000" fill="hold"/>
                                        <p:tgtEl>
                                          <p:spTgt spid="1137"/>
                                        </p:tgtEl>
                                      </p:cBhvr>
                                      <p:by x="125000" y="125000"/>
                                    </p:animScale>
                                  </p:childTnLst>
                                </p:cTn>
                              </p:par>
                              <p:par>
                                <p:cTn id="67" presetID="6" presetClass="emph" presetSubtype="0" repeatCount="indefinite" autoRev="1" fill="hold" grpId="0" nodeType="withEffect">
                                  <p:stCondLst>
                                    <p:cond delay="0"/>
                                  </p:stCondLst>
                                  <p:childTnLst>
                                    <p:animScale>
                                      <p:cBhvr>
                                        <p:cTn id="68" dur="1000" fill="hold"/>
                                        <p:tgtEl>
                                          <p:spTgt spid="1139"/>
                                        </p:tgtEl>
                                      </p:cBhvr>
                                      <p:by x="125000" y="125000"/>
                                    </p:animScale>
                                  </p:childTnLst>
                                </p:cTn>
                              </p:par>
                              <p:par>
                                <p:cTn id="69" presetID="6" presetClass="emph" presetSubtype="0" repeatCount="indefinite" autoRev="1" fill="hold" grpId="0" nodeType="withEffect">
                                  <p:stCondLst>
                                    <p:cond delay="0"/>
                                  </p:stCondLst>
                                  <p:childTnLst>
                                    <p:animScale>
                                      <p:cBhvr>
                                        <p:cTn id="70" dur="1000" fill="hold"/>
                                        <p:tgtEl>
                                          <p:spTgt spid="1154"/>
                                        </p:tgtEl>
                                      </p:cBhvr>
                                      <p:by x="125000" y="125000"/>
                                    </p:animScale>
                                  </p:childTnLst>
                                </p:cTn>
                              </p:par>
                              <p:par>
                                <p:cTn id="71" presetID="6" presetClass="emph" presetSubtype="0" repeatCount="indefinite" autoRev="1" fill="hold" grpId="0" nodeType="withEffect">
                                  <p:stCondLst>
                                    <p:cond delay="0"/>
                                  </p:stCondLst>
                                  <p:childTnLst>
                                    <p:animScale>
                                      <p:cBhvr>
                                        <p:cTn id="72" dur="1000" fill="hold"/>
                                        <p:tgtEl>
                                          <p:spTgt spid="1155"/>
                                        </p:tgtEl>
                                      </p:cBhvr>
                                      <p:by x="125000" y="125000"/>
                                    </p:animScale>
                                  </p:childTnLst>
                                </p:cTn>
                              </p:par>
                              <p:par>
                                <p:cTn id="73" presetID="6" presetClass="emph" presetSubtype="0" repeatCount="indefinite" autoRev="1" fill="hold" grpId="0" nodeType="withEffect">
                                  <p:stCondLst>
                                    <p:cond delay="0"/>
                                  </p:stCondLst>
                                  <p:childTnLst>
                                    <p:animScale>
                                      <p:cBhvr>
                                        <p:cTn id="74" dur="1000" fill="hold"/>
                                        <p:tgtEl>
                                          <p:spTgt spid="1157"/>
                                        </p:tgtEl>
                                      </p:cBhvr>
                                      <p:by x="125000" y="125000"/>
                                    </p:animScale>
                                  </p:childTnLst>
                                </p:cTn>
                              </p:par>
                              <p:par>
                                <p:cTn id="75" presetID="6" presetClass="emph" presetSubtype="0" repeatCount="indefinite" autoRev="1" fill="hold" grpId="0" nodeType="withEffect">
                                  <p:stCondLst>
                                    <p:cond delay="0"/>
                                  </p:stCondLst>
                                  <p:childTnLst>
                                    <p:animScale>
                                      <p:cBhvr>
                                        <p:cTn id="76" dur="1000" fill="hold"/>
                                        <p:tgtEl>
                                          <p:spTgt spid="1158"/>
                                        </p:tgtEl>
                                      </p:cBhvr>
                                      <p:by x="125000" y="125000"/>
                                    </p:animScale>
                                  </p:childTnLst>
                                </p:cTn>
                              </p:par>
                              <p:par>
                                <p:cTn id="77" presetID="6" presetClass="emph" presetSubtype="0" repeatCount="indefinite" autoRev="1" fill="hold" grpId="0" nodeType="withEffect">
                                  <p:stCondLst>
                                    <p:cond delay="0"/>
                                  </p:stCondLst>
                                  <p:childTnLst>
                                    <p:animScale>
                                      <p:cBhvr>
                                        <p:cTn id="78" dur="1000" fill="hold"/>
                                        <p:tgtEl>
                                          <p:spTgt spid="1159"/>
                                        </p:tgtEl>
                                      </p:cBhvr>
                                      <p:by x="125000" y="125000"/>
                                    </p:animScale>
                                  </p:childTnLst>
                                </p:cTn>
                              </p:par>
                              <p:par>
                                <p:cTn id="79" presetID="6" presetClass="emph" presetSubtype="0" repeatCount="indefinite" autoRev="1" fill="hold" grpId="0" nodeType="withEffect">
                                  <p:stCondLst>
                                    <p:cond delay="0"/>
                                  </p:stCondLst>
                                  <p:childTnLst>
                                    <p:animScale>
                                      <p:cBhvr>
                                        <p:cTn id="80" dur="1000" fill="hold"/>
                                        <p:tgtEl>
                                          <p:spTgt spid="1160"/>
                                        </p:tgtEl>
                                      </p:cBhvr>
                                      <p:by x="125000" y="125000"/>
                                    </p:animScale>
                                  </p:childTnLst>
                                </p:cTn>
                              </p:par>
                              <p:par>
                                <p:cTn id="81" presetID="6" presetClass="emph" presetSubtype="0" repeatCount="indefinite" autoRev="1" fill="hold" grpId="0" nodeType="withEffect">
                                  <p:stCondLst>
                                    <p:cond delay="0"/>
                                  </p:stCondLst>
                                  <p:childTnLst>
                                    <p:animScale>
                                      <p:cBhvr>
                                        <p:cTn id="82" dur="1000" fill="hold"/>
                                        <p:tgtEl>
                                          <p:spTgt spid="1161"/>
                                        </p:tgtEl>
                                      </p:cBhvr>
                                      <p:by x="125000" y="125000"/>
                                    </p:animScale>
                                  </p:childTnLst>
                                </p:cTn>
                              </p:par>
                              <p:par>
                                <p:cTn id="83" presetID="6" presetClass="emph" presetSubtype="0" repeatCount="indefinite" autoRev="1" fill="hold" grpId="0" nodeType="withEffect">
                                  <p:stCondLst>
                                    <p:cond delay="0"/>
                                  </p:stCondLst>
                                  <p:childTnLst>
                                    <p:animScale>
                                      <p:cBhvr>
                                        <p:cTn id="84" dur="1000" fill="hold"/>
                                        <p:tgtEl>
                                          <p:spTgt spid="1162"/>
                                        </p:tgtEl>
                                      </p:cBhvr>
                                      <p:by x="125000" y="125000"/>
                                    </p:animScale>
                                  </p:childTnLst>
                                </p:cTn>
                              </p:par>
                              <p:par>
                                <p:cTn id="85" presetID="6" presetClass="emph" presetSubtype="0" repeatCount="indefinite" autoRev="1" fill="hold" grpId="0" nodeType="withEffect">
                                  <p:stCondLst>
                                    <p:cond delay="0"/>
                                  </p:stCondLst>
                                  <p:childTnLst>
                                    <p:animScale>
                                      <p:cBhvr>
                                        <p:cTn id="86" dur="1000" fill="hold"/>
                                        <p:tgtEl>
                                          <p:spTgt spid="1163"/>
                                        </p:tgtEl>
                                      </p:cBhvr>
                                      <p:by x="125000" y="125000"/>
                                    </p:animScale>
                                  </p:childTnLst>
                                </p:cTn>
                              </p:par>
                              <p:par>
                                <p:cTn id="87" presetID="6" presetClass="emph" presetSubtype="0" repeatCount="indefinite" autoRev="1" fill="hold" grpId="0" nodeType="withEffect">
                                  <p:stCondLst>
                                    <p:cond delay="0"/>
                                  </p:stCondLst>
                                  <p:childTnLst>
                                    <p:animScale>
                                      <p:cBhvr>
                                        <p:cTn id="88" dur="1000" fill="hold"/>
                                        <p:tgtEl>
                                          <p:spTgt spid="1164"/>
                                        </p:tgtEl>
                                      </p:cBhvr>
                                      <p:by x="125000" y="125000"/>
                                    </p:animScale>
                                  </p:childTnLst>
                                </p:cTn>
                              </p:par>
                              <p:par>
                                <p:cTn id="89" presetID="6" presetClass="emph" presetSubtype="0" repeatCount="indefinite" autoRev="1" fill="hold" grpId="0" nodeType="withEffect">
                                  <p:stCondLst>
                                    <p:cond delay="0"/>
                                  </p:stCondLst>
                                  <p:childTnLst>
                                    <p:animScale>
                                      <p:cBhvr>
                                        <p:cTn id="90" dur="1000" fill="hold"/>
                                        <p:tgtEl>
                                          <p:spTgt spid="1165"/>
                                        </p:tgtEl>
                                      </p:cBhvr>
                                      <p:by x="125000" y="125000"/>
                                    </p:animScale>
                                  </p:childTnLst>
                                </p:cTn>
                              </p:par>
                              <p:par>
                                <p:cTn id="91" presetID="6" presetClass="emph" presetSubtype="0" repeatCount="indefinite" autoRev="1" fill="hold" grpId="0" nodeType="withEffect">
                                  <p:stCondLst>
                                    <p:cond delay="0"/>
                                  </p:stCondLst>
                                  <p:childTnLst>
                                    <p:animScale>
                                      <p:cBhvr>
                                        <p:cTn id="92" dur="1000" fill="hold"/>
                                        <p:tgtEl>
                                          <p:spTgt spid="1167"/>
                                        </p:tgtEl>
                                      </p:cBhvr>
                                      <p:by x="125000" y="125000"/>
                                    </p:animScale>
                                  </p:childTnLst>
                                </p:cTn>
                              </p:par>
                              <p:par>
                                <p:cTn id="93" presetID="6" presetClass="emph" presetSubtype="0" repeatCount="indefinite" autoRev="1" fill="hold" grpId="0" nodeType="withEffect">
                                  <p:stCondLst>
                                    <p:cond delay="0"/>
                                  </p:stCondLst>
                                  <p:childTnLst>
                                    <p:animScale>
                                      <p:cBhvr>
                                        <p:cTn id="94" dur="1000" fill="hold"/>
                                        <p:tgtEl>
                                          <p:spTgt spid="1169"/>
                                        </p:tgtEl>
                                      </p:cBhvr>
                                      <p:by x="125000" y="125000"/>
                                    </p:animScale>
                                  </p:childTnLst>
                                </p:cTn>
                              </p:par>
                              <p:par>
                                <p:cTn id="95" presetID="6" presetClass="emph" presetSubtype="0" repeatCount="indefinite" autoRev="1" fill="hold" grpId="0" nodeType="withEffect">
                                  <p:stCondLst>
                                    <p:cond delay="0"/>
                                  </p:stCondLst>
                                  <p:childTnLst>
                                    <p:animScale>
                                      <p:cBhvr>
                                        <p:cTn id="96" dur="1000" fill="hold"/>
                                        <p:tgtEl>
                                          <p:spTgt spid="1170"/>
                                        </p:tgtEl>
                                      </p:cBhvr>
                                      <p:by x="125000" y="125000"/>
                                    </p:animScale>
                                  </p:childTnLst>
                                </p:cTn>
                              </p:par>
                              <p:par>
                                <p:cTn id="97" presetID="6" presetClass="emph" presetSubtype="0" repeatCount="indefinite" autoRev="1" fill="hold" grpId="0" nodeType="withEffect">
                                  <p:stCondLst>
                                    <p:cond delay="0"/>
                                  </p:stCondLst>
                                  <p:childTnLst>
                                    <p:animScale>
                                      <p:cBhvr>
                                        <p:cTn id="98" dur="1000" fill="hold"/>
                                        <p:tgtEl>
                                          <p:spTgt spid="1171"/>
                                        </p:tgtEl>
                                      </p:cBhvr>
                                      <p:by x="125000" y="125000"/>
                                    </p:animScale>
                                  </p:childTnLst>
                                </p:cTn>
                              </p:par>
                              <p:par>
                                <p:cTn id="99" presetID="6" presetClass="emph" presetSubtype="0" repeatCount="indefinite" autoRev="1" fill="hold" grpId="0" nodeType="withEffect">
                                  <p:stCondLst>
                                    <p:cond delay="0"/>
                                  </p:stCondLst>
                                  <p:childTnLst>
                                    <p:animScale>
                                      <p:cBhvr>
                                        <p:cTn id="100" dur="1000" fill="hold"/>
                                        <p:tgtEl>
                                          <p:spTgt spid="1172"/>
                                        </p:tgtEl>
                                      </p:cBhvr>
                                      <p:by x="125000" y="125000"/>
                                    </p:animScale>
                                  </p:childTnLst>
                                </p:cTn>
                              </p:par>
                              <p:par>
                                <p:cTn id="101" presetID="6" presetClass="emph" presetSubtype="0" repeatCount="indefinite" autoRev="1" fill="hold" grpId="0" nodeType="withEffect">
                                  <p:stCondLst>
                                    <p:cond delay="0"/>
                                  </p:stCondLst>
                                  <p:childTnLst>
                                    <p:animScale>
                                      <p:cBhvr>
                                        <p:cTn id="102" dur="1000" fill="hold"/>
                                        <p:tgtEl>
                                          <p:spTgt spid="1173"/>
                                        </p:tgtEl>
                                      </p:cBhvr>
                                      <p:by x="125000" y="125000"/>
                                    </p:animScale>
                                  </p:childTnLst>
                                </p:cTn>
                              </p:par>
                              <p:par>
                                <p:cTn id="103" presetID="6" presetClass="emph" presetSubtype="0" repeatCount="indefinite" autoRev="1" fill="hold" grpId="0" nodeType="withEffect">
                                  <p:stCondLst>
                                    <p:cond delay="0"/>
                                  </p:stCondLst>
                                  <p:childTnLst>
                                    <p:animScale>
                                      <p:cBhvr>
                                        <p:cTn id="104" dur="1000" fill="hold"/>
                                        <p:tgtEl>
                                          <p:spTgt spid="1174"/>
                                        </p:tgtEl>
                                      </p:cBhvr>
                                      <p:by x="125000" y="125000"/>
                                    </p:animScale>
                                  </p:childTnLst>
                                </p:cTn>
                              </p:par>
                              <p:par>
                                <p:cTn id="105" presetID="6" presetClass="emph" presetSubtype="0" repeatCount="indefinite" autoRev="1" fill="hold" grpId="0" nodeType="withEffect">
                                  <p:stCondLst>
                                    <p:cond delay="0"/>
                                  </p:stCondLst>
                                  <p:childTnLst>
                                    <p:animScale>
                                      <p:cBhvr>
                                        <p:cTn id="106" dur="1000" fill="hold"/>
                                        <p:tgtEl>
                                          <p:spTgt spid="1175"/>
                                        </p:tgtEl>
                                      </p:cBhvr>
                                      <p:by x="125000" y="125000"/>
                                    </p:animScale>
                                  </p:childTnLst>
                                </p:cTn>
                              </p:par>
                              <p:par>
                                <p:cTn id="107" presetID="6" presetClass="emph" presetSubtype="0" repeatCount="indefinite" autoRev="1" fill="hold" grpId="0" nodeType="withEffect">
                                  <p:stCondLst>
                                    <p:cond delay="0"/>
                                  </p:stCondLst>
                                  <p:childTnLst>
                                    <p:animScale>
                                      <p:cBhvr>
                                        <p:cTn id="108" dur="1000" fill="hold"/>
                                        <p:tgtEl>
                                          <p:spTgt spid="1176"/>
                                        </p:tgtEl>
                                      </p:cBhvr>
                                      <p:by x="125000" y="125000"/>
                                    </p:animScale>
                                  </p:childTnLst>
                                </p:cTn>
                              </p:par>
                              <p:par>
                                <p:cTn id="109" presetID="6" presetClass="emph" presetSubtype="0" repeatCount="indefinite" autoRev="1" fill="hold" grpId="0" nodeType="withEffect">
                                  <p:stCondLst>
                                    <p:cond delay="0"/>
                                  </p:stCondLst>
                                  <p:childTnLst>
                                    <p:animScale>
                                      <p:cBhvr>
                                        <p:cTn id="110" dur="1000" fill="hold"/>
                                        <p:tgtEl>
                                          <p:spTgt spid="1177"/>
                                        </p:tgtEl>
                                      </p:cBhvr>
                                      <p:by x="125000" y="125000"/>
                                    </p:animScale>
                                  </p:childTnLst>
                                </p:cTn>
                              </p:par>
                              <p:par>
                                <p:cTn id="111" presetID="6" presetClass="emph" presetSubtype="0" repeatCount="indefinite" autoRev="1" fill="hold" grpId="0" nodeType="withEffect">
                                  <p:stCondLst>
                                    <p:cond delay="0"/>
                                  </p:stCondLst>
                                  <p:childTnLst>
                                    <p:animScale>
                                      <p:cBhvr>
                                        <p:cTn id="112" dur="1000" fill="hold"/>
                                        <p:tgtEl>
                                          <p:spTgt spid="1178"/>
                                        </p:tgtEl>
                                      </p:cBhvr>
                                      <p:by x="125000" y="125000"/>
                                    </p:animScale>
                                  </p:childTnLst>
                                </p:cTn>
                              </p:par>
                              <p:par>
                                <p:cTn id="113" presetID="6" presetClass="emph" presetSubtype="0" repeatCount="indefinite" autoRev="1" fill="hold" grpId="0" nodeType="withEffect">
                                  <p:stCondLst>
                                    <p:cond delay="0"/>
                                  </p:stCondLst>
                                  <p:childTnLst>
                                    <p:animScale>
                                      <p:cBhvr>
                                        <p:cTn id="114" dur="1000" fill="hold"/>
                                        <p:tgtEl>
                                          <p:spTgt spid="1179"/>
                                        </p:tgtEl>
                                      </p:cBhvr>
                                      <p:by x="125000" y="125000"/>
                                    </p:animScale>
                                  </p:childTnLst>
                                </p:cTn>
                              </p:par>
                              <p:par>
                                <p:cTn id="115" presetID="6" presetClass="emph" presetSubtype="0" repeatCount="indefinite" autoRev="1" fill="hold" grpId="0" nodeType="withEffect">
                                  <p:stCondLst>
                                    <p:cond delay="0"/>
                                  </p:stCondLst>
                                  <p:endCondLst>
                                    <p:cond evt="onNext" delay="0">
                                      <p:tgtEl>
                                        <p:sldTgt/>
                                      </p:tgtEl>
                                    </p:cond>
                                  </p:endCondLst>
                                  <p:childTnLst>
                                    <p:animScale>
                                      <p:cBhvr>
                                        <p:cTn id="116" dur="1000" fill="hold"/>
                                        <p:tgtEl>
                                          <p:spTgt spid="1180"/>
                                        </p:tgtEl>
                                      </p:cBhvr>
                                      <p:by x="125000" y="125000"/>
                                    </p:animScale>
                                  </p:childTnLst>
                                </p:cTn>
                              </p:par>
                              <p:par>
                                <p:cTn id="117" presetID="6" presetClass="emph" presetSubtype="0" repeatCount="indefinite" autoRev="1" fill="hold" grpId="0" nodeType="withEffect">
                                  <p:stCondLst>
                                    <p:cond delay="0"/>
                                  </p:stCondLst>
                                  <p:endCondLst>
                                    <p:cond evt="onNext" delay="0">
                                      <p:tgtEl>
                                        <p:sldTgt/>
                                      </p:tgtEl>
                                    </p:cond>
                                  </p:endCondLst>
                                  <p:childTnLst>
                                    <p:animScale>
                                      <p:cBhvr>
                                        <p:cTn id="118" dur="1000" fill="hold"/>
                                        <p:tgtEl>
                                          <p:spTgt spid="1181"/>
                                        </p:tgtEl>
                                      </p:cBhvr>
                                      <p:by x="125000" y="125000"/>
                                    </p:animScale>
                                  </p:childTnLst>
                                </p:cTn>
                              </p:par>
                              <p:par>
                                <p:cTn id="119" presetID="6" presetClass="emph" presetSubtype="0" repeatCount="indefinite" autoRev="1" fill="hold" grpId="0" nodeType="withEffect">
                                  <p:stCondLst>
                                    <p:cond delay="0"/>
                                  </p:stCondLst>
                                  <p:endCondLst>
                                    <p:cond evt="onNext" delay="0">
                                      <p:tgtEl>
                                        <p:sldTgt/>
                                      </p:tgtEl>
                                    </p:cond>
                                  </p:endCondLst>
                                  <p:childTnLst>
                                    <p:animScale>
                                      <p:cBhvr>
                                        <p:cTn id="120" dur="1000" fill="hold"/>
                                        <p:tgtEl>
                                          <p:spTgt spid="1182"/>
                                        </p:tgtEl>
                                      </p:cBhvr>
                                      <p:by x="125000" y="125000"/>
                                    </p:animScale>
                                  </p:childTnLst>
                                </p:cTn>
                              </p:par>
                              <p:par>
                                <p:cTn id="121" presetID="6" presetClass="emph" presetSubtype="0" repeatCount="indefinite" autoRev="1" fill="hold" grpId="0" nodeType="withEffect">
                                  <p:stCondLst>
                                    <p:cond delay="0"/>
                                  </p:stCondLst>
                                  <p:endCondLst>
                                    <p:cond evt="onNext" delay="0">
                                      <p:tgtEl>
                                        <p:sldTgt/>
                                      </p:tgtEl>
                                    </p:cond>
                                  </p:endCondLst>
                                  <p:childTnLst>
                                    <p:animScale>
                                      <p:cBhvr>
                                        <p:cTn id="122" dur="1000" fill="hold"/>
                                        <p:tgtEl>
                                          <p:spTgt spid="1183"/>
                                        </p:tgtEl>
                                      </p:cBhvr>
                                      <p:by x="125000" y="125000"/>
                                    </p:animScale>
                                  </p:childTnLst>
                                </p:cTn>
                              </p:par>
                              <p:par>
                                <p:cTn id="123" presetID="6" presetClass="emph" presetSubtype="0" repeatCount="indefinite" autoRev="1" fill="hold" grpId="0" nodeType="withEffect">
                                  <p:stCondLst>
                                    <p:cond delay="0"/>
                                  </p:stCondLst>
                                  <p:endCondLst>
                                    <p:cond evt="onNext" delay="0">
                                      <p:tgtEl>
                                        <p:sldTgt/>
                                      </p:tgtEl>
                                    </p:cond>
                                  </p:endCondLst>
                                  <p:childTnLst>
                                    <p:animScale>
                                      <p:cBhvr>
                                        <p:cTn id="124" dur="1000" fill="hold"/>
                                        <p:tgtEl>
                                          <p:spTgt spid="32"/>
                                        </p:tgtEl>
                                      </p:cBhvr>
                                      <p:by x="125000" y="125000"/>
                                    </p:animScale>
                                  </p:childTnLst>
                                </p:cTn>
                              </p:par>
                              <p:par>
                                <p:cTn id="125" presetID="6" presetClass="emph" presetSubtype="0" repeatCount="indefinite" autoRev="1" fill="hold" grpId="0" nodeType="withEffect">
                                  <p:stCondLst>
                                    <p:cond delay="0"/>
                                  </p:stCondLst>
                                  <p:endCondLst>
                                    <p:cond evt="onNext" delay="0">
                                      <p:tgtEl>
                                        <p:sldTgt/>
                                      </p:tgtEl>
                                    </p:cond>
                                  </p:endCondLst>
                                  <p:childTnLst>
                                    <p:animScale>
                                      <p:cBhvr>
                                        <p:cTn id="126" dur="1000" fill="hold"/>
                                        <p:tgtEl>
                                          <p:spTgt spid="33"/>
                                        </p:tgtEl>
                                      </p:cBhvr>
                                      <p:by x="125000" y="125000"/>
                                    </p:animScale>
                                  </p:childTnLst>
                                </p:cTn>
                              </p:par>
                              <p:par>
                                <p:cTn id="127" presetID="6" presetClass="emph" presetSubtype="0" repeatCount="indefinite" autoRev="1" fill="hold" grpId="0" nodeType="withEffect">
                                  <p:stCondLst>
                                    <p:cond delay="0"/>
                                  </p:stCondLst>
                                  <p:childTnLst>
                                    <p:animScale>
                                      <p:cBhvr>
                                        <p:cTn id="128" dur="1000" fill="hold"/>
                                        <p:tgtEl>
                                          <p:spTgt spid="34"/>
                                        </p:tgtEl>
                                      </p:cBhvr>
                                      <p:by x="125000" y="125000"/>
                                    </p:animScale>
                                  </p:childTnLst>
                                </p:cTn>
                              </p:par>
                              <p:par>
                                <p:cTn id="129" presetID="6" presetClass="emph" presetSubtype="0" repeatCount="indefinite" autoRev="1" fill="hold" grpId="0" nodeType="withEffect">
                                  <p:stCondLst>
                                    <p:cond delay="0"/>
                                  </p:stCondLst>
                                  <p:childTnLst>
                                    <p:animScale>
                                      <p:cBhvr>
                                        <p:cTn id="130" dur="1000" fill="hold"/>
                                        <p:tgtEl>
                                          <p:spTgt spid="35"/>
                                        </p:tgtEl>
                                      </p:cBhvr>
                                      <p:by x="125000" y="125000"/>
                                    </p:animScale>
                                  </p:childTnLst>
                                </p:cTn>
                              </p:par>
                              <p:par>
                                <p:cTn id="131" presetID="6" presetClass="emph" presetSubtype="0" repeatCount="indefinite" autoRev="1" fill="hold" grpId="0" nodeType="withEffect">
                                  <p:stCondLst>
                                    <p:cond delay="0"/>
                                  </p:stCondLst>
                                  <p:childTnLst>
                                    <p:animScale>
                                      <p:cBhvr>
                                        <p:cTn id="132" dur="1000" fill="hold"/>
                                        <p:tgtEl>
                                          <p:spTgt spid="36"/>
                                        </p:tgtEl>
                                      </p:cBhvr>
                                      <p:by x="125000" y="125000"/>
                                    </p:animScale>
                                  </p:childTnLst>
                                </p:cTn>
                              </p:par>
                              <p:par>
                                <p:cTn id="133" presetID="6" presetClass="emph" presetSubtype="0" repeatCount="indefinite" autoRev="1" fill="hold" grpId="0" nodeType="withEffect">
                                  <p:stCondLst>
                                    <p:cond delay="0"/>
                                  </p:stCondLst>
                                  <p:childTnLst>
                                    <p:animScale>
                                      <p:cBhvr>
                                        <p:cTn id="134" dur="1000" fill="hold"/>
                                        <p:tgtEl>
                                          <p:spTgt spid="37"/>
                                        </p:tgtEl>
                                      </p:cBhvr>
                                      <p:by x="125000" y="125000"/>
                                    </p:animScale>
                                  </p:childTnLst>
                                </p:cTn>
                              </p:par>
                              <p:par>
                                <p:cTn id="135" presetID="6" presetClass="emph" presetSubtype="0" repeatCount="indefinite" autoRev="1" fill="hold" grpId="0" nodeType="withEffect">
                                  <p:stCondLst>
                                    <p:cond delay="0"/>
                                  </p:stCondLst>
                                  <p:childTnLst>
                                    <p:animScale>
                                      <p:cBhvr>
                                        <p:cTn id="136" dur="1000" fill="hold"/>
                                        <p:tgtEl>
                                          <p:spTgt spid="38"/>
                                        </p:tgtEl>
                                      </p:cBhvr>
                                      <p:by x="125000" y="125000"/>
                                    </p:animScale>
                                  </p:childTnLst>
                                </p:cTn>
                              </p:par>
                              <p:par>
                                <p:cTn id="137" presetID="6" presetClass="emph" presetSubtype="0" repeatCount="indefinite" autoRev="1" fill="hold" grpId="0" nodeType="withEffect">
                                  <p:stCondLst>
                                    <p:cond delay="0"/>
                                  </p:stCondLst>
                                  <p:childTnLst>
                                    <p:animScale>
                                      <p:cBhvr>
                                        <p:cTn id="138" dur="1000" fill="hold"/>
                                        <p:tgtEl>
                                          <p:spTgt spid="40"/>
                                        </p:tgtEl>
                                      </p:cBhvr>
                                      <p:by x="125000" y="125000"/>
                                    </p:animScale>
                                  </p:childTnLst>
                                </p:cTn>
                              </p:par>
                              <p:par>
                                <p:cTn id="139" presetID="6" presetClass="emph" presetSubtype="0" repeatCount="indefinite" autoRev="1" fill="hold" grpId="0" nodeType="withEffect">
                                  <p:stCondLst>
                                    <p:cond delay="0"/>
                                  </p:stCondLst>
                                  <p:childTnLst>
                                    <p:animScale>
                                      <p:cBhvr>
                                        <p:cTn id="140" dur="1000" fill="hold"/>
                                        <p:tgtEl>
                                          <p:spTgt spid="41"/>
                                        </p:tgtEl>
                                      </p:cBhvr>
                                      <p:by x="125000" y="125000"/>
                                    </p:animScale>
                                  </p:childTnLst>
                                </p:cTn>
                              </p:par>
                              <p:par>
                                <p:cTn id="141" presetID="6" presetClass="emph" presetSubtype="0" repeatCount="indefinite" autoRev="1" fill="hold" grpId="0" nodeType="withEffect">
                                  <p:stCondLst>
                                    <p:cond delay="0"/>
                                  </p:stCondLst>
                                  <p:childTnLst>
                                    <p:animScale>
                                      <p:cBhvr>
                                        <p:cTn id="142" dur="1000" fill="hold"/>
                                        <p:tgtEl>
                                          <p:spTgt spid="42"/>
                                        </p:tgtEl>
                                      </p:cBhvr>
                                      <p:by x="125000" y="125000"/>
                                    </p:animScale>
                                  </p:childTnLst>
                                </p:cTn>
                              </p:par>
                              <p:par>
                                <p:cTn id="143" presetID="6" presetClass="emph" presetSubtype="0" repeatCount="indefinite" autoRev="1" fill="hold" grpId="0" nodeType="withEffect">
                                  <p:stCondLst>
                                    <p:cond delay="0"/>
                                  </p:stCondLst>
                                  <p:childTnLst>
                                    <p:animScale>
                                      <p:cBhvr>
                                        <p:cTn id="144" dur="1000" fill="hold"/>
                                        <p:tgtEl>
                                          <p:spTgt spid="43"/>
                                        </p:tgtEl>
                                      </p:cBhvr>
                                      <p:by x="125000" y="125000"/>
                                    </p:animScale>
                                  </p:childTnLst>
                                </p:cTn>
                              </p:par>
                              <p:par>
                                <p:cTn id="145" presetID="6" presetClass="emph" presetSubtype="0" repeatCount="indefinite" autoRev="1" fill="hold" grpId="0" nodeType="withEffect">
                                  <p:stCondLst>
                                    <p:cond delay="0"/>
                                  </p:stCondLst>
                                  <p:childTnLst>
                                    <p:animScale>
                                      <p:cBhvr>
                                        <p:cTn id="146" dur="1000" fill="hold"/>
                                        <p:tgtEl>
                                          <p:spTgt spid="44"/>
                                        </p:tgtEl>
                                      </p:cBhvr>
                                      <p:by x="125000" y="125000"/>
                                    </p:animScale>
                                  </p:childTnLst>
                                </p:cTn>
                              </p:par>
                              <p:par>
                                <p:cTn id="147" presetID="6" presetClass="emph" presetSubtype="0" repeatCount="indefinite" autoRev="1" fill="hold" grpId="0" nodeType="withEffect">
                                  <p:stCondLst>
                                    <p:cond delay="0"/>
                                  </p:stCondLst>
                                  <p:childTnLst>
                                    <p:animScale>
                                      <p:cBhvr>
                                        <p:cTn id="148" dur="1000" fill="hold"/>
                                        <p:tgtEl>
                                          <p:spTgt spid="45"/>
                                        </p:tgtEl>
                                      </p:cBhvr>
                                      <p:by x="125000" y="125000"/>
                                    </p:animScale>
                                  </p:childTnLst>
                                </p:cTn>
                              </p:par>
                              <p:par>
                                <p:cTn id="149" presetID="6" presetClass="emph" presetSubtype="0" repeatCount="indefinite" autoRev="1" fill="hold" grpId="0" nodeType="withEffect">
                                  <p:stCondLst>
                                    <p:cond delay="0"/>
                                  </p:stCondLst>
                                  <p:childTnLst>
                                    <p:animScale>
                                      <p:cBhvr>
                                        <p:cTn id="150" dur="1000" fill="hold"/>
                                        <p:tgtEl>
                                          <p:spTgt spid="48"/>
                                        </p:tgtEl>
                                      </p:cBhvr>
                                      <p:by x="125000" y="125000"/>
                                    </p:animScale>
                                  </p:childTnLst>
                                </p:cTn>
                              </p:par>
                              <p:par>
                                <p:cTn id="151" presetID="6" presetClass="emph" presetSubtype="0" repeatCount="indefinite" autoRev="1" fill="hold" grpId="0" nodeType="withEffect">
                                  <p:stCondLst>
                                    <p:cond delay="0"/>
                                  </p:stCondLst>
                                  <p:childTnLst>
                                    <p:animScale>
                                      <p:cBhvr>
                                        <p:cTn id="152" dur="1000" fill="hold"/>
                                        <p:tgtEl>
                                          <p:spTgt spid="51"/>
                                        </p:tgtEl>
                                      </p:cBhvr>
                                      <p:by x="125000" y="125000"/>
                                    </p:animScale>
                                  </p:childTnLst>
                                </p:cTn>
                              </p:par>
                              <p:par>
                                <p:cTn id="153" presetID="6" presetClass="emph" presetSubtype="0" repeatCount="indefinite" autoRev="1" fill="hold" grpId="0" nodeType="withEffect">
                                  <p:stCondLst>
                                    <p:cond delay="0"/>
                                  </p:stCondLst>
                                  <p:childTnLst>
                                    <p:animScale>
                                      <p:cBhvr>
                                        <p:cTn id="154" dur="1000" fill="hold"/>
                                        <p:tgtEl>
                                          <p:spTgt spid="58"/>
                                        </p:tgtEl>
                                      </p:cBhvr>
                                      <p:by x="125000" y="125000"/>
                                    </p:animScale>
                                  </p:childTnLst>
                                </p:cTn>
                              </p:par>
                              <p:par>
                                <p:cTn id="155" presetID="6" presetClass="emph" presetSubtype="0" repeatCount="indefinite" autoRev="1" fill="hold" grpId="0" nodeType="withEffect">
                                  <p:stCondLst>
                                    <p:cond delay="0"/>
                                  </p:stCondLst>
                                  <p:childTnLst>
                                    <p:animScale>
                                      <p:cBhvr>
                                        <p:cTn id="156" dur="1000" fill="hold"/>
                                        <p:tgtEl>
                                          <p:spTgt spid="59"/>
                                        </p:tgtEl>
                                      </p:cBhvr>
                                      <p:by x="125000" y="125000"/>
                                    </p:animScale>
                                  </p:childTnLst>
                                </p:cTn>
                              </p:par>
                              <p:par>
                                <p:cTn id="157" presetID="6" presetClass="emph" presetSubtype="0" repeatCount="indefinite" autoRev="1" fill="hold" grpId="0" nodeType="withEffect">
                                  <p:stCondLst>
                                    <p:cond delay="0"/>
                                  </p:stCondLst>
                                  <p:childTnLst>
                                    <p:animScale>
                                      <p:cBhvr>
                                        <p:cTn id="158" dur="1000" fill="hold"/>
                                        <p:tgtEl>
                                          <p:spTgt spid="60"/>
                                        </p:tgtEl>
                                      </p:cBhvr>
                                      <p:by x="125000" y="125000"/>
                                    </p:animScale>
                                  </p:childTnLst>
                                </p:cTn>
                              </p:par>
                              <p:par>
                                <p:cTn id="159" presetID="6" presetClass="emph" presetSubtype="0" repeatCount="indefinite" autoRev="1" fill="hold" grpId="0" nodeType="withEffect">
                                  <p:stCondLst>
                                    <p:cond delay="0"/>
                                  </p:stCondLst>
                                  <p:childTnLst>
                                    <p:animScale>
                                      <p:cBhvr>
                                        <p:cTn id="160" dur="1000" fill="hold"/>
                                        <p:tgtEl>
                                          <p:spTgt spid="61"/>
                                        </p:tgtEl>
                                      </p:cBhvr>
                                      <p:by x="125000" y="125000"/>
                                    </p:animScale>
                                  </p:childTnLst>
                                </p:cTn>
                              </p:par>
                              <p:par>
                                <p:cTn id="161" presetID="6" presetClass="emph" presetSubtype="0" repeatCount="indefinite" autoRev="1" fill="hold" grpId="0" nodeType="withEffect">
                                  <p:stCondLst>
                                    <p:cond delay="0"/>
                                  </p:stCondLst>
                                  <p:childTnLst>
                                    <p:animScale>
                                      <p:cBhvr>
                                        <p:cTn id="162" dur="1000" fill="hold"/>
                                        <p:tgtEl>
                                          <p:spTgt spid="62"/>
                                        </p:tgtEl>
                                      </p:cBhvr>
                                      <p:by x="125000" y="125000"/>
                                    </p:animScale>
                                  </p:childTnLst>
                                </p:cTn>
                              </p:par>
                              <p:par>
                                <p:cTn id="163" presetID="6" presetClass="emph" presetSubtype="0" repeatCount="indefinite" autoRev="1" fill="hold" grpId="0" nodeType="withEffect">
                                  <p:stCondLst>
                                    <p:cond delay="0"/>
                                  </p:stCondLst>
                                  <p:childTnLst>
                                    <p:animScale>
                                      <p:cBhvr>
                                        <p:cTn id="164" dur="1000" fill="hold"/>
                                        <p:tgtEl>
                                          <p:spTgt spid="64"/>
                                        </p:tgtEl>
                                      </p:cBhvr>
                                      <p:by x="125000" y="125000"/>
                                    </p:animScale>
                                  </p:childTnLst>
                                </p:cTn>
                              </p:par>
                              <p:par>
                                <p:cTn id="165" presetID="6" presetClass="emph" presetSubtype="0" repeatCount="indefinite" autoRev="1" fill="hold" grpId="0" nodeType="withEffect">
                                  <p:stCondLst>
                                    <p:cond delay="0"/>
                                  </p:stCondLst>
                                  <p:childTnLst>
                                    <p:animScale>
                                      <p:cBhvr>
                                        <p:cTn id="166" dur="1000" fill="hold"/>
                                        <p:tgtEl>
                                          <p:spTgt spid="65"/>
                                        </p:tgtEl>
                                      </p:cBhvr>
                                      <p:by x="125000" y="125000"/>
                                    </p:animScale>
                                  </p:childTnLst>
                                </p:cTn>
                              </p:par>
                              <p:par>
                                <p:cTn id="167" presetID="6" presetClass="emph" presetSubtype="0" repeatCount="indefinite" autoRev="1" fill="hold" grpId="0" nodeType="withEffect">
                                  <p:stCondLst>
                                    <p:cond delay="0"/>
                                  </p:stCondLst>
                                  <p:childTnLst>
                                    <p:animScale>
                                      <p:cBhvr>
                                        <p:cTn id="168" dur="1000" fill="hold"/>
                                        <p:tgtEl>
                                          <p:spTgt spid="66"/>
                                        </p:tgtEl>
                                      </p:cBhvr>
                                      <p:by x="125000" y="125000"/>
                                    </p:animScale>
                                  </p:childTnLst>
                                </p:cTn>
                              </p:par>
                              <p:par>
                                <p:cTn id="169" presetID="6" presetClass="emph" presetSubtype="0" repeatCount="indefinite" autoRev="1" fill="hold" grpId="0" nodeType="withEffect">
                                  <p:stCondLst>
                                    <p:cond delay="0"/>
                                  </p:stCondLst>
                                  <p:childTnLst>
                                    <p:animScale>
                                      <p:cBhvr>
                                        <p:cTn id="170" dur="1000" fill="hold"/>
                                        <p:tgtEl>
                                          <p:spTgt spid="68"/>
                                        </p:tgtEl>
                                      </p:cBhvr>
                                      <p:by x="125000" y="125000"/>
                                    </p:animScale>
                                  </p:childTnLst>
                                </p:cTn>
                              </p:par>
                              <p:par>
                                <p:cTn id="171" presetID="6" presetClass="emph" presetSubtype="0" repeatCount="indefinite" autoRev="1" fill="hold" grpId="0" nodeType="withEffect">
                                  <p:stCondLst>
                                    <p:cond delay="0"/>
                                  </p:stCondLst>
                                  <p:childTnLst>
                                    <p:animScale>
                                      <p:cBhvr>
                                        <p:cTn id="172" dur="1000" fill="hold"/>
                                        <p:tgtEl>
                                          <p:spTgt spid="69"/>
                                        </p:tgtEl>
                                      </p:cBhvr>
                                      <p:by x="125000" y="125000"/>
                                    </p:animScale>
                                  </p:childTnLst>
                                </p:cTn>
                              </p:par>
                              <p:par>
                                <p:cTn id="173" presetID="6" presetClass="emph" presetSubtype="0" repeatCount="indefinite" autoRev="1" fill="hold" grpId="0" nodeType="withEffect">
                                  <p:stCondLst>
                                    <p:cond delay="0"/>
                                  </p:stCondLst>
                                  <p:childTnLst>
                                    <p:animScale>
                                      <p:cBhvr>
                                        <p:cTn id="174" dur="1000" fill="hold"/>
                                        <p:tgtEl>
                                          <p:spTgt spid="76"/>
                                        </p:tgtEl>
                                      </p:cBhvr>
                                      <p:by x="125000" y="125000"/>
                                    </p:animScale>
                                  </p:childTnLst>
                                </p:cTn>
                              </p:par>
                              <p:par>
                                <p:cTn id="175" presetID="6" presetClass="emph" presetSubtype="0" repeatCount="indefinite" autoRev="1" fill="hold" grpId="0" nodeType="withEffect">
                                  <p:stCondLst>
                                    <p:cond delay="0"/>
                                  </p:stCondLst>
                                  <p:childTnLst>
                                    <p:animScale>
                                      <p:cBhvr>
                                        <p:cTn id="176" dur="1000" fill="hold"/>
                                        <p:tgtEl>
                                          <p:spTgt spid="78"/>
                                        </p:tgtEl>
                                      </p:cBhvr>
                                      <p:by x="125000" y="125000"/>
                                    </p:animScale>
                                  </p:childTnLst>
                                </p:cTn>
                              </p:par>
                              <p:par>
                                <p:cTn id="177" presetID="6" presetClass="emph" presetSubtype="0" repeatCount="indefinite" autoRev="1" fill="hold" grpId="0" nodeType="withEffect">
                                  <p:stCondLst>
                                    <p:cond delay="0"/>
                                  </p:stCondLst>
                                  <p:childTnLst>
                                    <p:animScale>
                                      <p:cBhvr>
                                        <p:cTn id="178" dur="1000" fill="hold"/>
                                        <p:tgtEl>
                                          <p:spTgt spid="136"/>
                                        </p:tgtEl>
                                      </p:cBhvr>
                                      <p:by x="125000" y="125000"/>
                                    </p:animScale>
                                  </p:childTnLst>
                                </p:cTn>
                              </p:par>
                              <p:par>
                                <p:cTn id="179" presetID="6" presetClass="emph" presetSubtype="0" repeatCount="indefinite" autoRev="1" fill="hold" grpId="0" nodeType="withEffect">
                                  <p:stCondLst>
                                    <p:cond delay="0"/>
                                  </p:stCondLst>
                                  <p:childTnLst>
                                    <p:animScale>
                                      <p:cBhvr>
                                        <p:cTn id="180" dur="1000" fill="hold"/>
                                        <p:tgtEl>
                                          <p:spTgt spid="137"/>
                                        </p:tgtEl>
                                      </p:cBhvr>
                                      <p:by x="125000" y="125000"/>
                                    </p:animScale>
                                  </p:childTnLst>
                                </p:cTn>
                              </p:par>
                              <p:par>
                                <p:cTn id="181" presetID="6" presetClass="emph" presetSubtype="0" repeatCount="indefinite" autoRev="1" fill="hold" grpId="0" nodeType="withEffect">
                                  <p:stCondLst>
                                    <p:cond delay="0"/>
                                  </p:stCondLst>
                                  <p:childTnLst>
                                    <p:animScale>
                                      <p:cBhvr>
                                        <p:cTn id="182" dur="1000" fill="hold"/>
                                        <p:tgtEl>
                                          <p:spTgt spid="138"/>
                                        </p:tgtEl>
                                      </p:cBhvr>
                                      <p:by x="125000" y="125000"/>
                                    </p:animScale>
                                  </p:childTnLst>
                                </p:cTn>
                              </p:par>
                              <p:par>
                                <p:cTn id="183" presetID="6" presetClass="emph" presetSubtype="0" repeatCount="indefinite" autoRev="1" fill="hold" grpId="0" nodeType="withEffect">
                                  <p:stCondLst>
                                    <p:cond delay="0"/>
                                  </p:stCondLst>
                                  <p:childTnLst>
                                    <p:animScale>
                                      <p:cBhvr>
                                        <p:cTn id="184" dur="1000" fill="hold"/>
                                        <p:tgtEl>
                                          <p:spTgt spid="145"/>
                                        </p:tgtEl>
                                      </p:cBhvr>
                                      <p:by x="125000" y="125000"/>
                                    </p:animScale>
                                  </p:childTnLst>
                                </p:cTn>
                              </p:par>
                              <p:par>
                                <p:cTn id="185" presetID="6" presetClass="emph" presetSubtype="0" repeatCount="indefinite" autoRev="1" fill="hold" grpId="0" nodeType="withEffect">
                                  <p:stCondLst>
                                    <p:cond delay="0"/>
                                  </p:stCondLst>
                                  <p:childTnLst>
                                    <p:animScale>
                                      <p:cBhvr>
                                        <p:cTn id="186" dur="1000" fill="hold"/>
                                        <p:tgtEl>
                                          <p:spTgt spid="146"/>
                                        </p:tgtEl>
                                      </p:cBhvr>
                                      <p:by x="125000" y="125000"/>
                                    </p:animScale>
                                  </p:childTnLst>
                                </p:cTn>
                              </p:par>
                              <p:par>
                                <p:cTn id="187" presetID="6" presetClass="emph" presetSubtype="0" repeatCount="indefinite" autoRev="1" fill="hold" grpId="0" nodeType="withEffect">
                                  <p:stCondLst>
                                    <p:cond delay="0"/>
                                  </p:stCondLst>
                                  <p:childTnLst>
                                    <p:animScale>
                                      <p:cBhvr>
                                        <p:cTn id="188" dur="1000" fill="hold"/>
                                        <p:tgtEl>
                                          <p:spTgt spid="147"/>
                                        </p:tgtEl>
                                      </p:cBhvr>
                                      <p:by x="125000" y="125000"/>
                                    </p:animScale>
                                  </p:childTnLst>
                                </p:cTn>
                              </p:par>
                              <p:par>
                                <p:cTn id="189" presetID="6" presetClass="emph" presetSubtype="0" repeatCount="indefinite" autoRev="1" fill="hold" grpId="0" nodeType="withEffect">
                                  <p:stCondLst>
                                    <p:cond delay="0"/>
                                  </p:stCondLst>
                                  <p:childTnLst>
                                    <p:animScale>
                                      <p:cBhvr>
                                        <p:cTn id="190" dur="1000" fill="hold"/>
                                        <p:tgtEl>
                                          <p:spTgt spid="149"/>
                                        </p:tgtEl>
                                      </p:cBhvr>
                                      <p:by x="125000" y="125000"/>
                                    </p:animScale>
                                  </p:childTnLst>
                                </p:cTn>
                              </p:par>
                              <p:par>
                                <p:cTn id="191" presetID="6" presetClass="emph" presetSubtype="0" repeatCount="indefinite" autoRev="1" fill="hold" grpId="0" nodeType="withEffect">
                                  <p:stCondLst>
                                    <p:cond delay="0"/>
                                  </p:stCondLst>
                                  <p:childTnLst>
                                    <p:animScale>
                                      <p:cBhvr>
                                        <p:cTn id="192" dur="1000" fill="hold"/>
                                        <p:tgtEl>
                                          <p:spTgt spid="154"/>
                                        </p:tgtEl>
                                      </p:cBhvr>
                                      <p:by x="125000" y="125000"/>
                                    </p:animScale>
                                  </p:childTnLst>
                                </p:cTn>
                              </p:par>
                              <p:par>
                                <p:cTn id="193" presetID="6" presetClass="emph" presetSubtype="0" repeatCount="indefinite" autoRev="1" fill="hold" grpId="0" nodeType="withEffect">
                                  <p:stCondLst>
                                    <p:cond delay="0"/>
                                  </p:stCondLst>
                                  <p:childTnLst>
                                    <p:animScale>
                                      <p:cBhvr>
                                        <p:cTn id="194" dur="1000" fill="hold"/>
                                        <p:tgtEl>
                                          <p:spTgt spid="155"/>
                                        </p:tgtEl>
                                      </p:cBhvr>
                                      <p:by x="125000" y="125000"/>
                                    </p:animScale>
                                  </p:childTnLst>
                                </p:cTn>
                              </p:par>
                              <p:par>
                                <p:cTn id="195" presetID="6" presetClass="emph" presetSubtype="0" repeatCount="indefinite" autoRev="1" fill="hold" grpId="0" nodeType="withEffect">
                                  <p:stCondLst>
                                    <p:cond delay="0"/>
                                  </p:stCondLst>
                                  <p:endCondLst>
                                    <p:cond evt="onNext" delay="0">
                                      <p:tgtEl>
                                        <p:sldTgt/>
                                      </p:tgtEl>
                                    </p:cond>
                                  </p:endCondLst>
                                  <p:childTnLst>
                                    <p:animScale>
                                      <p:cBhvr>
                                        <p:cTn id="196" dur="1000" fill="hold"/>
                                        <p:tgtEl>
                                          <p:spTgt spid="156"/>
                                        </p:tgtEl>
                                      </p:cBhvr>
                                      <p:by x="125000" y="125000"/>
                                    </p:animScale>
                                  </p:childTnLst>
                                </p:cTn>
                              </p:par>
                              <p:par>
                                <p:cTn id="197" presetID="6" presetClass="emph" presetSubtype="0" repeatCount="indefinite" autoRev="1" fill="hold" grpId="0" nodeType="withEffect">
                                  <p:stCondLst>
                                    <p:cond delay="0"/>
                                  </p:stCondLst>
                                  <p:endCondLst>
                                    <p:cond evt="onNext" delay="0">
                                      <p:tgtEl>
                                        <p:sldTgt/>
                                      </p:tgtEl>
                                    </p:cond>
                                  </p:endCondLst>
                                  <p:childTnLst>
                                    <p:animScale>
                                      <p:cBhvr>
                                        <p:cTn id="198" dur="1000" fill="hold"/>
                                        <p:tgtEl>
                                          <p:spTgt spid="157"/>
                                        </p:tgtEl>
                                      </p:cBhvr>
                                      <p:by x="125000" y="125000"/>
                                    </p:animScale>
                                  </p:childTnLst>
                                </p:cTn>
                              </p:par>
                              <p:par>
                                <p:cTn id="199" presetID="6" presetClass="emph" presetSubtype="0" repeatCount="indefinite" autoRev="1" fill="hold" grpId="0" nodeType="withEffect">
                                  <p:stCondLst>
                                    <p:cond delay="0"/>
                                  </p:stCondLst>
                                  <p:endCondLst>
                                    <p:cond evt="onNext" delay="0">
                                      <p:tgtEl>
                                        <p:sldTgt/>
                                      </p:tgtEl>
                                    </p:cond>
                                  </p:endCondLst>
                                  <p:childTnLst>
                                    <p:animScale>
                                      <p:cBhvr>
                                        <p:cTn id="200" dur="1000" fill="hold"/>
                                        <p:tgtEl>
                                          <p:spTgt spid="158"/>
                                        </p:tgtEl>
                                      </p:cBhvr>
                                      <p:by x="125000" y="125000"/>
                                    </p:animScale>
                                  </p:childTnLst>
                                </p:cTn>
                              </p:par>
                              <p:par>
                                <p:cTn id="201" presetID="6" presetClass="emph" presetSubtype="0" repeatCount="indefinite" autoRev="1" fill="hold" grpId="0" nodeType="withEffect">
                                  <p:stCondLst>
                                    <p:cond delay="0"/>
                                  </p:stCondLst>
                                  <p:endCondLst>
                                    <p:cond evt="onNext" delay="0">
                                      <p:tgtEl>
                                        <p:sldTgt/>
                                      </p:tgtEl>
                                    </p:cond>
                                  </p:endCondLst>
                                  <p:childTnLst>
                                    <p:animScale>
                                      <p:cBhvr>
                                        <p:cTn id="202" dur="1000" fill="hold"/>
                                        <p:tgtEl>
                                          <p:spTgt spid="159"/>
                                        </p:tgtEl>
                                      </p:cBhvr>
                                      <p:by x="125000" y="125000"/>
                                    </p:animScale>
                                  </p:childTnLst>
                                </p:cTn>
                              </p:par>
                              <p:par>
                                <p:cTn id="203" presetID="6" presetClass="emph" presetSubtype="0" repeatCount="indefinite" autoRev="1" fill="hold" grpId="0" nodeType="withEffect">
                                  <p:stCondLst>
                                    <p:cond delay="0"/>
                                  </p:stCondLst>
                                  <p:endCondLst>
                                    <p:cond evt="onNext" delay="0">
                                      <p:tgtEl>
                                        <p:sldTgt/>
                                      </p:tgtEl>
                                    </p:cond>
                                  </p:endCondLst>
                                  <p:childTnLst>
                                    <p:animScale>
                                      <p:cBhvr>
                                        <p:cTn id="204" dur="1000" fill="hold"/>
                                        <p:tgtEl>
                                          <p:spTgt spid="1029"/>
                                        </p:tgtEl>
                                      </p:cBhvr>
                                      <p:by x="125000" y="125000"/>
                                    </p:animScale>
                                  </p:childTnLst>
                                </p:cTn>
                              </p:par>
                              <p:par>
                                <p:cTn id="205" presetID="6" presetClass="emph" presetSubtype="0" repeatCount="indefinite" autoRev="1" fill="hold" grpId="0" nodeType="withEffect">
                                  <p:stCondLst>
                                    <p:cond delay="0"/>
                                  </p:stCondLst>
                                  <p:endCondLst>
                                    <p:cond evt="onNext" delay="0">
                                      <p:tgtEl>
                                        <p:sldTgt/>
                                      </p:tgtEl>
                                    </p:cond>
                                  </p:endCondLst>
                                  <p:childTnLst>
                                    <p:animScale>
                                      <p:cBhvr>
                                        <p:cTn id="206" dur="1000" fill="hold"/>
                                        <p:tgtEl>
                                          <p:spTgt spid="1047"/>
                                        </p:tgtEl>
                                      </p:cBhvr>
                                      <p:by x="125000" y="125000"/>
                                    </p:animScale>
                                  </p:childTnLst>
                                </p:cTn>
                              </p:par>
                              <p:par>
                                <p:cTn id="207" presetID="6" presetClass="emph" presetSubtype="0" repeatCount="indefinite" autoRev="1" fill="hold" grpId="0" nodeType="withEffect">
                                  <p:stCondLst>
                                    <p:cond delay="0"/>
                                  </p:stCondLst>
                                  <p:endCondLst>
                                    <p:cond evt="onNext" delay="0">
                                      <p:tgtEl>
                                        <p:sldTgt/>
                                      </p:tgtEl>
                                    </p:cond>
                                  </p:endCondLst>
                                  <p:childTnLst>
                                    <p:animScale>
                                      <p:cBhvr>
                                        <p:cTn id="208" dur="1000" fill="hold"/>
                                        <p:tgtEl>
                                          <p:spTgt spid="1048"/>
                                        </p:tgtEl>
                                      </p:cBhvr>
                                      <p:by x="125000" y="125000"/>
                                    </p:animScale>
                                  </p:childTnLst>
                                </p:cTn>
                              </p:par>
                              <p:par>
                                <p:cTn id="209" presetID="6" presetClass="emph" presetSubtype="0" repeatCount="indefinite" autoRev="1" fill="hold" grpId="0" nodeType="withEffect">
                                  <p:stCondLst>
                                    <p:cond delay="0"/>
                                  </p:stCondLst>
                                  <p:endCondLst>
                                    <p:cond evt="onNext" delay="0">
                                      <p:tgtEl>
                                        <p:sldTgt/>
                                      </p:tgtEl>
                                    </p:cond>
                                  </p:endCondLst>
                                  <p:childTnLst>
                                    <p:animScale>
                                      <p:cBhvr>
                                        <p:cTn id="210" dur="1000" fill="hold"/>
                                        <p:tgtEl>
                                          <p:spTgt spid="1049"/>
                                        </p:tgtEl>
                                      </p:cBhvr>
                                      <p:by x="125000" y="125000"/>
                                    </p:animScale>
                                  </p:childTnLst>
                                </p:cTn>
                              </p:par>
                              <p:par>
                                <p:cTn id="211" presetID="6" presetClass="emph" presetSubtype="0" repeatCount="indefinite" autoRev="1" fill="hold" grpId="0" nodeType="withEffect">
                                  <p:stCondLst>
                                    <p:cond delay="0"/>
                                  </p:stCondLst>
                                  <p:endCondLst>
                                    <p:cond evt="onNext" delay="0">
                                      <p:tgtEl>
                                        <p:sldTgt/>
                                      </p:tgtEl>
                                    </p:cond>
                                  </p:endCondLst>
                                  <p:childTnLst>
                                    <p:animScale>
                                      <p:cBhvr>
                                        <p:cTn id="212" dur="1000" fill="hold"/>
                                        <p:tgtEl>
                                          <p:spTgt spid="1050"/>
                                        </p:tgtEl>
                                      </p:cBhvr>
                                      <p:by x="125000" y="125000"/>
                                    </p:animScale>
                                  </p:childTnLst>
                                </p:cTn>
                              </p:par>
                              <p:par>
                                <p:cTn id="213" presetID="6" presetClass="emph" presetSubtype="0" repeatCount="indefinite" autoRev="1" fill="hold" grpId="0" nodeType="withEffect">
                                  <p:stCondLst>
                                    <p:cond delay="0"/>
                                  </p:stCondLst>
                                  <p:endCondLst>
                                    <p:cond evt="onNext" delay="0">
                                      <p:tgtEl>
                                        <p:sldTgt/>
                                      </p:tgtEl>
                                    </p:cond>
                                  </p:endCondLst>
                                  <p:childTnLst>
                                    <p:animScale>
                                      <p:cBhvr>
                                        <p:cTn id="214" dur="1000" fill="hold"/>
                                        <p:tgtEl>
                                          <p:spTgt spid="1051"/>
                                        </p:tgtEl>
                                      </p:cBhvr>
                                      <p:by x="125000" y="125000"/>
                                    </p:animScale>
                                  </p:childTnLst>
                                </p:cTn>
                              </p:par>
                              <p:par>
                                <p:cTn id="215" presetID="6" presetClass="emph" presetSubtype="0" repeatCount="indefinite" autoRev="1" fill="hold" grpId="0" nodeType="withEffect">
                                  <p:stCondLst>
                                    <p:cond delay="0"/>
                                  </p:stCondLst>
                                  <p:endCondLst>
                                    <p:cond evt="onNext" delay="0">
                                      <p:tgtEl>
                                        <p:sldTgt/>
                                      </p:tgtEl>
                                    </p:cond>
                                  </p:endCondLst>
                                  <p:childTnLst>
                                    <p:animScale>
                                      <p:cBhvr>
                                        <p:cTn id="216" dur="1000" fill="hold"/>
                                        <p:tgtEl>
                                          <p:spTgt spid="1052"/>
                                        </p:tgtEl>
                                      </p:cBhvr>
                                      <p:by x="125000" y="125000"/>
                                    </p:animScale>
                                  </p:childTnLst>
                                </p:cTn>
                              </p:par>
                              <p:par>
                                <p:cTn id="217" presetID="6" presetClass="emph" presetSubtype="0" repeatCount="indefinite" autoRev="1" fill="hold" grpId="0" nodeType="withEffect">
                                  <p:stCondLst>
                                    <p:cond delay="0"/>
                                  </p:stCondLst>
                                  <p:endCondLst>
                                    <p:cond evt="onNext" delay="0">
                                      <p:tgtEl>
                                        <p:sldTgt/>
                                      </p:tgtEl>
                                    </p:cond>
                                  </p:endCondLst>
                                  <p:childTnLst>
                                    <p:animScale>
                                      <p:cBhvr>
                                        <p:cTn id="218" dur="1000" fill="hold"/>
                                        <p:tgtEl>
                                          <p:spTgt spid="1053"/>
                                        </p:tgtEl>
                                      </p:cBhvr>
                                      <p:by x="125000" y="125000"/>
                                    </p:animScale>
                                  </p:childTnLst>
                                </p:cTn>
                              </p:par>
                              <p:par>
                                <p:cTn id="219" presetID="6" presetClass="emph" presetSubtype="0" repeatCount="indefinite" autoRev="1" fill="hold" grpId="0" nodeType="withEffect">
                                  <p:stCondLst>
                                    <p:cond delay="0"/>
                                  </p:stCondLst>
                                  <p:endCondLst>
                                    <p:cond evt="onNext" delay="0">
                                      <p:tgtEl>
                                        <p:sldTgt/>
                                      </p:tgtEl>
                                    </p:cond>
                                  </p:endCondLst>
                                  <p:childTnLst>
                                    <p:animScale>
                                      <p:cBhvr>
                                        <p:cTn id="220" dur="1000" fill="hold"/>
                                        <p:tgtEl>
                                          <p:spTgt spid="1054"/>
                                        </p:tgtEl>
                                      </p:cBhvr>
                                      <p:by x="125000" y="125000"/>
                                    </p:animScale>
                                  </p:childTnLst>
                                </p:cTn>
                              </p:par>
                              <p:par>
                                <p:cTn id="221" presetID="6" presetClass="emph" presetSubtype="0" repeatCount="indefinite" autoRev="1" fill="hold" grpId="0" nodeType="withEffect">
                                  <p:stCondLst>
                                    <p:cond delay="0"/>
                                  </p:stCondLst>
                                  <p:endCondLst>
                                    <p:cond evt="onNext" delay="0">
                                      <p:tgtEl>
                                        <p:sldTgt/>
                                      </p:tgtEl>
                                    </p:cond>
                                  </p:endCondLst>
                                  <p:childTnLst>
                                    <p:animScale>
                                      <p:cBhvr>
                                        <p:cTn id="222" dur="1000" fill="hold"/>
                                        <p:tgtEl>
                                          <p:spTgt spid="160"/>
                                        </p:tgtEl>
                                      </p:cBhvr>
                                      <p:by x="125000" y="125000"/>
                                    </p:animScale>
                                  </p:childTnLst>
                                </p:cTn>
                              </p:par>
                              <p:par>
                                <p:cTn id="223" presetID="6" presetClass="emph" presetSubtype="0" repeatCount="indefinite" autoRev="1" fill="hold" grpId="0" nodeType="withEffect">
                                  <p:stCondLst>
                                    <p:cond delay="0"/>
                                  </p:stCondLst>
                                  <p:endCondLst>
                                    <p:cond evt="onNext" delay="0">
                                      <p:tgtEl>
                                        <p:sldTgt/>
                                      </p:tgtEl>
                                    </p:cond>
                                  </p:endCondLst>
                                  <p:childTnLst>
                                    <p:animScale>
                                      <p:cBhvr>
                                        <p:cTn id="224" dur="1000" fill="hold"/>
                                        <p:tgtEl>
                                          <p:spTgt spid="162"/>
                                        </p:tgtEl>
                                      </p:cBhvr>
                                      <p:by x="125000" y="125000"/>
                                    </p:animScale>
                                  </p:childTnLst>
                                </p:cTn>
                              </p:par>
                              <p:par>
                                <p:cTn id="225" presetID="6" presetClass="emph" presetSubtype="0" repeatCount="indefinite" autoRev="1" fill="hold" grpId="0" nodeType="withEffect">
                                  <p:stCondLst>
                                    <p:cond delay="0"/>
                                  </p:stCondLst>
                                  <p:endCondLst>
                                    <p:cond evt="onNext" delay="0">
                                      <p:tgtEl>
                                        <p:sldTgt/>
                                      </p:tgtEl>
                                    </p:cond>
                                  </p:endCondLst>
                                  <p:childTnLst>
                                    <p:animScale>
                                      <p:cBhvr>
                                        <p:cTn id="226" dur="1000" fill="hold"/>
                                        <p:tgtEl>
                                          <p:spTgt spid="163"/>
                                        </p:tgtEl>
                                      </p:cBhvr>
                                      <p:by x="125000" y="125000"/>
                                    </p:animScale>
                                  </p:childTnLst>
                                </p:cTn>
                              </p:par>
                              <p:par>
                                <p:cTn id="227" presetID="6" presetClass="emph" presetSubtype="0" repeatCount="indefinite" autoRev="1" fill="hold" grpId="0" nodeType="withEffect">
                                  <p:stCondLst>
                                    <p:cond delay="0"/>
                                  </p:stCondLst>
                                  <p:endCondLst>
                                    <p:cond evt="onNext" delay="0">
                                      <p:tgtEl>
                                        <p:sldTgt/>
                                      </p:tgtEl>
                                    </p:cond>
                                  </p:endCondLst>
                                  <p:childTnLst>
                                    <p:animScale>
                                      <p:cBhvr>
                                        <p:cTn id="228" dur="1000" fill="hold"/>
                                        <p:tgtEl>
                                          <p:spTgt spid="164"/>
                                        </p:tgtEl>
                                      </p:cBhvr>
                                      <p:by x="125000" y="125000"/>
                                    </p:animScale>
                                  </p:childTnLst>
                                </p:cTn>
                              </p:par>
                              <p:par>
                                <p:cTn id="229" presetID="6" presetClass="emph" presetSubtype="0" repeatCount="indefinite" autoRev="1" fill="hold" grpId="0" nodeType="withEffect">
                                  <p:stCondLst>
                                    <p:cond delay="0"/>
                                  </p:stCondLst>
                                  <p:endCondLst>
                                    <p:cond evt="onNext" delay="0">
                                      <p:tgtEl>
                                        <p:sldTgt/>
                                      </p:tgtEl>
                                    </p:cond>
                                  </p:endCondLst>
                                  <p:childTnLst>
                                    <p:animScale>
                                      <p:cBhvr>
                                        <p:cTn id="230" dur="1000" fill="hold"/>
                                        <p:tgtEl>
                                          <p:spTgt spid="166"/>
                                        </p:tgtEl>
                                      </p:cBhvr>
                                      <p:by x="125000" y="125000"/>
                                    </p:animScale>
                                  </p:childTnLst>
                                </p:cTn>
                              </p:par>
                              <p:par>
                                <p:cTn id="231" presetID="6" presetClass="emph" presetSubtype="0" repeatCount="indefinite" autoRev="1" fill="hold" grpId="0" nodeType="withEffect">
                                  <p:stCondLst>
                                    <p:cond delay="0"/>
                                  </p:stCondLst>
                                  <p:endCondLst>
                                    <p:cond evt="onNext" delay="0">
                                      <p:tgtEl>
                                        <p:sldTgt/>
                                      </p:tgtEl>
                                    </p:cond>
                                  </p:endCondLst>
                                  <p:childTnLst>
                                    <p:animScale>
                                      <p:cBhvr>
                                        <p:cTn id="232" dur="1000" fill="hold"/>
                                        <p:tgtEl>
                                          <p:spTgt spid="168"/>
                                        </p:tgtEl>
                                      </p:cBhvr>
                                      <p:by x="125000" y="125000"/>
                                    </p:animScale>
                                  </p:childTnLst>
                                </p:cTn>
                              </p:par>
                              <p:par>
                                <p:cTn id="233" presetID="6" presetClass="emph" presetSubtype="0" repeatCount="indefinite" autoRev="1" fill="hold" grpId="0" nodeType="withEffect">
                                  <p:stCondLst>
                                    <p:cond delay="0"/>
                                  </p:stCondLst>
                                  <p:endCondLst>
                                    <p:cond evt="onNext" delay="0">
                                      <p:tgtEl>
                                        <p:sldTgt/>
                                      </p:tgtEl>
                                    </p:cond>
                                  </p:endCondLst>
                                  <p:childTnLst>
                                    <p:animScale>
                                      <p:cBhvr>
                                        <p:cTn id="234" dur="1000" fill="hold"/>
                                        <p:tgtEl>
                                          <p:spTgt spid="169"/>
                                        </p:tgtEl>
                                      </p:cBhvr>
                                      <p:by x="125000" y="125000"/>
                                    </p:animScale>
                                  </p:childTnLst>
                                </p:cTn>
                              </p:par>
                              <p:par>
                                <p:cTn id="235" presetID="6" presetClass="emph" presetSubtype="0" repeatCount="indefinite" autoRev="1" fill="hold" grpId="0" nodeType="withEffect">
                                  <p:stCondLst>
                                    <p:cond delay="0"/>
                                  </p:stCondLst>
                                  <p:endCondLst>
                                    <p:cond evt="onNext" delay="0">
                                      <p:tgtEl>
                                        <p:sldTgt/>
                                      </p:tgtEl>
                                    </p:cond>
                                  </p:endCondLst>
                                  <p:childTnLst>
                                    <p:animScale>
                                      <p:cBhvr>
                                        <p:cTn id="236" dur="1000" fill="hold"/>
                                        <p:tgtEl>
                                          <p:spTgt spid="170"/>
                                        </p:tgtEl>
                                      </p:cBhvr>
                                      <p:by x="125000" y="125000"/>
                                    </p:animScale>
                                  </p:childTnLst>
                                </p:cTn>
                              </p:par>
                              <p:par>
                                <p:cTn id="237" presetID="8" presetClass="emph" presetSubtype="0" repeatCount="indefinite" fill="hold" nodeType="withEffect">
                                  <p:stCondLst>
                                    <p:cond delay="0"/>
                                  </p:stCondLst>
                                  <p:childTnLst>
                                    <p:animRot by="-21600000">
                                      <p:cBhvr>
                                        <p:cTn id="238" dur="1000" fill="hold"/>
                                        <p:tgtEl>
                                          <p:spTgt spid="1235"/>
                                        </p:tgtEl>
                                        <p:attrNameLst>
                                          <p:attrName>r</p:attrName>
                                        </p:attrNameLst>
                                      </p:cBhvr>
                                    </p:animRot>
                                  </p:childTnLst>
                                </p:cTn>
                              </p:par>
                              <p:par>
                                <p:cTn id="239" presetID="6" presetClass="emph" presetSubtype="0" repeatCount="indefinite" autoRev="1" fill="hold" grpId="0" nodeType="withEffect">
                                  <p:stCondLst>
                                    <p:cond delay="0"/>
                                  </p:stCondLst>
                                  <p:childTnLst>
                                    <p:animScale>
                                      <p:cBhvr>
                                        <p:cTn id="240" dur="1000" fill="hold"/>
                                        <p:tgtEl>
                                          <p:spTgt spid="1249"/>
                                        </p:tgtEl>
                                      </p:cBhvr>
                                      <p:by x="125000" y="125000"/>
                                    </p:animScale>
                                  </p:childTnLst>
                                </p:cTn>
                              </p:par>
                              <p:par>
                                <p:cTn id="241" presetID="6" presetClass="emph" presetSubtype="0" repeatCount="indefinite" autoRev="1" fill="hold" grpId="0" nodeType="withEffect">
                                  <p:stCondLst>
                                    <p:cond delay="0"/>
                                  </p:stCondLst>
                                  <p:childTnLst>
                                    <p:animScale>
                                      <p:cBhvr>
                                        <p:cTn id="242" dur="1000" fill="hold"/>
                                        <p:tgtEl>
                                          <p:spTgt spid="1250"/>
                                        </p:tgtEl>
                                      </p:cBhvr>
                                      <p:by x="125000" y="125000"/>
                                    </p:animScale>
                                  </p:childTnLst>
                                </p:cTn>
                              </p:par>
                              <p:par>
                                <p:cTn id="243" presetID="6" presetClass="emph" presetSubtype="0" repeatCount="indefinite" autoRev="1" fill="hold" grpId="0" nodeType="withEffect">
                                  <p:stCondLst>
                                    <p:cond delay="0"/>
                                  </p:stCondLst>
                                  <p:childTnLst>
                                    <p:animScale>
                                      <p:cBhvr>
                                        <p:cTn id="244" dur="1000" fill="hold"/>
                                        <p:tgtEl>
                                          <p:spTgt spid="1251"/>
                                        </p:tgtEl>
                                      </p:cBhvr>
                                      <p:by x="125000" y="125000"/>
                                    </p:animScale>
                                  </p:childTnLst>
                                </p:cTn>
                              </p:par>
                              <p:par>
                                <p:cTn id="245" presetID="6" presetClass="emph" presetSubtype="0" repeatCount="indefinite" autoRev="1" fill="hold" grpId="0" nodeType="withEffect">
                                  <p:stCondLst>
                                    <p:cond delay="0"/>
                                  </p:stCondLst>
                                  <p:childTnLst>
                                    <p:animScale>
                                      <p:cBhvr>
                                        <p:cTn id="246" dur="1000" fill="hold"/>
                                        <p:tgtEl>
                                          <p:spTgt spid="1252"/>
                                        </p:tgtEl>
                                      </p:cBhvr>
                                      <p:by x="125000" y="125000"/>
                                    </p:animScale>
                                  </p:childTnLst>
                                </p:cTn>
                              </p:par>
                              <p:par>
                                <p:cTn id="247" presetID="6" presetClass="emph" presetSubtype="0" repeatCount="indefinite" autoRev="1" fill="hold" grpId="0" nodeType="withEffect">
                                  <p:stCondLst>
                                    <p:cond delay="0"/>
                                  </p:stCondLst>
                                  <p:childTnLst>
                                    <p:animScale>
                                      <p:cBhvr>
                                        <p:cTn id="248" dur="1000" fill="hold"/>
                                        <p:tgtEl>
                                          <p:spTgt spid="1253"/>
                                        </p:tgtEl>
                                      </p:cBhvr>
                                      <p:by x="125000" y="125000"/>
                                    </p:animScale>
                                  </p:childTnLst>
                                </p:cTn>
                              </p:par>
                              <p:par>
                                <p:cTn id="249" presetID="6" presetClass="emph" presetSubtype="0" repeatCount="indefinite" autoRev="1" fill="hold" grpId="0" nodeType="withEffect">
                                  <p:stCondLst>
                                    <p:cond delay="0"/>
                                  </p:stCondLst>
                                  <p:childTnLst>
                                    <p:animScale>
                                      <p:cBhvr>
                                        <p:cTn id="250" dur="1000" fill="hold"/>
                                        <p:tgtEl>
                                          <p:spTgt spid="1254"/>
                                        </p:tgtEl>
                                      </p:cBhvr>
                                      <p:by x="125000" y="125000"/>
                                    </p:animScale>
                                  </p:childTnLst>
                                </p:cTn>
                              </p:par>
                              <p:par>
                                <p:cTn id="251" presetID="6" presetClass="emph" presetSubtype="0" repeatCount="indefinite" autoRev="1" fill="hold" grpId="0" nodeType="withEffect">
                                  <p:stCondLst>
                                    <p:cond delay="0"/>
                                  </p:stCondLst>
                                  <p:childTnLst>
                                    <p:animScale>
                                      <p:cBhvr>
                                        <p:cTn id="252" dur="1000" fill="hold"/>
                                        <p:tgtEl>
                                          <p:spTgt spid="1255"/>
                                        </p:tgtEl>
                                      </p:cBhvr>
                                      <p:by x="125000" y="125000"/>
                                    </p:animScale>
                                  </p:childTnLst>
                                </p:cTn>
                              </p:par>
                              <p:par>
                                <p:cTn id="253" presetID="6" presetClass="emph" presetSubtype="0" repeatCount="indefinite" autoRev="1" fill="hold" grpId="0" nodeType="withEffect">
                                  <p:stCondLst>
                                    <p:cond delay="0"/>
                                  </p:stCondLst>
                                  <p:childTnLst>
                                    <p:animScale>
                                      <p:cBhvr>
                                        <p:cTn id="254" dur="1000" fill="hold"/>
                                        <p:tgtEl>
                                          <p:spTgt spid="4"/>
                                        </p:tgtEl>
                                      </p:cBhvr>
                                      <p:by x="125000" y="125000"/>
                                    </p:animScale>
                                  </p:childTnLst>
                                </p:cTn>
                              </p:par>
                              <p:par>
                                <p:cTn id="255" presetID="6" presetClass="emph" presetSubtype="0" repeatCount="indefinite" autoRev="1" fill="hold" grpId="0" nodeType="withEffect">
                                  <p:stCondLst>
                                    <p:cond delay="0"/>
                                  </p:stCondLst>
                                  <p:childTnLst>
                                    <p:animScale>
                                      <p:cBhvr>
                                        <p:cTn id="256" dur="1000" fill="hold"/>
                                        <p:tgtEl>
                                          <p:spTgt spid="5"/>
                                        </p:tgtEl>
                                      </p:cBhvr>
                                      <p:by x="125000" y="125000"/>
                                    </p:animScale>
                                  </p:childTnLst>
                                </p:cTn>
                              </p:par>
                              <p:par>
                                <p:cTn id="257" presetID="6" presetClass="emph" presetSubtype="0" repeatCount="indefinite" autoRev="1" fill="hold" grpId="0" nodeType="withEffect">
                                  <p:stCondLst>
                                    <p:cond delay="0"/>
                                  </p:stCondLst>
                                  <p:childTnLst>
                                    <p:animScale>
                                      <p:cBhvr>
                                        <p:cTn id="258" dur="1000" fill="hold"/>
                                        <p:tgtEl>
                                          <p:spTgt spid="8"/>
                                        </p:tgtEl>
                                      </p:cBhvr>
                                      <p:by x="125000" y="125000"/>
                                    </p:animScale>
                                  </p:childTnLst>
                                </p:cTn>
                              </p:par>
                              <p:par>
                                <p:cTn id="259" presetID="6" presetClass="emph" presetSubtype="0" repeatCount="indefinite" autoRev="1" fill="hold" grpId="0" nodeType="withEffect">
                                  <p:stCondLst>
                                    <p:cond delay="0"/>
                                  </p:stCondLst>
                                  <p:childTnLst>
                                    <p:animScale>
                                      <p:cBhvr>
                                        <p:cTn id="260" dur="1000" fill="hold"/>
                                        <p:tgtEl>
                                          <p:spTgt spid="9"/>
                                        </p:tgtEl>
                                      </p:cBhvr>
                                      <p:by x="125000" y="125000"/>
                                    </p:animScale>
                                  </p:childTnLst>
                                </p:cTn>
                              </p:par>
                              <p:par>
                                <p:cTn id="261" presetID="6" presetClass="emph" presetSubtype="0" repeatCount="indefinite" autoRev="1" fill="hold" grpId="0" nodeType="withEffect">
                                  <p:stCondLst>
                                    <p:cond delay="0"/>
                                  </p:stCondLst>
                                  <p:childTnLst>
                                    <p:animScale>
                                      <p:cBhvr>
                                        <p:cTn id="262" dur="1000" fill="hold"/>
                                        <p:tgtEl>
                                          <p:spTgt spid="23"/>
                                        </p:tgtEl>
                                      </p:cBhvr>
                                      <p:by x="125000" y="125000"/>
                                    </p:animScale>
                                  </p:childTnLst>
                                </p:cTn>
                              </p:par>
                              <p:par>
                                <p:cTn id="263" presetID="6" presetClass="emph" presetSubtype="0" repeatCount="indefinite" autoRev="1" fill="hold" grpId="0" nodeType="withEffect">
                                  <p:stCondLst>
                                    <p:cond delay="0"/>
                                  </p:stCondLst>
                                  <p:childTnLst>
                                    <p:animScale>
                                      <p:cBhvr>
                                        <p:cTn id="264" dur="1000" fill="hold"/>
                                        <p:tgtEl>
                                          <p:spTgt spid="24"/>
                                        </p:tgtEl>
                                      </p:cBhvr>
                                      <p:by x="125000" y="125000"/>
                                    </p:animScale>
                                  </p:childTnLst>
                                </p:cTn>
                              </p:par>
                              <p:par>
                                <p:cTn id="265" presetID="6" presetClass="emph" presetSubtype="0" repeatCount="indefinite" autoRev="1" fill="hold" grpId="0" nodeType="withEffect">
                                  <p:stCondLst>
                                    <p:cond delay="0"/>
                                  </p:stCondLst>
                                  <p:childTnLst>
                                    <p:animScale>
                                      <p:cBhvr>
                                        <p:cTn id="266" dur="1000" fill="hold"/>
                                        <p:tgtEl>
                                          <p:spTgt spid="25"/>
                                        </p:tgtEl>
                                      </p:cBhvr>
                                      <p:by x="125000" y="125000"/>
                                    </p:animScale>
                                  </p:childTnLst>
                                </p:cTn>
                              </p:par>
                              <p:par>
                                <p:cTn id="267" presetID="6" presetClass="emph" presetSubtype="0" repeatCount="indefinite" autoRev="1" fill="hold" grpId="0" nodeType="withEffect">
                                  <p:stCondLst>
                                    <p:cond delay="0"/>
                                  </p:stCondLst>
                                  <p:childTnLst>
                                    <p:animScale>
                                      <p:cBhvr>
                                        <p:cTn id="268" dur="1000" fill="hold"/>
                                        <p:tgtEl>
                                          <p:spTgt spid="26"/>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 grpId="0" animBg="1"/>
      <p:bldP spid="1250" grpId="0" animBg="1"/>
      <p:bldP spid="1251" grpId="0" animBg="1"/>
      <p:bldP spid="1252" grpId="0" animBg="1"/>
      <p:bldP spid="1253" grpId="0" animBg="1"/>
      <p:bldP spid="1254" grpId="0" animBg="1"/>
      <p:bldP spid="1255" grpId="0" animBg="1"/>
      <p:bldP spid="1163" grpId="0" animBg="1"/>
      <p:bldP spid="182" grpId="0" animBg="1"/>
      <p:bldP spid="184" grpId="0" animBg="1"/>
      <p:bldP spid="186" grpId="0" animBg="1"/>
      <p:bldP spid="188" grpId="0" animBg="1"/>
      <p:bldP spid="189" grpId="0" animBg="1"/>
      <p:bldP spid="191" grpId="0" animBg="1"/>
      <p:bldP spid="192" grpId="0" animBg="1"/>
      <p:bldP spid="194" grpId="0" animBg="1"/>
      <p:bldP spid="196" grpId="0" animBg="1"/>
      <p:bldP spid="198" grpId="0" animBg="1"/>
      <p:bldP spid="201" grpId="0" animBg="1"/>
      <p:bldP spid="202" grpId="0" animBg="1"/>
      <p:bldP spid="204" grpId="0" animBg="1"/>
      <p:bldP spid="207" grpId="0" animBg="1"/>
      <p:bldP spid="209" grpId="0" animBg="1"/>
      <p:bldP spid="211" grpId="0" animBg="1"/>
      <p:bldP spid="213" grpId="0" animBg="1"/>
      <p:bldP spid="214" grpId="0" animBg="1"/>
      <p:bldP spid="3" grpId="0" animBg="1"/>
      <p:bldP spid="6" grpId="0" animBg="1"/>
      <p:bldP spid="7" grpId="0" animBg="1"/>
      <p:bldP spid="14" grpId="0" animBg="1"/>
      <p:bldP spid="1136" grpId="0" animBg="1"/>
      <p:bldP spid="1137" grpId="0" animBg="1"/>
      <p:bldP spid="1139" grpId="0" animBg="1"/>
      <p:bldP spid="1154" grpId="0" animBg="1"/>
      <p:bldP spid="1155" grpId="0" animBg="1"/>
      <p:bldP spid="1157" grpId="0" animBg="1"/>
      <p:bldP spid="1158" grpId="0" animBg="1"/>
      <p:bldP spid="1159" grpId="0" animBg="1"/>
      <p:bldP spid="1160" grpId="0" animBg="1"/>
      <p:bldP spid="1161" grpId="0" animBg="1"/>
      <p:bldP spid="1162" grpId="0" animBg="1"/>
      <p:bldP spid="1164" grpId="0" animBg="1"/>
      <p:bldP spid="1165" grpId="0" animBg="1"/>
      <p:bldP spid="1167" grpId="0" animBg="1"/>
      <p:bldP spid="1169" grpId="0" animBg="1"/>
      <p:bldP spid="1170" grpId="0" animBg="1"/>
      <p:bldP spid="1171" grpId="0" animBg="1"/>
      <p:bldP spid="1172" grpId="0" animBg="1"/>
      <p:bldP spid="1173" grpId="0" animBg="1"/>
      <p:bldP spid="1174" grpId="0" animBg="1"/>
      <p:bldP spid="1175" grpId="0" animBg="1"/>
      <p:bldP spid="1176" grpId="0" animBg="1"/>
      <p:bldP spid="1177" grpId="0" animBg="1"/>
      <p:bldP spid="1178" grpId="0" animBg="1"/>
      <p:bldP spid="1179" grpId="0" animBg="1"/>
      <p:bldP spid="1180" grpId="0" animBg="1"/>
      <p:bldP spid="1181" grpId="0" animBg="1"/>
      <p:bldP spid="1182" grpId="0" animBg="1"/>
      <p:bldP spid="1183"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P spid="45" grpId="0" animBg="1"/>
      <p:bldP spid="48" grpId="0" animBg="1"/>
      <p:bldP spid="51" grpId="0" animBg="1"/>
      <p:bldP spid="58" grpId="0" animBg="1"/>
      <p:bldP spid="59" grpId="0" animBg="1"/>
      <p:bldP spid="60" grpId="0" animBg="1"/>
      <p:bldP spid="61" grpId="0" animBg="1"/>
      <p:bldP spid="62" grpId="0" animBg="1"/>
      <p:bldP spid="64" grpId="0" animBg="1"/>
      <p:bldP spid="65" grpId="0" animBg="1"/>
      <p:bldP spid="66" grpId="0" animBg="1"/>
      <p:bldP spid="68" grpId="0" animBg="1"/>
      <p:bldP spid="69" grpId="0" animBg="1"/>
      <p:bldP spid="76" grpId="0" animBg="1"/>
      <p:bldP spid="78" grpId="0" animBg="1"/>
      <p:bldP spid="136" grpId="0" animBg="1"/>
      <p:bldP spid="137" grpId="0" animBg="1"/>
      <p:bldP spid="138" grpId="0" animBg="1"/>
      <p:bldP spid="145" grpId="0" animBg="1"/>
      <p:bldP spid="146" grpId="0" animBg="1"/>
      <p:bldP spid="147" grpId="0" animBg="1"/>
      <p:bldP spid="149" grpId="0" animBg="1"/>
      <p:bldP spid="154" grpId="0" animBg="1"/>
      <p:bldP spid="155" grpId="0" animBg="1"/>
      <p:bldP spid="156" grpId="0" animBg="1"/>
      <p:bldP spid="157" grpId="0" animBg="1"/>
      <p:bldP spid="158" grpId="0" animBg="1"/>
      <p:bldP spid="159" grpId="0" animBg="1"/>
      <p:bldP spid="1029" grpId="0" animBg="1"/>
      <p:bldP spid="1047" grpId="0" animBg="1"/>
      <p:bldP spid="1048" grpId="0" animBg="1"/>
      <p:bldP spid="1049" grpId="0" animBg="1"/>
      <p:bldP spid="1050" grpId="0" animBg="1"/>
      <p:bldP spid="1051" grpId="0" animBg="1"/>
      <p:bldP spid="1052" grpId="0" animBg="1"/>
      <p:bldP spid="1053" grpId="0" animBg="1"/>
      <p:bldP spid="1054" grpId="0" animBg="1"/>
      <p:bldP spid="160" grpId="0" animBg="1"/>
      <p:bldP spid="162" grpId="0" animBg="1"/>
      <p:bldP spid="163" grpId="0" animBg="1"/>
      <p:bldP spid="164" grpId="0" animBg="1"/>
      <p:bldP spid="166" grpId="0" animBg="1"/>
      <p:bldP spid="168" grpId="0" animBg="1"/>
      <p:bldP spid="169" grpId="0" animBg="1"/>
      <p:bldP spid="170" grpId="0" animBg="1"/>
      <p:bldP spid="4" grpId="0" animBg="1"/>
      <p:bldP spid="5" grpId="0" animBg="1"/>
      <p:bldP spid="8" grpId="0" animBg="1"/>
      <p:bldP spid="9" grpId="0"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CB54-1FFA-4DA5-1C1D-06391457E0D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7929D11-C80D-B3B3-B187-BD98944F0077}"/>
              </a:ext>
            </a:extLst>
          </p:cNvPr>
          <p:cNvSpPr/>
          <p:nvPr/>
        </p:nvSpPr>
        <p:spPr>
          <a:xfrm>
            <a:off x="1282045" y="523876"/>
            <a:ext cx="9907571" cy="5379426"/>
          </a:xfrm>
          <a:prstGeom prst="rect">
            <a:avLst/>
          </a:prstGeom>
          <a:solidFill>
            <a:schemeClr val="bg1">
              <a:lumMod val="95000"/>
            </a:schemeClr>
          </a:solidFill>
          <a:ln w="127000" cmpd="sng"/>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1" name="Picture 160" descr="The Little Irritations of Life #12: Vaping – Mudskipper Press">
            <a:extLst>
              <a:ext uri="{FF2B5EF4-FFF2-40B4-BE49-F238E27FC236}">
                <a16:creationId xmlns:a16="http://schemas.microsoft.com/office/drawing/2014/main" id="{F011BD0E-03FE-4763-AF9D-77F3A0E2541F}"/>
              </a:ext>
            </a:extLst>
          </p:cNvPr>
          <p:cNvPicPr>
            <a:picLocks noChangeAspect="1" noChangeArrowheads="1" noCrop="1"/>
          </p:cNvPicPr>
          <p:nvPr/>
        </p:nvPicPr>
        <p:blipFill>
          <a:blip r:embed="rId3" cstate="hqprint">
            <a:extLst>
              <a:ext uri="{28A0092B-C50C-407E-A947-70E740481C1C}">
                <a14:useLocalDpi xmlns:a14="http://schemas.microsoft.com/office/drawing/2010/main"/>
              </a:ext>
            </a:extLst>
          </a:blip>
          <a:srcRect l="4022" t="7511" r="5642" b="1476"/>
          <a:stretch>
            <a:fillRect/>
          </a:stretch>
        </p:blipFill>
        <p:spPr bwMode="auto">
          <a:xfrm rot="13699523">
            <a:off x="9662500" y="887564"/>
            <a:ext cx="677367" cy="665247"/>
          </a:xfrm>
          <a:custGeom>
            <a:avLst/>
            <a:gdLst>
              <a:gd name="connsiteX0" fmla="*/ 677367 w 677367"/>
              <a:gd name="connsiteY0" fmla="*/ 365267 h 665247"/>
              <a:gd name="connsiteX1" fmla="*/ 410333 w 677367"/>
              <a:gd name="connsiteY1" fmla="*/ 665247 h 665247"/>
              <a:gd name="connsiteX2" fmla="*/ 0 w 677367"/>
              <a:gd name="connsiteY2" fmla="*/ 299980 h 665247"/>
              <a:gd name="connsiteX3" fmla="*/ 267034 w 677367"/>
              <a:gd name="connsiteY3" fmla="*/ 0 h 665247"/>
            </a:gdLst>
            <a:ahLst/>
            <a:cxnLst>
              <a:cxn ang="0">
                <a:pos x="connsiteX0" y="connsiteY0"/>
              </a:cxn>
              <a:cxn ang="0">
                <a:pos x="connsiteX1" y="connsiteY1"/>
              </a:cxn>
              <a:cxn ang="0">
                <a:pos x="connsiteX2" y="connsiteY2"/>
              </a:cxn>
              <a:cxn ang="0">
                <a:pos x="connsiteX3" y="connsiteY3"/>
              </a:cxn>
            </a:cxnLst>
            <a:rect l="l" t="t" r="r" b="b"/>
            <a:pathLst>
              <a:path w="677367" h="665247">
                <a:moveTo>
                  <a:pt x="677367" y="365267"/>
                </a:moveTo>
                <a:lnTo>
                  <a:pt x="410333" y="665247"/>
                </a:lnTo>
                <a:lnTo>
                  <a:pt x="0" y="299980"/>
                </a:lnTo>
                <a:lnTo>
                  <a:pt x="267034" y="0"/>
                </a:lnTo>
                <a:close/>
              </a:path>
            </a:pathLst>
          </a:custGeom>
          <a:noFill/>
          <a:extLst>
            <a:ext uri="{909E8E84-426E-40DD-AFC4-6F175D3DCCD1}">
              <a14:hiddenFill xmlns:a14="http://schemas.microsoft.com/office/drawing/2010/main">
                <a:solidFill>
                  <a:srgbClr val="FFFFFF"/>
                </a:solidFill>
              </a14:hiddenFill>
            </a:ext>
          </a:extLst>
        </p:spPr>
      </p:pic>
      <p:sp>
        <p:nvSpPr>
          <p:cNvPr id="1166" name="Freeform: Shape 1165">
            <a:extLst>
              <a:ext uri="{FF2B5EF4-FFF2-40B4-BE49-F238E27FC236}">
                <a16:creationId xmlns:a16="http://schemas.microsoft.com/office/drawing/2014/main" id="{28F5EB82-E281-A470-B1F2-B04D456B71E6}"/>
              </a:ext>
            </a:extLst>
          </p:cNvPr>
          <p:cNvSpPr/>
          <p:nvPr/>
        </p:nvSpPr>
        <p:spPr>
          <a:xfrm>
            <a:off x="9743641" y="2421014"/>
            <a:ext cx="1159690" cy="2144762"/>
          </a:xfrm>
          <a:custGeom>
            <a:avLst/>
            <a:gdLst>
              <a:gd name="connsiteX0" fmla="*/ 0 w 1121194"/>
              <a:gd name="connsiteY0" fmla="*/ 0 h 2020535"/>
              <a:gd name="connsiteX1" fmla="*/ 1121194 w 1121194"/>
              <a:gd name="connsiteY1" fmla="*/ 0 h 2020535"/>
              <a:gd name="connsiteX2" fmla="*/ 1121194 w 1121194"/>
              <a:gd name="connsiteY2" fmla="*/ 1481648 h 2020535"/>
              <a:gd name="connsiteX3" fmla="*/ 1092568 w 1121194"/>
              <a:gd name="connsiteY3" fmla="*/ 1497694 h 2020535"/>
              <a:gd name="connsiteX4" fmla="*/ 697541 w 1121194"/>
              <a:gd name="connsiteY4" fmla="*/ 1573408 h 2020535"/>
              <a:gd name="connsiteX5" fmla="*/ 633430 w 1121194"/>
              <a:gd name="connsiteY5" fmla="*/ 1575520 h 2020535"/>
              <a:gd name="connsiteX6" fmla="*/ 633430 w 1121194"/>
              <a:gd name="connsiteY6" fmla="*/ 2020535 h 2020535"/>
              <a:gd name="connsiteX7" fmla="*/ 528774 w 1121194"/>
              <a:gd name="connsiteY7" fmla="*/ 2020535 h 2020535"/>
              <a:gd name="connsiteX8" fmla="*/ 528774 w 1121194"/>
              <a:gd name="connsiteY8" fmla="*/ 1577088 h 2020535"/>
              <a:gd name="connsiteX9" fmla="*/ 413479 w 1121194"/>
              <a:gd name="connsiteY9" fmla="*/ 1572466 h 2020535"/>
              <a:gd name="connsiteX10" fmla="*/ 29168 w 1121194"/>
              <a:gd name="connsiteY10" fmla="*/ 1494519 h 2020535"/>
              <a:gd name="connsiteX11" fmla="*/ 0 w 1121194"/>
              <a:gd name="connsiteY11" fmla="*/ 1481648 h 202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1194" h="2020535">
                <a:moveTo>
                  <a:pt x="0" y="0"/>
                </a:moveTo>
                <a:lnTo>
                  <a:pt x="1121194" y="0"/>
                </a:lnTo>
                <a:lnTo>
                  <a:pt x="1121194" y="1481648"/>
                </a:lnTo>
                <a:lnTo>
                  <a:pt x="1092568" y="1497694"/>
                </a:lnTo>
                <a:cubicBezTo>
                  <a:pt x="1008209" y="1538397"/>
                  <a:pt x="847429" y="1563583"/>
                  <a:pt x="697541" y="1573408"/>
                </a:cubicBezTo>
                <a:lnTo>
                  <a:pt x="633430" y="1575520"/>
                </a:lnTo>
                <a:lnTo>
                  <a:pt x="633430" y="2020535"/>
                </a:lnTo>
                <a:lnTo>
                  <a:pt x="528774" y="2020535"/>
                </a:lnTo>
                <a:lnTo>
                  <a:pt x="528774" y="1577088"/>
                </a:lnTo>
                <a:lnTo>
                  <a:pt x="413479" y="1572466"/>
                </a:lnTo>
                <a:cubicBezTo>
                  <a:pt x="267163" y="1561598"/>
                  <a:pt x="113527" y="1535222"/>
                  <a:pt x="29168" y="1494519"/>
                </a:cubicBezTo>
                <a:lnTo>
                  <a:pt x="0" y="1481648"/>
                </a:lnTo>
                <a:close/>
              </a:path>
            </a:pathLst>
          </a:custGeom>
          <a:solidFill>
            <a:schemeClr val="bg2">
              <a:lumMod val="25000"/>
            </a:schemeClr>
          </a:solid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Rectangle 14">
            <a:extLst>
              <a:ext uri="{FF2B5EF4-FFF2-40B4-BE49-F238E27FC236}">
                <a16:creationId xmlns:a16="http://schemas.microsoft.com/office/drawing/2014/main" id="{28684271-2768-8FBB-3B15-A3C4A91AFDB9}"/>
              </a:ext>
            </a:extLst>
          </p:cNvPr>
          <p:cNvSpPr/>
          <p:nvPr/>
        </p:nvSpPr>
        <p:spPr>
          <a:xfrm>
            <a:off x="1897380" y="954701"/>
            <a:ext cx="7632700" cy="4348819"/>
          </a:xfrm>
          <a:prstGeom prst="rect">
            <a:avLst/>
          </a:prstGeom>
          <a:solidFill>
            <a:schemeClr val="bg1">
              <a:lumMod val="85000"/>
            </a:schemeClr>
          </a:solidFill>
          <a:ln w="101600" cmpd="tri">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EEC5F4A-0611-29E2-03A3-478E1D1CCB78}"/>
              </a:ext>
            </a:extLst>
          </p:cNvPr>
          <p:cNvSpPr/>
          <p:nvPr/>
        </p:nvSpPr>
        <p:spPr>
          <a:xfrm>
            <a:off x="3726043" y="1038733"/>
            <a:ext cx="5734050" cy="4182766"/>
          </a:xfrm>
          <a:prstGeom prst="rect">
            <a:avLst/>
          </a:prstGeom>
          <a:solidFill>
            <a:schemeClr val="tx2">
              <a:lumMod val="10000"/>
              <a:lumOff val="90000"/>
            </a:schemeClr>
          </a:solidFill>
          <a:ln w="76200" cmpd="sng">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Oval 1">
            <a:extLst>
              <a:ext uri="{FF2B5EF4-FFF2-40B4-BE49-F238E27FC236}">
                <a16:creationId xmlns:a16="http://schemas.microsoft.com/office/drawing/2014/main" id="{8A9FB130-BCD8-3019-0F64-35F2D64D71BD}"/>
              </a:ext>
            </a:extLst>
          </p:cNvPr>
          <p:cNvSpPr/>
          <p:nvPr/>
        </p:nvSpPr>
        <p:spPr>
          <a:xfrm>
            <a:off x="4593803" y="2201917"/>
            <a:ext cx="2365309" cy="2099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3714AC5C-CD19-59A9-B017-6A35B9D08A2F}"/>
              </a:ext>
            </a:extLst>
          </p:cNvPr>
          <p:cNvSpPr/>
          <p:nvPr/>
        </p:nvSpPr>
        <p:spPr>
          <a:xfrm>
            <a:off x="4667596" y="2209612"/>
            <a:ext cx="874271" cy="2096443"/>
          </a:xfrm>
          <a:custGeom>
            <a:avLst/>
            <a:gdLst>
              <a:gd name="connsiteX0" fmla="*/ 1524000 w 1860550"/>
              <a:gd name="connsiteY0" fmla="*/ 38100 h 4349750"/>
              <a:gd name="connsiteX1" fmla="*/ 1847850 w 1860550"/>
              <a:gd name="connsiteY1" fmla="*/ 0 h 4349750"/>
              <a:gd name="connsiteX2" fmla="*/ 1828800 w 1860550"/>
              <a:gd name="connsiteY2" fmla="*/ 285750 h 4349750"/>
              <a:gd name="connsiteX3" fmla="*/ 1663700 w 1860550"/>
              <a:gd name="connsiteY3" fmla="*/ 527050 h 4349750"/>
              <a:gd name="connsiteX4" fmla="*/ 1428750 w 1860550"/>
              <a:gd name="connsiteY4" fmla="*/ 641350 h 4349750"/>
              <a:gd name="connsiteX5" fmla="*/ 1155700 w 1860550"/>
              <a:gd name="connsiteY5" fmla="*/ 762000 h 4349750"/>
              <a:gd name="connsiteX6" fmla="*/ 920750 w 1860550"/>
              <a:gd name="connsiteY6" fmla="*/ 920750 h 4349750"/>
              <a:gd name="connsiteX7" fmla="*/ 704850 w 1860550"/>
              <a:gd name="connsiteY7" fmla="*/ 1136650 h 4349750"/>
              <a:gd name="connsiteX8" fmla="*/ 520700 w 1860550"/>
              <a:gd name="connsiteY8" fmla="*/ 1397000 h 4349750"/>
              <a:gd name="connsiteX9" fmla="*/ 368300 w 1860550"/>
              <a:gd name="connsiteY9" fmla="*/ 1809750 h 4349750"/>
              <a:gd name="connsiteX10" fmla="*/ 323850 w 1860550"/>
              <a:gd name="connsiteY10" fmla="*/ 2197100 h 4349750"/>
              <a:gd name="connsiteX11" fmla="*/ 387350 w 1860550"/>
              <a:gd name="connsiteY11" fmla="*/ 2628900 h 4349750"/>
              <a:gd name="connsiteX12" fmla="*/ 501650 w 1860550"/>
              <a:gd name="connsiteY12" fmla="*/ 2914650 h 4349750"/>
              <a:gd name="connsiteX13" fmla="*/ 628650 w 1860550"/>
              <a:gd name="connsiteY13" fmla="*/ 3117850 h 4349750"/>
              <a:gd name="connsiteX14" fmla="*/ 812800 w 1860550"/>
              <a:gd name="connsiteY14" fmla="*/ 3340100 h 4349750"/>
              <a:gd name="connsiteX15" fmla="*/ 965200 w 1860550"/>
              <a:gd name="connsiteY15" fmla="*/ 3467100 h 4349750"/>
              <a:gd name="connsiteX16" fmla="*/ 1181100 w 1860550"/>
              <a:gd name="connsiteY16" fmla="*/ 3606800 h 4349750"/>
              <a:gd name="connsiteX17" fmla="*/ 1365250 w 1860550"/>
              <a:gd name="connsiteY17" fmla="*/ 3689350 h 4349750"/>
              <a:gd name="connsiteX18" fmla="*/ 1574800 w 1860550"/>
              <a:gd name="connsiteY18" fmla="*/ 3765550 h 4349750"/>
              <a:gd name="connsiteX19" fmla="*/ 1727200 w 1860550"/>
              <a:gd name="connsiteY19" fmla="*/ 3892550 h 4349750"/>
              <a:gd name="connsiteX20" fmla="*/ 1828800 w 1860550"/>
              <a:gd name="connsiteY20" fmla="*/ 4076700 h 4349750"/>
              <a:gd name="connsiteX21" fmla="*/ 1860550 w 1860550"/>
              <a:gd name="connsiteY21" fmla="*/ 4241800 h 4349750"/>
              <a:gd name="connsiteX22" fmla="*/ 1860550 w 1860550"/>
              <a:gd name="connsiteY22" fmla="*/ 4349750 h 4349750"/>
              <a:gd name="connsiteX23" fmla="*/ 1536700 w 1860550"/>
              <a:gd name="connsiteY23" fmla="*/ 4305300 h 4349750"/>
              <a:gd name="connsiteX24" fmla="*/ 1536700 w 1860550"/>
              <a:gd name="connsiteY24" fmla="*/ 4222750 h 4349750"/>
              <a:gd name="connsiteX25" fmla="*/ 1454150 w 1860550"/>
              <a:gd name="connsiteY25" fmla="*/ 4076700 h 4349750"/>
              <a:gd name="connsiteX26" fmla="*/ 1238250 w 1860550"/>
              <a:gd name="connsiteY26" fmla="*/ 3987800 h 4349750"/>
              <a:gd name="connsiteX27" fmla="*/ 977900 w 1860550"/>
              <a:gd name="connsiteY27" fmla="*/ 3860800 h 4349750"/>
              <a:gd name="connsiteX28" fmla="*/ 768350 w 1860550"/>
              <a:gd name="connsiteY28" fmla="*/ 3727450 h 4349750"/>
              <a:gd name="connsiteX29" fmla="*/ 596900 w 1860550"/>
              <a:gd name="connsiteY29" fmla="*/ 3581400 h 4349750"/>
              <a:gd name="connsiteX30" fmla="*/ 444500 w 1860550"/>
              <a:gd name="connsiteY30" fmla="*/ 3409950 h 4349750"/>
              <a:gd name="connsiteX31" fmla="*/ 311150 w 1860550"/>
              <a:gd name="connsiteY31" fmla="*/ 3225800 h 4349750"/>
              <a:gd name="connsiteX32" fmla="*/ 171450 w 1860550"/>
              <a:gd name="connsiteY32" fmla="*/ 2978150 h 4349750"/>
              <a:gd name="connsiteX33" fmla="*/ 69850 w 1860550"/>
              <a:gd name="connsiteY33" fmla="*/ 2698750 h 4349750"/>
              <a:gd name="connsiteX34" fmla="*/ 19050 w 1860550"/>
              <a:gd name="connsiteY34" fmla="*/ 2432050 h 4349750"/>
              <a:gd name="connsiteX35" fmla="*/ 0 w 1860550"/>
              <a:gd name="connsiteY35" fmla="*/ 2209800 h 4349750"/>
              <a:gd name="connsiteX36" fmla="*/ 6350 w 1860550"/>
              <a:gd name="connsiteY36" fmla="*/ 2000250 h 4349750"/>
              <a:gd name="connsiteX37" fmla="*/ 31750 w 1860550"/>
              <a:gd name="connsiteY37" fmla="*/ 1847850 h 4349750"/>
              <a:gd name="connsiteX38" fmla="*/ 69850 w 1860550"/>
              <a:gd name="connsiteY38" fmla="*/ 1676400 h 4349750"/>
              <a:gd name="connsiteX39" fmla="*/ 165100 w 1860550"/>
              <a:gd name="connsiteY39" fmla="*/ 1397000 h 4349750"/>
              <a:gd name="connsiteX40" fmla="*/ 298450 w 1860550"/>
              <a:gd name="connsiteY40" fmla="*/ 1143000 h 4349750"/>
              <a:gd name="connsiteX41" fmla="*/ 469900 w 1860550"/>
              <a:gd name="connsiteY41" fmla="*/ 908050 h 4349750"/>
              <a:gd name="connsiteX42" fmla="*/ 812800 w 1860550"/>
              <a:gd name="connsiteY42" fmla="*/ 596900 h 4349750"/>
              <a:gd name="connsiteX43" fmla="*/ 1041400 w 1860550"/>
              <a:gd name="connsiteY43" fmla="*/ 457200 h 4349750"/>
              <a:gd name="connsiteX44" fmla="*/ 1327150 w 1860550"/>
              <a:gd name="connsiteY44" fmla="*/ 336550 h 4349750"/>
              <a:gd name="connsiteX45" fmla="*/ 1473200 w 1860550"/>
              <a:gd name="connsiteY45" fmla="*/ 260350 h 4349750"/>
              <a:gd name="connsiteX46" fmla="*/ 1536700 w 1860550"/>
              <a:gd name="connsiteY46" fmla="*/ 133350 h 4349750"/>
              <a:gd name="connsiteX47" fmla="*/ 1524000 w 1860550"/>
              <a:gd name="connsiteY47" fmla="*/ 38100 h 4349750"/>
              <a:gd name="connsiteX0" fmla="*/ 1524000 w 1860550"/>
              <a:gd name="connsiteY0" fmla="*/ 129540 h 4441190"/>
              <a:gd name="connsiteX1" fmla="*/ 1855470 w 1860550"/>
              <a:gd name="connsiteY1" fmla="*/ 0 h 4441190"/>
              <a:gd name="connsiteX2" fmla="*/ 1828800 w 1860550"/>
              <a:gd name="connsiteY2" fmla="*/ 377190 h 4441190"/>
              <a:gd name="connsiteX3" fmla="*/ 1663700 w 1860550"/>
              <a:gd name="connsiteY3" fmla="*/ 618490 h 4441190"/>
              <a:gd name="connsiteX4" fmla="*/ 1428750 w 1860550"/>
              <a:gd name="connsiteY4" fmla="*/ 732790 h 4441190"/>
              <a:gd name="connsiteX5" fmla="*/ 1155700 w 1860550"/>
              <a:gd name="connsiteY5" fmla="*/ 853440 h 4441190"/>
              <a:gd name="connsiteX6" fmla="*/ 920750 w 1860550"/>
              <a:gd name="connsiteY6" fmla="*/ 1012190 h 4441190"/>
              <a:gd name="connsiteX7" fmla="*/ 704850 w 1860550"/>
              <a:gd name="connsiteY7" fmla="*/ 1228090 h 4441190"/>
              <a:gd name="connsiteX8" fmla="*/ 520700 w 1860550"/>
              <a:gd name="connsiteY8" fmla="*/ 1488440 h 4441190"/>
              <a:gd name="connsiteX9" fmla="*/ 368300 w 1860550"/>
              <a:gd name="connsiteY9" fmla="*/ 1901190 h 4441190"/>
              <a:gd name="connsiteX10" fmla="*/ 323850 w 1860550"/>
              <a:gd name="connsiteY10" fmla="*/ 2288540 h 4441190"/>
              <a:gd name="connsiteX11" fmla="*/ 387350 w 1860550"/>
              <a:gd name="connsiteY11" fmla="*/ 2720340 h 4441190"/>
              <a:gd name="connsiteX12" fmla="*/ 501650 w 1860550"/>
              <a:gd name="connsiteY12" fmla="*/ 3006090 h 4441190"/>
              <a:gd name="connsiteX13" fmla="*/ 628650 w 1860550"/>
              <a:gd name="connsiteY13" fmla="*/ 3209290 h 4441190"/>
              <a:gd name="connsiteX14" fmla="*/ 812800 w 1860550"/>
              <a:gd name="connsiteY14" fmla="*/ 3431540 h 4441190"/>
              <a:gd name="connsiteX15" fmla="*/ 965200 w 1860550"/>
              <a:gd name="connsiteY15" fmla="*/ 3558540 h 4441190"/>
              <a:gd name="connsiteX16" fmla="*/ 1181100 w 1860550"/>
              <a:gd name="connsiteY16" fmla="*/ 3698240 h 4441190"/>
              <a:gd name="connsiteX17" fmla="*/ 1365250 w 1860550"/>
              <a:gd name="connsiteY17" fmla="*/ 3780790 h 4441190"/>
              <a:gd name="connsiteX18" fmla="*/ 1574800 w 1860550"/>
              <a:gd name="connsiteY18" fmla="*/ 3856990 h 4441190"/>
              <a:gd name="connsiteX19" fmla="*/ 1727200 w 1860550"/>
              <a:gd name="connsiteY19" fmla="*/ 3983990 h 4441190"/>
              <a:gd name="connsiteX20" fmla="*/ 1828800 w 1860550"/>
              <a:gd name="connsiteY20" fmla="*/ 4168140 h 4441190"/>
              <a:gd name="connsiteX21" fmla="*/ 1860550 w 1860550"/>
              <a:gd name="connsiteY21" fmla="*/ 4333240 h 4441190"/>
              <a:gd name="connsiteX22" fmla="*/ 1860550 w 1860550"/>
              <a:gd name="connsiteY22" fmla="*/ 4441190 h 4441190"/>
              <a:gd name="connsiteX23" fmla="*/ 1536700 w 1860550"/>
              <a:gd name="connsiteY23" fmla="*/ 4396740 h 4441190"/>
              <a:gd name="connsiteX24" fmla="*/ 1536700 w 1860550"/>
              <a:gd name="connsiteY24" fmla="*/ 4314190 h 4441190"/>
              <a:gd name="connsiteX25" fmla="*/ 1454150 w 1860550"/>
              <a:gd name="connsiteY25" fmla="*/ 4168140 h 4441190"/>
              <a:gd name="connsiteX26" fmla="*/ 1238250 w 1860550"/>
              <a:gd name="connsiteY26" fmla="*/ 4079240 h 4441190"/>
              <a:gd name="connsiteX27" fmla="*/ 977900 w 1860550"/>
              <a:gd name="connsiteY27" fmla="*/ 3952240 h 4441190"/>
              <a:gd name="connsiteX28" fmla="*/ 768350 w 1860550"/>
              <a:gd name="connsiteY28" fmla="*/ 3818890 h 4441190"/>
              <a:gd name="connsiteX29" fmla="*/ 596900 w 1860550"/>
              <a:gd name="connsiteY29" fmla="*/ 3672840 h 4441190"/>
              <a:gd name="connsiteX30" fmla="*/ 444500 w 1860550"/>
              <a:gd name="connsiteY30" fmla="*/ 3501390 h 4441190"/>
              <a:gd name="connsiteX31" fmla="*/ 311150 w 1860550"/>
              <a:gd name="connsiteY31" fmla="*/ 3317240 h 4441190"/>
              <a:gd name="connsiteX32" fmla="*/ 171450 w 1860550"/>
              <a:gd name="connsiteY32" fmla="*/ 3069590 h 4441190"/>
              <a:gd name="connsiteX33" fmla="*/ 69850 w 1860550"/>
              <a:gd name="connsiteY33" fmla="*/ 2790190 h 4441190"/>
              <a:gd name="connsiteX34" fmla="*/ 19050 w 1860550"/>
              <a:gd name="connsiteY34" fmla="*/ 2523490 h 4441190"/>
              <a:gd name="connsiteX35" fmla="*/ 0 w 1860550"/>
              <a:gd name="connsiteY35" fmla="*/ 2301240 h 4441190"/>
              <a:gd name="connsiteX36" fmla="*/ 6350 w 1860550"/>
              <a:gd name="connsiteY36" fmla="*/ 2091690 h 4441190"/>
              <a:gd name="connsiteX37" fmla="*/ 31750 w 1860550"/>
              <a:gd name="connsiteY37" fmla="*/ 1939290 h 4441190"/>
              <a:gd name="connsiteX38" fmla="*/ 69850 w 1860550"/>
              <a:gd name="connsiteY38" fmla="*/ 1767840 h 4441190"/>
              <a:gd name="connsiteX39" fmla="*/ 165100 w 1860550"/>
              <a:gd name="connsiteY39" fmla="*/ 1488440 h 4441190"/>
              <a:gd name="connsiteX40" fmla="*/ 298450 w 1860550"/>
              <a:gd name="connsiteY40" fmla="*/ 1234440 h 4441190"/>
              <a:gd name="connsiteX41" fmla="*/ 469900 w 1860550"/>
              <a:gd name="connsiteY41" fmla="*/ 999490 h 4441190"/>
              <a:gd name="connsiteX42" fmla="*/ 812800 w 1860550"/>
              <a:gd name="connsiteY42" fmla="*/ 688340 h 4441190"/>
              <a:gd name="connsiteX43" fmla="*/ 1041400 w 1860550"/>
              <a:gd name="connsiteY43" fmla="*/ 548640 h 4441190"/>
              <a:gd name="connsiteX44" fmla="*/ 1327150 w 1860550"/>
              <a:gd name="connsiteY44" fmla="*/ 427990 h 4441190"/>
              <a:gd name="connsiteX45" fmla="*/ 1473200 w 1860550"/>
              <a:gd name="connsiteY45" fmla="*/ 351790 h 4441190"/>
              <a:gd name="connsiteX46" fmla="*/ 1536700 w 1860550"/>
              <a:gd name="connsiteY46" fmla="*/ 224790 h 4441190"/>
              <a:gd name="connsiteX47" fmla="*/ 1524000 w 1860550"/>
              <a:gd name="connsiteY47" fmla="*/ 129540 h 4441190"/>
              <a:gd name="connsiteX0" fmla="*/ 1524000 w 1860550"/>
              <a:gd name="connsiteY0" fmla="*/ 129540 h 4441190"/>
              <a:gd name="connsiteX1" fmla="*/ 1652905 w 1860550"/>
              <a:gd name="connsiteY1" fmla="*/ 85090 h 4441190"/>
              <a:gd name="connsiteX2" fmla="*/ 1855470 w 1860550"/>
              <a:gd name="connsiteY2" fmla="*/ 0 h 4441190"/>
              <a:gd name="connsiteX3" fmla="*/ 1828800 w 1860550"/>
              <a:gd name="connsiteY3" fmla="*/ 377190 h 4441190"/>
              <a:gd name="connsiteX4" fmla="*/ 1663700 w 1860550"/>
              <a:gd name="connsiteY4" fmla="*/ 618490 h 4441190"/>
              <a:gd name="connsiteX5" fmla="*/ 1428750 w 1860550"/>
              <a:gd name="connsiteY5" fmla="*/ 732790 h 4441190"/>
              <a:gd name="connsiteX6" fmla="*/ 1155700 w 1860550"/>
              <a:gd name="connsiteY6" fmla="*/ 853440 h 4441190"/>
              <a:gd name="connsiteX7" fmla="*/ 920750 w 1860550"/>
              <a:gd name="connsiteY7" fmla="*/ 1012190 h 4441190"/>
              <a:gd name="connsiteX8" fmla="*/ 704850 w 1860550"/>
              <a:gd name="connsiteY8" fmla="*/ 1228090 h 4441190"/>
              <a:gd name="connsiteX9" fmla="*/ 520700 w 1860550"/>
              <a:gd name="connsiteY9" fmla="*/ 1488440 h 4441190"/>
              <a:gd name="connsiteX10" fmla="*/ 368300 w 1860550"/>
              <a:gd name="connsiteY10" fmla="*/ 1901190 h 4441190"/>
              <a:gd name="connsiteX11" fmla="*/ 323850 w 1860550"/>
              <a:gd name="connsiteY11" fmla="*/ 2288540 h 4441190"/>
              <a:gd name="connsiteX12" fmla="*/ 387350 w 1860550"/>
              <a:gd name="connsiteY12" fmla="*/ 2720340 h 4441190"/>
              <a:gd name="connsiteX13" fmla="*/ 501650 w 1860550"/>
              <a:gd name="connsiteY13" fmla="*/ 3006090 h 4441190"/>
              <a:gd name="connsiteX14" fmla="*/ 628650 w 1860550"/>
              <a:gd name="connsiteY14" fmla="*/ 3209290 h 4441190"/>
              <a:gd name="connsiteX15" fmla="*/ 812800 w 1860550"/>
              <a:gd name="connsiteY15" fmla="*/ 3431540 h 4441190"/>
              <a:gd name="connsiteX16" fmla="*/ 965200 w 1860550"/>
              <a:gd name="connsiteY16" fmla="*/ 3558540 h 4441190"/>
              <a:gd name="connsiteX17" fmla="*/ 1181100 w 1860550"/>
              <a:gd name="connsiteY17" fmla="*/ 3698240 h 4441190"/>
              <a:gd name="connsiteX18" fmla="*/ 1365250 w 1860550"/>
              <a:gd name="connsiteY18" fmla="*/ 3780790 h 4441190"/>
              <a:gd name="connsiteX19" fmla="*/ 1574800 w 1860550"/>
              <a:gd name="connsiteY19" fmla="*/ 3856990 h 4441190"/>
              <a:gd name="connsiteX20" fmla="*/ 1727200 w 1860550"/>
              <a:gd name="connsiteY20" fmla="*/ 3983990 h 4441190"/>
              <a:gd name="connsiteX21" fmla="*/ 1828800 w 1860550"/>
              <a:gd name="connsiteY21" fmla="*/ 4168140 h 4441190"/>
              <a:gd name="connsiteX22" fmla="*/ 1860550 w 1860550"/>
              <a:gd name="connsiteY22" fmla="*/ 4333240 h 4441190"/>
              <a:gd name="connsiteX23" fmla="*/ 1860550 w 1860550"/>
              <a:gd name="connsiteY23" fmla="*/ 4441190 h 4441190"/>
              <a:gd name="connsiteX24" fmla="*/ 1536700 w 1860550"/>
              <a:gd name="connsiteY24" fmla="*/ 4396740 h 4441190"/>
              <a:gd name="connsiteX25" fmla="*/ 1536700 w 1860550"/>
              <a:gd name="connsiteY25" fmla="*/ 4314190 h 4441190"/>
              <a:gd name="connsiteX26" fmla="*/ 1454150 w 1860550"/>
              <a:gd name="connsiteY26" fmla="*/ 4168140 h 4441190"/>
              <a:gd name="connsiteX27" fmla="*/ 1238250 w 1860550"/>
              <a:gd name="connsiteY27" fmla="*/ 4079240 h 4441190"/>
              <a:gd name="connsiteX28" fmla="*/ 977900 w 1860550"/>
              <a:gd name="connsiteY28" fmla="*/ 3952240 h 4441190"/>
              <a:gd name="connsiteX29" fmla="*/ 768350 w 1860550"/>
              <a:gd name="connsiteY29" fmla="*/ 3818890 h 4441190"/>
              <a:gd name="connsiteX30" fmla="*/ 596900 w 1860550"/>
              <a:gd name="connsiteY30" fmla="*/ 3672840 h 4441190"/>
              <a:gd name="connsiteX31" fmla="*/ 444500 w 1860550"/>
              <a:gd name="connsiteY31" fmla="*/ 3501390 h 4441190"/>
              <a:gd name="connsiteX32" fmla="*/ 311150 w 1860550"/>
              <a:gd name="connsiteY32" fmla="*/ 3317240 h 4441190"/>
              <a:gd name="connsiteX33" fmla="*/ 171450 w 1860550"/>
              <a:gd name="connsiteY33" fmla="*/ 3069590 h 4441190"/>
              <a:gd name="connsiteX34" fmla="*/ 69850 w 1860550"/>
              <a:gd name="connsiteY34" fmla="*/ 2790190 h 4441190"/>
              <a:gd name="connsiteX35" fmla="*/ 19050 w 1860550"/>
              <a:gd name="connsiteY35" fmla="*/ 2523490 h 4441190"/>
              <a:gd name="connsiteX36" fmla="*/ 0 w 1860550"/>
              <a:gd name="connsiteY36" fmla="*/ 2301240 h 4441190"/>
              <a:gd name="connsiteX37" fmla="*/ 6350 w 1860550"/>
              <a:gd name="connsiteY37" fmla="*/ 2091690 h 4441190"/>
              <a:gd name="connsiteX38" fmla="*/ 31750 w 1860550"/>
              <a:gd name="connsiteY38" fmla="*/ 1939290 h 4441190"/>
              <a:gd name="connsiteX39" fmla="*/ 69850 w 1860550"/>
              <a:gd name="connsiteY39" fmla="*/ 1767840 h 4441190"/>
              <a:gd name="connsiteX40" fmla="*/ 165100 w 1860550"/>
              <a:gd name="connsiteY40" fmla="*/ 1488440 h 4441190"/>
              <a:gd name="connsiteX41" fmla="*/ 298450 w 1860550"/>
              <a:gd name="connsiteY41" fmla="*/ 1234440 h 4441190"/>
              <a:gd name="connsiteX42" fmla="*/ 469900 w 1860550"/>
              <a:gd name="connsiteY42" fmla="*/ 999490 h 4441190"/>
              <a:gd name="connsiteX43" fmla="*/ 812800 w 1860550"/>
              <a:gd name="connsiteY43" fmla="*/ 688340 h 4441190"/>
              <a:gd name="connsiteX44" fmla="*/ 1041400 w 1860550"/>
              <a:gd name="connsiteY44" fmla="*/ 548640 h 4441190"/>
              <a:gd name="connsiteX45" fmla="*/ 1327150 w 1860550"/>
              <a:gd name="connsiteY45" fmla="*/ 427990 h 4441190"/>
              <a:gd name="connsiteX46" fmla="*/ 1473200 w 1860550"/>
              <a:gd name="connsiteY46" fmla="*/ 351790 h 4441190"/>
              <a:gd name="connsiteX47" fmla="*/ 1536700 w 1860550"/>
              <a:gd name="connsiteY47" fmla="*/ 224790 h 4441190"/>
              <a:gd name="connsiteX48" fmla="*/ 1524000 w 1860550"/>
              <a:gd name="connsiteY48" fmla="*/ 129540 h 4441190"/>
              <a:gd name="connsiteX0" fmla="*/ 1524000 w 1860550"/>
              <a:gd name="connsiteY0" fmla="*/ 158750 h 4470400"/>
              <a:gd name="connsiteX1" fmla="*/ 900430 w 1860550"/>
              <a:gd name="connsiteY1" fmla="*/ 0 h 4470400"/>
              <a:gd name="connsiteX2" fmla="*/ 1855470 w 1860550"/>
              <a:gd name="connsiteY2" fmla="*/ 29210 h 4470400"/>
              <a:gd name="connsiteX3" fmla="*/ 1828800 w 1860550"/>
              <a:gd name="connsiteY3" fmla="*/ 406400 h 4470400"/>
              <a:gd name="connsiteX4" fmla="*/ 1663700 w 1860550"/>
              <a:gd name="connsiteY4" fmla="*/ 647700 h 4470400"/>
              <a:gd name="connsiteX5" fmla="*/ 1428750 w 1860550"/>
              <a:gd name="connsiteY5" fmla="*/ 762000 h 4470400"/>
              <a:gd name="connsiteX6" fmla="*/ 1155700 w 1860550"/>
              <a:gd name="connsiteY6" fmla="*/ 882650 h 4470400"/>
              <a:gd name="connsiteX7" fmla="*/ 920750 w 1860550"/>
              <a:gd name="connsiteY7" fmla="*/ 1041400 h 4470400"/>
              <a:gd name="connsiteX8" fmla="*/ 704850 w 1860550"/>
              <a:gd name="connsiteY8" fmla="*/ 1257300 h 4470400"/>
              <a:gd name="connsiteX9" fmla="*/ 520700 w 1860550"/>
              <a:gd name="connsiteY9" fmla="*/ 1517650 h 4470400"/>
              <a:gd name="connsiteX10" fmla="*/ 368300 w 1860550"/>
              <a:gd name="connsiteY10" fmla="*/ 1930400 h 4470400"/>
              <a:gd name="connsiteX11" fmla="*/ 323850 w 1860550"/>
              <a:gd name="connsiteY11" fmla="*/ 2317750 h 4470400"/>
              <a:gd name="connsiteX12" fmla="*/ 387350 w 1860550"/>
              <a:gd name="connsiteY12" fmla="*/ 2749550 h 4470400"/>
              <a:gd name="connsiteX13" fmla="*/ 501650 w 1860550"/>
              <a:gd name="connsiteY13" fmla="*/ 3035300 h 4470400"/>
              <a:gd name="connsiteX14" fmla="*/ 628650 w 1860550"/>
              <a:gd name="connsiteY14" fmla="*/ 3238500 h 4470400"/>
              <a:gd name="connsiteX15" fmla="*/ 812800 w 1860550"/>
              <a:gd name="connsiteY15" fmla="*/ 3460750 h 4470400"/>
              <a:gd name="connsiteX16" fmla="*/ 965200 w 1860550"/>
              <a:gd name="connsiteY16" fmla="*/ 3587750 h 4470400"/>
              <a:gd name="connsiteX17" fmla="*/ 1181100 w 1860550"/>
              <a:gd name="connsiteY17" fmla="*/ 3727450 h 4470400"/>
              <a:gd name="connsiteX18" fmla="*/ 1365250 w 1860550"/>
              <a:gd name="connsiteY18" fmla="*/ 3810000 h 4470400"/>
              <a:gd name="connsiteX19" fmla="*/ 1574800 w 1860550"/>
              <a:gd name="connsiteY19" fmla="*/ 3886200 h 4470400"/>
              <a:gd name="connsiteX20" fmla="*/ 1727200 w 1860550"/>
              <a:gd name="connsiteY20" fmla="*/ 4013200 h 4470400"/>
              <a:gd name="connsiteX21" fmla="*/ 1828800 w 1860550"/>
              <a:gd name="connsiteY21" fmla="*/ 4197350 h 4470400"/>
              <a:gd name="connsiteX22" fmla="*/ 1860550 w 1860550"/>
              <a:gd name="connsiteY22" fmla="*/ 4362450 h 4470400"/>
              <a:gd name="connsiteX23" fmla="*/ 1860550 w 1860550"/>
              <a:gd name="connsiteY23" fmla="*/ 4470400 h 4470400"/>
              <a:gd name="connsiteX24" fmla="*/ 1536700 w 1860550"/>
              <a:gd name="connsiteY24" fmla="*/ 4425950 h 4470400"/>
              <a:gd name="connsiteX25" fmla="*/ 1536700 w 1860550"/>
              <a:gd name="connsiteY25" fmla="*/ 4343400 h 4470400"/>
              <a:gd name="connsiteX26" fmla="*/ 1454150 w 1860550"/>
              <a:gd name="connsiteY26" fmla="*/ 4197350 h 4470400"/>
              <a:gd name="connsiteX27" fmla="*/ 1238250 w 1860550"/>
              <a:gd name="connsiteY27" fmla="*/ 4108450 h 4470400"/>
              <a:gd name="connsiteX28" fmla="*/ 977900 w 1860550"/>
              <a:gd name="connsiteY28" fmla="*/ 3981450 h 4470400"/>
              <a:gd name="connsiteX29" fmla="*/ 768350 w 1860550"/>
              <a:gd name="connsiteY29" fmla="*/ 3848100 h 4470400"/>
              <a:gd name="connsiteX30" fmla="*/ 596900 w 1860550"/>
              <a:gd name="connsiteY30" fmla="*/ 3702050 h 4470400"/>
              <a:gd name="connsiteX31" fmla="*/ 444500 w 1860550"/>
              <a:gd name="connsiteY31" fmla="*/ 3530600 h 4470400"/>
              <a:gd name="connsiteX32" fmla="*/ 311150 w 1860550"/>
              <a:gd name="connsiteY32" fmla="*/ 3346450 h 4470400"/>
              <a:gd name="connsiteX33" fmla="*/ 171450 w 1860550"/>
              <a:gd name="connsiteY33" fmla="*/ 3098800 h 4470400"/>
              <a:gd name="connsiteX34" fmla="*/ 69850 w 1860550"/>
              <a:gd name="connsiteY34" fmla="*/ 2819400 h 4470400"/>
              <a:gd name="connsiteX35" fmla="*/ 19050 w 1860550"/>
              <a:gd name="connsiteY35" fmla="*/ 2552700 h 4470400"/>
              <a:gd name="connsiteX36" fmla="*/ 0 w 1860550"/>
              <a:gd name="connsiteY36" fmla="*/ 2330450 h 4470400"/>
              <a:gd name="connsiteX37" fmla="*/ 6350 w 1860550"/>
              <a:gd name="connsiteY37" fmla="*/ 2120900 h 4470400"/>
              <a:gd name="connsiteX38" fmla="*/ 31750 w 1860550"/>
              <a:gd name="connsiteY38" fmla="*/ 1968500 h 4470400"/>
              <a:gd name="connsiteX39" fmla="*/ 69850 w 1860550"/>
              <a:gd name="connsiteY39" fmla="*/ 1797050 h 4470400"/>
              <a:gd name="connsiteX40" fmla="*/ 165100 w 1860550"/>
              <a:gd name="connsiteY40" fmla="*/ 1517650 h 4470400"/>
              <a:gd name="connsiteX41" fmla="*/ 298450 w 1860550"/>
              <a:gd name="connsiteY41" fmla="*/ 1263650 h 4470400"/>
              <a:gd name="connsiteX42" fmla="*/ 469900 w 1860550"/>
              <a:gd name="connsiteY42" fmla="*/ 1028700 h 4470400"/>
              <a:gd name="connsiteX43" fmla="*/ 812800 w 1860550"/>
              <a:gd name="connsiteY43" fmla="*/ 717550 h 4470400"/>
              <a:gd name="connsiteX44" fmla="*/ 1041400 w 1860550"/>
              <a:gd name="connsiteY44" fmla="*/ 577850 h 4470400"/>
              <a:gd name="connsiteX45" fmla="*/ 1327150 w 1860550"/>
              <a:gd name="connsiteY45" fmla="*/ 457200 h 4470400"/>
              <a:gd name="connsiteX46" fmla="*/ 1473200 w 1860550"/>
              <a:gd name="connsiteY46" fmla="*/ 381000 h 4470400"/>
              <a:gd name="connsiteX47" fmla="*/ 1536700 w 1860550"/>
              <a:gd name="connsiteY47" fmla="*/ 254000 h 4470400"/>
              <a:gd name="connsiteX48" fmla="*/ 1524000 w 1860550"/>
              <a:gd name="connsiteY48" fmla="*/ 158750 h 4470400"/>
              <a:gd name="connsiteX0" fmla="*/ 1524000 w 1864995"/>
              <a:gd name="connsiteY0" fmla="*/ 16129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24000 w 1864995"/>
              <a:gd name="connsiteY48" fmla="*/ 161290 h 4472940"/>
              <a:gd name="connsiteX0" fmla="*/ 889000 w 1864995"/>
              <a:gd name="connsiteY0" fmla="*/ 167640 h 4472940"/>
              <a:gd name="connsiteX1" fmla="*/ 900430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889000 w 1864995"/>
              <a:gd name="connsiteY48"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236979 w 1864995"/>
              <a:gd name="connsiteY48" fmla="*/ 218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567179 w 1864995"/>
              <a:gd name="connsiteY48" fmla="*/ 12636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995679 w 1864995"/>
              <a:gd name="connsiteY48" fmla="*/ 221615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065529 w 1864995"/>
              <a:gd name="connsiteY48" fmla="*/ 9144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565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635125 w 1864995"/>
              <a:gd name="connsiteY47" fmla="*/ 2819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84325 w 1864995"/>
              <a:gd name="connsiteY47" fmla="*/ 14541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77975 w 1864995"/>
              <a:gd name="connsiteY47" fmla="*/ 2311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6700 w 1864995"/>
              <a:gd name="connsiteY47" fmla="*/ 218440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36700 w 1864995"/>
              <a:gd name="connsiteY25" fmla="*/ 4345940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6700 w 1864995"/>
              <a:gd name="connsiteY24" fmla="*/ 442849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219993 w 1864995"/>
              <a:gd name="connsiteY24" fmla="*/ 4447540 h 4472940"/>
              <a:gd name="connsiteX25" fmla="*/ 1529556 w 1864995"/>
              <a:gd name="connsiteY25" fmla="*/ 4372134 h 4472940"/>
              <a:gd name="connsiteX26" fmla="*/ 1454150 w 1864995"/>
              <a:gd name="connsiteY26" fmla="*/ 4199890 h 4472940"/>
              <a:gd name="connsiteX27" fmla="*/ 1238250 w 1864995"/>
              <a:gd name="connsiteY27" fmla="*/ 4110990 h 4472940"/>
              <a:gd name="connsiteX28" fmla="*/ 977900 w 1864995"/>
              <a:gd name="connsiteY28" fmla="*/ 3983990 h 4472940"/>
              <a:gd name="connsiteX29" fmla="*/ 768350 w 1864995"/>
              <a:gd name="connsiteY29" fmla="*/ 3850640 h 4472940"/>
              <a:gd name="connsiteX30" fmla="*/ 596900 w 1864995"/>
              <a:gd name="connsiteY30" fmla="*/ 3704590 h 4472940"/>
              <a:gd name="connsiteX31" fmla="*/ 444500 w 1864995"/>
              <a:gd name="connsiteY31" fmla="*/ 3533140 h 4472940"/>
              <a:gd name="connsiteX32" fmla="*/ 311150 w 1864995"/>
              <a:gd name="connsiteY32" fmla="*/ 3348990 h 4472940"/>
              <a:gd name="connsiteX33" fmla="*/ 171450 w 1864995"/>
              <a:gd name="connsiteY33" fmla="*/ 3101340 h 4472940"/>
              <a:gd name="connsiteX34" fmla="*/ 69850 w 1864995"/>
              <a:gd name="connsiteY34" fmla="*/ 2821940 h 4472940"/>
              <a:gd name="connsiteX35" fmla="*/ 19050 w 1864995"/>
              <a:gd name="connsiteY35" fmla="*/ 2555240 h 4472940"/>
              <a:gd name="connsiteX36" fmla="*/ 0 w 1864995"/>
              <a:gd name="connsiteY36" fmla="*/ 2332990 h 4472940"/>
              <a:gd name="connsiteX37" fmla="*/ 6350 w 1864995"/>
              <a:gd name="connsiteY37" fmla="*/ 2123440 h 4472940"/>
              <a:gd name="connsiteX38" fmla="*/ 31750 w 1864995"/>
              <a:gd name="connsiteY38" fmla="*/ 1971040 h 4472940"/>
              <a:gd name="connsiteX39" fmla="*/ 69850 w 1864995"/>
              <a:gd name="connsiteY39" fmla="*/ 1799590 h 4472940"/>
              <a:gd name="connsiteX40" fmla="*/ 165100 w 1864995"/>
              <a:gd name="connsiteY40" fmla="*/ 1520190 h 4472940"/>
              <a:gd name="connsiteX41" fmla="*/ 298450 w 1864995"/>
              <a:gd name="connsiteY41" fmla="*/ 1266190 h 4472940"/>
              <a:gd name="connsiteX42" fmla="*/ 469900 w 1864995"/>
              <a:gd name="connsiteY42" fmla="*/ 1031240 h 4472940"/>
              <a:gd name="connsiteX43" fmla="*/ 812800 w 1864995"/>
              <a:gd name="connsiteY43" fmla="*/ 720090 h 4472940"/>
              <a:gd name="connsiteX44" fmla="*/ 1041400 w 1864995"/>
              <a:gd name="connsiteY44" fmla="*/ 580390 h 4472940"/>
              <a:gd name="connsiteX45" fmla="*/ 1327150 w 1864995"/>
              <a:gd name="connsiteY45" fmla="*/ 459740 h 4472940"/>
              <a:gd name="connsiteX46" fmla="*/ 1473200 w 1864995"/>
              <a:gd name="connsiteY46" fmla="*/ 383540 h 4472940"/>
              <a:gd name="connsiteX47" fmla="*/ 1533525 w 1864995"/>
              <a:gd name="connsiteY47" fmla="*/ 215265 h 4472940"/>
              <a:gd name="connsiteX48" fmla="*/ 1198879 w 1864995"/>
              <a:gd name="connsiteY48" fmla="*/ 161290 h 4472940"/>
              <a:gd name="connsiteX49" fmla="*/ 889000 w 1864995"/>
              <a:gd name="connsiteY49"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35429 w 1864995"/>
              <a:gd name="connsiteY24" fmla="*/ 4457859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904398 w 1864995"/>
              <a:gd name="connsiteY24" fmla="*/ 4441190 h 4472940"/>
              <a:gd name="connsiteX25" fmla="*/ 1219993 w 1864995"/>
              <a:gd name="connsiteY25" fmla="*/ 4447540 h 4472940"/>
              <a:gd name="connsiteX26" fmla="*/ 1529556 w 1864995"/>
              <a:gd name="connsiteY26" fmla="*/ 4372134 h 4472940"/>
              <a:gd name="connsiteX27" fmla="*/ 1454150 w 1864995"/>
              <a:gd name="connsiteY27" fmla="*/ 4199890 h 4472940"/>
              <a:gd name="connsiteX28" fmla="*/ 1238250 w 1864995"/>
              <a:gd name="connsiteY28" fmla="*/ 4110990 h 4472940"/>
              <a:gd name="connsiteX29" fmla="*/ 977900 w 1864995"/>
              <a:gd name="connsiteY29" fmla="*/ 3983990 h 4472940"/>
              <a:gd name="connsiteX30" fmla="*/ 768350 w 1864995"/>
              <a:gd name="connsiteY30" fmla="*/ 3850640 h 4472940"/>
              <a:gd name="connsiteX31" fmla="*/ 596900 w 1864995"/>
              <a:gd name="connsiteY31" fmla="*/ 3704590 h 4472940"/>
              <a:gd name="connsiteX32" fmla="*/ 444500 w 1864995"/>
              <a:gd name="connsiteY32" fmla="*/ 3533140 h 4472940"/>
              <a:gd name="connsiteX33" fmla="*/ 311150 w 1864995"/>
              <a:gd name="connsiteY33" fmla="*/ 3348990 h 4472940"/>
              <a:gd name="connsiteX34" fmla="*/ 171450 w 1864995"/>
              <a:gd name="connsiteY34" fmla="*/ 3101340 h 4472940"/>
              <a:gd name="connsiteX35" fmla="*/ 69850 w 1864995"/>
              <a:gd name="connsiteY35" fmla="*/ 2821940 h 4472940"/>
              <a:gd name="connsiteX36" fmla="*/ 19050 w 1864995"/>
              <a:gd name="connsiteY36" fmla="*/ 2555240 h 4472940"/>
              <a:gd name="connsiteX37" fmla="*/ 0 w 1864995"/>
              <a:gd name="connsiteY37" fmla="*/ 2332990 h 4472940"/>
              <a:gd name="connsiteX38" fmla="*/ 6350 w 1864995"/>
              <a:gd name="connsiteY38" fmla="*/ 2123440 h 4472940"/>
              <a:gd name="connsiteX39" fmla="*/ 31750 w 1864995"/>
              <a:gd name="connsiteY39" fmla="*/ 1971040 h 4472940"/>
              <a:gd name="connsiteX40" fmla="*/ 69850 w 1864995"/>
              <a:gd name="connsiteY40" fmla="*/ 1799590 h 4472940"/>
              <a:gd name="connsiteX41" fmla="*/ 165100 w 1864995"/>
              <a:gd name="connsiteY41" fmla="*/ 1520190 h 4472940"/>
              <a:gd name="connsiteX42" fmla="*/ 298450 w 1864995"/>
              <a:gd name="connsiteY42" fmla="*/ 1266190 h 4472940"/>
              <a:gd name="connsiteX43" fmla="*/ 469900 w 1864995"/>
              <a:gd name="connsiteY43" fmla="*/ 1031240 h 4472940"/>
              <a:gd name="connsiteX44" fmla="*/ 812800 w 1864995"/>
              <a:gd name="connsiteY44" fmla="*/ 720090 h 4472940"/>
              <a:gd name="connsiteX45" fmla="*/ 1041400 w 1864995"/>
              <a:gd name="connsiteY45" fmla="*/ 580390 h 4472940"/>
              <a:gd name="connsiteX46" fmla="*/ 1327150 w 1864995"/>
              <a:gd name="connsiteY46" fmla="*/ 459740 h 4472940"/>
              <a:gd name="connsiteX47" fmla="*/ 1473200 w 1864995"/>
              <a:gd name="connsiteY47" fmla="*/ 383540 h 4472940"/>
              <a:gd name="connsiteX48" fmla="*/ 1533525 w 1864995"/>
              <a:gd name="connsiteY48" fmla="*/ 215265 h 4472940"/>
              <a:gd name="connsiteX49" fmla="*/ 1198879 w 1864995"/>
              <a:gd name="connsiteY49" fmla="*/ 161290 h 4472940"/>
              <a:gd name="connsiteX50" fmla="*/ 889000 w 1864995"/>
              <a:gd name="connsiteY50" fmla="*/ 167640 h 4472940"/>
              <a:gd name="connsiteX0" fmla="*/ 889000 w 1864995"/>
              <a:gd name="connsiteY0" fmla="*/ 167640 h 4472940"/>
              <a:gd name="connsiteX1" fmla="*/ 884555 w 1864995"/>
              <a:gd name="connsiteY1" fmla="*/ 2540 h 4472940"/>
              <a:gd name="connsiteX2" fmla="*/ 1864995 w 1864995"/>
              <a:gd name="connsiteY2" fmla="*/ 0 h 4472940"/>
              <a:gd name="connsiteX3" fmla="*/ 1828800 w 1864995"/>
              <a:gd name="connsiteY3" fmla="*/ 408940 h 4472940"/>
              <a:gd name="connsiteX4" fmla="*/ 1663700 w 1864995"/>
              <a:gd name="connsiteY4" fmla="*/ 650240 h 4472940"/>
              <a:gd name="connsiteX5" fmla="*/ 1428750 w 1864995"/>
              <a:gd name="connsiteY5" fmla="*/ 764540 h 4472940"/>
              <a:gd name="connsiteX6" fmla="*/ 1155700 w 1864995"/>
              <a:gd name="connsiteY6" fmla="*/ 885190 h 4472940"/>
              <a:gd name="connsiteX7" fmla="*/ 920750 w 1864995"/>
              <a:gd name="connsiteY7" fmla="*/ 1043940 h 4472940"/>
              <a:gd name="connsiteX8" fmla="*/ 704850 w 1864995"/>
              <a:gd name="connsiteY8" fmla="*/ 1259840 h 4472940"/>
              <a:gd name="connsiteX9" fmla="*/ 520700 w 1864995"/>
              <a:gd name="connsiteY9" fmla="*/ 1520190 h 4472940"/>
              <a:gd name="connsiteX10" fmla="*/ 368300 w 1864995"/>
              <a:gd name="connsiteY10" fmla="*/ 1932940 h 4472940"/>
              <a:gd name="connsiteX11" fmla="*/ 323850 w 1864995"/>
              <a:gd name="connsiteY11" fmla="*/ 2320290 h 4472940"/>
              <a:gd name="connsiteX12" fmla="*/ 387350 w 1864995"/>
              <a:gd name="connsiteY12" fmla="*/ 2752090 h 4472940"/>
              <a:gd name="connsiteX13" fmla="*/ 501650 w 1864995"/>
              <a:gd name="connsiteY13" fmla="*/ 3037840 h 4472940"/>
              <a:gd name="connsiteX14" fmla="*/ 628650 w 1864995"/>
              <a:gd name="connsiteY14" fmla="*/ 3241040 h 4472940"/>
              <a:gd name="connsiteX15" fmla="*/ 812800 w 1864995"/>
              <a:gd name="connsiteY15" fmla="*/ 3463290 h 4472940"/>
              <a:gd name="connsiteX16" fmla="*/ 965200 w 1864995"/>
              <a:gd name="connsiteY16" fmla="*/ 3590290 h 4472940"/>
              <a:gd name="connsiteX17" fmla="*/ 1181100 w 1864995"/>
              <a:gd name="connsiteY17" fmla="*/ 3729990 h 4472940"/>
              <a:gd name="connsiteX18" fmla="*/ 1365250 w 1864995"/>
              <a:gd name="connsiteY18" fmla="*/ 3812540 h 4472940"/>
              <a:gd name="connsiteX19" fmla="*/ 1574800 w 1864995"/>
              <a:gd name="connsiteY19" fmla="*/ 3888740 h 4472940"/>
              <a:gd name="connsiteX20" fmla="*/ 1727200 w 1864995"/>
              <a:gd name="connsiteY20" fmla="*/ 4015740 h 4472940"/>
              <a:gd name="connsiteX21" fmla="*/ 1828800 w 1864995"/>
              <a:gd name="connsiteY21" fmla="*/ 4199890 h 4472940"/>
              <a:gd name="connsiteX22" fmla="*/ 1860550 w 1864995"/>
              <a:gd name="connsiteY22" fmla="*/ 4364990 h 4472940"/>
              <a:gd name="connsiteX23" fmla="*/ 1860550 w 1864995"/>
              <a:gd name="connsiteY23" fmla="*/ 4472940 h 4472940"/>
              <a:gd name="connsiteX24" fmla="*/ 1561623 w 1864995"/>
              <a:gd name="connsiteY24" fmla="*/ 4465003 h 4472940"/>
              <a:gd name="connsiteX25" fmla="*/ 904398 w 1864995"/>
              <a:gd name="connsiteY25" fmla="*/ 4441190 h 4472940"/>
              <a:gd name="connsiteX26" fmla="*/ 1219993 w 1864995"/>
              <a:gd name="connsiteY26" fmla="*/ 4447540 h 4472940"/>
              <a:gd name="connsiteX27" fmla="*/ 1529556 w 1864995"/>
              <a:gd name="connsiteY27" fmla="*/ 4372134 h 4472940"/>
              <a:gd name="connsiteX28" fmla="*/ 1454150 w 1864995"/>
              <a:gd name="connsiteY28" fmla="*/ 4199890 h 4472940"/>
              <a:gd name="connsiteX29" fmla="*/ 1238250 w 1864995"/>
              <a:gd name="connsiteY29" fmla="*/ 4110990 h 4472940"/>
              <a:gd name="connsiteX30" fmla="*/ 977900 w 1864995"/>
              <a:gd name="connsiteY30" fmla="*/ 3983990 h 4472940"/>
              <a:gd name="connsiteX31" fmla="*/ 768350 w 1864995"/>
              <a:gd name="connsiteY31" fmla="*/ 3850640 h 4472940"/>
              <a:gd name="connsiteX32" fmla="*/ 596900 w 1864995"/>
              <a:gd name="connsiteY32" fmla="*/ 3704590 h 4472940"/>
              <a:gd name="connsiteX33" fmla="*/ 444500 w 1864995"/>
              <a:gd name="connsiteY33" fmla="*/ 3533140 h 4472940"/>
              <a:gd name="connsiteX34" fmla="*/ 311150 w 1864995"/>
              <a:gd name="connsiteY34" fmla="*/ 3348990 h 4472940"/>
              <a:gd name="connsiteX35" fmla="*/ 171450 w 1864995"/>
              <a:gd name="connsiteY35" fmla="*/ 3101340 h 4472940"/>
              <a:gd name="connsiteX36" fmla="*/ 69850 w 1864995"/>
              <a:gd name="connsiteY36" fmla="*/ 2821940 h 4472940"/>
              <a:gd name="connsiteX37" fmla="*/ 19050 w 1864995"/>
              <a:gd name="connsiteY37" fmla="*/ 2555240 h 4472940"/>
              <a:gd name="connsiteX38" fmla="*/ 0 w 1864995"/>
              <a:gd name="connsiteY38" fmla="*/ 2332990 h 4472940"/>
              <a:gd name="connsiteX39" fmla="*/ 6350 w 1864995"/>
              <a:gd name="connsiteY39" fmla="*/ 2123440 h 4472940"/>
              <a:gd name="connsiteX40" fmla="*/ 31750 w 1864995"/>
              <a:gd name="connsiteY40" fmla="*/ 1971040 h 4472940"/>
              <a:gd name="connsiteX41" fmla="*/ 69850 w 1864995"/>
              <a:gd name="connsiteY41" fmla="*/ 1799590 h 4472940"/>
              <a:gd name="connsiteX42" fmla="*/ 165100 w 1864995"/>
              <a:gd name="connsiteY42" fmla="*/ 1520190 h 4472940"/>
              <a:gd name="connsiteX43" fmla="*/ 298450 w 1864995"/>
              <a:gd name="connsiteY43" fmla="*/ 1266190 h 4472940"/>
              <a:gd name="connsiteX44" fmla="*/ 469900 w 1864995"/>
              <a:gd name="connsiteY44" fmla="*/ 1031240 h 4472940"/>
              <a:gd name="connsiteX45" fmla="*/ 812800 w 1864995"/>
              <a:gd name="connsiteY45" fmla="*/ 720090 h 4472940"/>
              <a:gd name="connsiteX46" fmla="*/ 1041400 w 1864995"/>
              <a:gd name="connsiteY46" fmla="*/ 580390 h 4472940"/>
              <a:gd name="connsiteX47" fmla="*/ 1327150 w 1864995"/>
              <a:gd name="connsiteY47" fmla="*/ 459740 h 4472940"/>
              <a:gd name="connsiteX48" fmla="*/ 1473200 w 1864995"/>
              <a:gd name="connsiteY48" fmla="*/ 383540 h 4472940"/>
              <a:gd name="connsiteX49" fmla="*/ 1533525 w 1864995"/>
              <a:gd name="connsiteY49" fmla="*/ 215265 h 4472940"/>
              <a:gd name="connsiteX50" fmla="*/ 1198879 w 1864995"/>
              <a:gd name="connsiteY50" fmla="*/ 161290 h 4472940"/>
              <a:gd name="connsiteX51" fmla="*/ 889000 w 1864995"/>
              <a:gd name="connsiteY51" fmla="*/ 167640 h 4472940"/>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902016 w 1864995"/>
              <a:gd name="connsiteY24" fmla="*/ 4603116 h 4603116"/>
              <a:gd name="connsiteX25" fmla="*/ 904398 w 1864995"/>
              <a:gd name="connsiteY25" fmla="*/ 4441190 h 4603116"/>
              <a:gd name="connsiteX26" fmla="*/ 1219993 w 1864995"/>
              <a:gd name="connsiteY26" fmla="*/ 4447540 h 4603116"/>
              <a:gd name="connsiteX27" fmla="*/ 1529556 w 1864995"/>
              <a:gd name="connsiteY27" fmla="*/ 4372134 h 4603116"/>
              <a:gd name="connsiteX28" fmla="*/ 1454150 w 1864995"/>
              <a:gd name="connsiteY28" fmla="*/ 4199890 h 4603116"/>
              <a:gd name="connsiteX29" fmla="*/ 1238250 w 1864995"/>
              <a:gd name="connsiteY29" fmla="*/ 4110990 h 4603116"/>
              <a:gd name="connsiteX30" fmla="*/ 977900 w 1864995"/>
              <a:gd name="connsiteY30" fmla="*/ 3983990 h 4603116"/>
              <a:gd name="connsiteX31" fmla="*/ 768350 w 1864995"/>
              <a:gd name="connsiteY31" fmla="*/ 3850640 h 4603116"/>
              <a:gd name="connsiteX32" fmla="*/ 596900 w 1864995"/>
              <a:gd name="connsiteY32" fmla="*/ 3704590 h 4603116"/>
              <a:gd name="connsiteX33" fmla="*/ 444500 w 1864995"/>
              <a:gd name="connsiteY33" fmla="*/ 3533140 h 4603116"/>
              <a:gd name="connsiteX34" fmla="*/ 311150 w 1864995"/>
              <a:gd name="connsiteY34" fmla="*/ 3348990 h 4603116"/>
              <a:gd name="connsiteX35" fmla="*/ 171450 w 1864995"/>
              <a:gd name="connsiteY35" fmla="*/ 3101340 h 4603116"/>
              <a:gd name="connsiteX36" fmla="*/ 69850 w 1864995"/>
              <a:gd name="connsiteY36" fmla="*/ 2821940 h 4603116"/>
              <a:gd name="connsiteX37" fmla="*/ 19050 w 1864995"/>
              <a:gd name="connsiteY37" fmla="*/ 2555240 h 4603116"/>
              <a:gd name="connsiteX38" fmla="*/ 0 w 1864995"/>
              <a:gd name="connsiteY38" fmla="*/ 2332990 h 4603116"/>
              <a:gd name="connsiteX39" fmla="*/ 6350 w 1864995"/>
              <a:gd name="connsiteY39" fmla="*/ 2123440 h 4603116"/>
              <a:gd name="connsiteX40" fmla="*/ 31750 w 1864995"/>
              <a:gd name="connsiteY40" fmla="*/ 1971040 h 4603116"/>
              <a:gd name="connsiteX41" fmla="*/ 69850 w 1864995"/>
              <a:gd name="connsiteY41" fmla="*/ 1799590 h 4603116"/>
              <a:gd name="connsiteX42" fmla="*/ 165100 w 1864995"/>
              <a:gd name="connsiteY42" fmla="*/ 1520190 h 4603116"/>
              <a:gd name="connsiteX43" fmla="*/ 298450 w 1864995"/>
              <a:gd name="connsiteY43" fmla="*/ 1266190 h 4603116"/>
              <a:gd name="connsiteX44" fmla="*/ 469900 w 1864995"/>
              <a:gd name="connsiteY44" fmla="*/ 1031240 h 4603116"/>
              <a:gd name="connsiteX45" fmla="*/ 812800 w 1864995"/>
              <a:gd name="connsiteY45" fmla="*/ 720090 h 4603116"/>
              <a:gd name="connsiteX46" fmla="*/ 1041400 w 1864995"/>
              <a:gd name="connsiteY46" fmla="*/ 580390 h 4603116"/>
              <a:gd name="connsiteX47" fmla="*/ 1327150 w 1864995"/>
              <a:gd name="connsiteY47" fmla="*/ 459740 h 4603116"/>
              <a:gd name="connsiteX48" fmla="*/ 1473200 w 1864995"/>
              <a:gd name="connsiteY48" fmla="*/ 383540 h 4603116"/>
              <a:gd name="connsiteX49" fmla="*/ 1533525 w 1864995"/>
              <a:gd name="connsiteY49" fmla="*/ 215265 h 4603116"/>
              <a:gd name="connsiteX50" fmla="*/ 1198879 w 1864995"/>
              <a:gd name="connsiteY50" fmla="*/ 161290 h 4603116"/>
              <a:gd name="connsiteX51" fmla="*/ 889000 w 1864995"/>
              <a:gd name="connsiteY51" fmla="*/ 167640 h 4603116"/>
              <a:gd name="connsiteX0" fmla="*/ 889000 w 1864995"/>
              <a:gd name="connsiteY0" fmla="*/ 167640 h 4603116"/>
              <a:gd name="connsiteX1" fmla="*/ 884555 w 1864995"/>
              <a:gd name="connsiteY1" fmla="*/ 2540 h 4603116"/>
              <a:gd name="connsiteX2" fmla="*/ 1864995 w 1864995"/>
              <a:gd name="connsiteY2" fmla="*/ 0 h 4603116"/>
              <a:gd name="connsiteX3" fmla="*/ 1828800 w 1864995"/>
              <a:gd name="connsiteY3" fmla="*/ 408940 h 4603116"/>
              <a:gd name="connsiteX4" fmla="*/ 1663700 w 1864995"/>
              <a:gd name="connsiteY4" fmla="*/ 650240 h 4603116"/>
              <a:gd name="connsiteX5" fmla="*/ 1428750 w 1864995"/>
              <a:gd name="connsiteY5" fmla="*/ 764540 h 4603116"/>
              <a:gd name="connsiteX6" fmla="*/ 1155700 w 1864995"/>
              <a:gd name="connsiteY6" fmla="*/ 885190 h 4603116"/>
              <a:gd name="connsiteX7" fmla="*/ 920750 w 1864995"/>
              <a:gd name="connsiteY7" fmla="*/ 1043940 h 4603116"/>
              <a:gd name="connsiteX8" fmla="*/ 704850 w 1864995"/>
              <a:gd name="connsiteY8" fmla="*/ 1259840 h 4603116"/>
              <a:gd name="connsiteX9" fmla="*/ 520700 w 1864995"/>
              <a:gd name="connsiteY9" fmla="*/ 1520190 h 4603116"/>
              <a:gd name="connsiteX10" fmla="*/ 368300 w 1864995"/>
              <a:gd name="connsiteY10" fmla="*/ 1932940 h 4603116"/>
              <a:gd name="connsiteX11" fmla="*/ 323850 w 1864995"/>
              <a:gd name="connsiteY11" fmla="*/ 2320290 h 4603116"/>
              <a:gd name="connsiteX12" fmla="*/ 387350 w 1864995"/>
              <a:gd name="connsiteY12" fmla="*/ 2752090 h 4603116"/>
              <a:gd name="connsiteX13" fmla="*/ 501650 w 1864995"/>
              <a:gd name="connsiteY13" fmla="*/ 3037840 h 4603116"/>
              <a:gd name="connsiteX14" fmla="*/ 628650 w 1864995"/>
              <a:gd name="connsiteY14" fmla="*/ 3241040 h 4603116"/>
              <a:gd name="connsiteX15" fmla="*/ 812800 w 1864995"/>
              <a:gd name="connsiteY15" fmla="*/ 3463290 h 4603116"/>
              <a:gd name="connsiteX16" fmla="*/ 965200 w 1864995"/>
              <a:gd name="connsiteY16" fmla="*/ 3590290 h 4603116"/>
              <a:gd name="connsiteX17" fmla="*/ 1181100 w 1864995"/>
              <a:gd name="connsiteY17" fmla="*/ 3729990 h 4603116"/>
              <a:gd name="connsiteX18" fmla="*/ 1365250 w 1864995"/>
              <a:gd name="connsiteY18" fmla="*/ 3812540 h 4603116"/>
              <a:gd name="connsiteX19" fmla="*/ 1574800 w 1864995"/>
              <a:gd name="connsiteY19" fmla="*/ 3888740 h 4603116"/>
              <a:gd name="connsiteX20" fmla="*/ 1727200 w 1864995"/>
              <a:gd name="connsiteY20" fmla="*/ 4015740 h 4603116"/>
              <a:gd name="connsiteX21" fmla="*/ 1828800 w 1864995"/>
              <a:gd name="connsiteY21" fmla="*/ 4199890 h 4603116"/>
              <a:gd name="connsiteX22" fmla="*/ 1860550 w 1864995"/>
              <a:gd name="connsiteY22" fmla="*/ 4364990 h 4603116"/>
              <a:gd name="connsiteX23" fmla="*/ 1860550 w 1864995"/>
              <a:gd name="connsiteY23" fmla="*/ 4472940 h 4603116"/>
              <a:gd name="connsiteX24" fmla="*/ 1699735 w 1864995"/>
              <a:gd name="connsiteY24" fmla="*/ 4495959 h 4603116"/>
              <a:gd name="connsiteX25" fmla="*/ 902016 w 1864995"/>
              <a:gd name="connsiteY25" fmla="*/ 4603116 h 4603116"/>
              <a:gd name="connsiteX26" fmla="*/ 904398 w 1864995"/>
              <a:gd name="connsiteY26" fmla="*/ 4441190 h 4603116"/>
              <a:gd name="connsiteX27" fmla="*/ 1219993 w 1864995"/>
              <a:gd name="connsiteY27" fmla="*/ 4447540 h 4603116"/>
              <a:gd name="connsiteX28" fmla="*/ 1529556 w 1864995"/>
              <a:gd name="connsiteY28" fmla="*/ 4372134 h 4603116"/>
              <a:gd name="connsiteX29" fmla="*/ 1454150 w 1864995"/>
              <a:gd name="connsiteY29" fmla="*/ 4199890 h 4603116"/>
              <a:gd name="connsiteX30" fmla="*/ 1238250 w 1864995"/>
              <a:gd name="connsiteY30" fmla="*/ 4110990 h 4603116"/>
              <a:gd name="connsiteX31" fmla="*/ 977900 w 1864995"/>
              <a:gd name="connsiteY31" fmla="*/ 3983990 h 4603116"/>
              <a:gd name="connsiteX32" fmla="*/ 768350 w 1864995"/>
              <a:gd name="connsiteY32" fmla="*/ 3850640 h 4603116"/>
              <a:gd name="connsiteX33" fmla="*/ 596900 w 1864995"/>
              <a:gd name="connsiteY33" fmla="*/ 3704590 h 4603116"/>
              <a:gd name="connsiteX34" fmla="*/ 444500 w 1864995"/>
              <a:gd name="connsiteY34" fmla="*/ 3533140 h 4603116"/>
              <a:gd name="connsiteX35" fmla="*/ 311150 w 1864995"/>
              <a:gd name="connsiteY35" fmla="*/ 3348990 h 4603116"/>
              <a:gd name="connsiteX36" fmla="*/ 171450 w 1864995"/>
              <a:gd name="connsiteY36" fmla="*/ 3101340 h 4603116"/>
              <a:gd name="connsiteX37" fmla="*/ 69850 w 1864995"/>
              <a:gd name="connsiteY37" fmla="*/ 2821940 h 4603116"/>
              <a:gd name="connsiteX38" fmla="*/ 19050 w 1864995"/>
              <a:gd name="connsiteY38" fmla="*/ 2555240 h 4603116"/>
              <a:gd name="connsiteX39" fmla="*/ 0 w 1864995"/>
              <a:gd name="connsiteY39" fmla="*/ 2332990 h 4603116"/>
              <a:gd name="connsiteX40" fmla="*/ 6350 w 1864995"/>
              <a:gd name="connsiteY40" fmla="*/ 2123440 h 4603116"/>
              <a:gd name="connsiteX41" fmla="*/ 31750 w 1864995"/>
              <a:gd name="connsiteY41" fmla="*/ 1971040 h 4603116"/>
              <a:gd name="connsiteX42" fmla="*/ 69850 w 1864995"/>
              <a:gd name="connsiteY42" fmla="*/ 1799590 h 4603116"/>
              <a:gd name="connsiteX43" fmla="*/ 165100 w 1864995"/>
              <a:gd name="connsiteY43" fmla="*/ 1520190 h 4603116"/>
              <a:gd name="connsiteX44" fmla="*/ 298450 w 1864995"/>
              <a:gd name="connsiteY44" fmla="*/ 1266190 h 4603116"/>
              <a:gd name="connsiteX45" fmla="*/ 469900 w 1864995"/>
              <a:gd name="connsiteY45" fmla="*/ 1031240 h 4603116"/>
              <a:gd name="connsiteX46" fmla="*/ 812800 w 1864995"/>
              <a:gd name="connsiteY46" fmla="*/ 720090 h 4603116"/>
              <a:gd name="connsiteX47" fmla="*/ 1041400 w 1864995"/>
              <a:gd name="connsiteY47" fmla="*/ 580390 h 4603116"/>
              <a:gd name="connsiteX48" fmla="*/ 1327150 w 1864995"/>
              <a:gd name="connsiteY48" fmla="*/ 459740 h 4603116"/>
              <a:gd name="connsiteX49" fmla="*/ 1473200 w 1864995"/>
              <a:gd name="connsiteY49" fmla="*/ 383540 h 4603116"/>
              <a:gd name="connsiteX50" fmla="*/ 1533525 w 1864995"/>
              <a:gd name="connsiteY50" fmla="*/ 215265 h 4603116"/>
              <a:gd name="connsiteX51" fmla="*/ 1198879 w 1864995"/>
              <a:gd name="connsiteY51" fmla="*/ 161290 h 4603116"/>
              <a:gd name="connsiteX52" fmla="*/ 889000 w 1864995"/>
              <a:gd name="connsiteY52" fmla="*/ 167640 h 4603116"/>
              <a:gd name="connsiteX0" fmla="*/ 889000 w 1864995"/>
              <a:gd name="connsiteY0" fmla="*/ 167640 h 4605496"/>
              <a:gd name="connsiteX1" fmla="*/ 884555 w 1864995"/>
              <a:gd name="connsiteY1" fmla="*/ 2540 h 4605496"/>
              <a:gd name="connsiteX2" fmla="*/ 1864995 w 1864995"/>
              <a:gd name="connsiteY2" fmla="*/ 0 h 4605496"/>
              <a:gd name="connsiteX3" fmla="*/ 1828800 w 1864995"/>
              <a:gd name="connsiteY3" fmla="*/ 408940 h 4605496"/>
              <a:gd name="connsiteX4" fmla="*/ 1663700 w 1864995"/>
              <a:gd name="connsiteY4" fmla="*/ 650240 h 4605496"/>
              <a:gd name="connsiteX5" fmla="*/ 1428750 w 1864995"/>
              <a:gd name="connsiteY5" fmla="*/ 764540 h 4605496"/>
              <a:gd name="connsiteX6" fmla="*/ 1155700 w 1864995"/>
              <a:gd name="connsiteY6" fmla="*/ 885190 h 4605496"/>
              <a:gd name="connsiteX7" fmla="*/ 920750 w 1864995"/>
              <a:gd name="connsiteY7" fmla="*/ 1043940 h 4605496"/>
              <a:gd name="connsiteX8" fmla="*/ 704850 w 1864995"/>
              <a:gd name="connsiteY8" fmla="*/ 1259840 h 4605496"/>
              <a:gd name="connsiteX9" fmla="*/ 520700 w 1864995"/>
              <a:gd name="connsiteY9" fmla="*/ 1520190 h 4605496"/>
              <a:gd name="connsiteX10" fmla="*/ 368300 w 1864995"/>
              <a:gd name="connsiteY10" fmla="*/ 1932940 h 4605496"/>
              <a:gd name="connsiteX11" fmla="*/ 323850 w 1864995"/>
              <a:gd name="connsiteY11" fmla="*/ 2320290 h 4605496"/>
              <a:gd name="connsiteX12" fmla="*/ 387350 w 1864995"/>
              <a:gd name="connsiteY12" fmla="*/ 2752090 h 4605496"/>
              <a:gd name="connsiteX13" fmla="*/ 501650 w 1864995"/>
              <a:gd name="connsiteY13" fmla="*/ 3037840 h 4605496"/>
              <a:gd name="connsiteX14" fmla="*/ 628650 w 1864995"/>
              <a:gd name="connsiteY14" fmla="*/ 3241040 h 4605496"/>
              <a:gd name="connsiteX15" fmla="*/ 812800 w 1864995"/>
              <a:gd name="connsiteY15" fmla="*/ 3463290 h 4605496"/>
              <a:gd name="connsiteX16" fmla="*/ 965200 w 1864995"/>
              <a:gd name="connsiteY16" fmla="*/ 3590290 h 4605496"/>
              <a:gd name="connsiteX17" fmla="*/ 1181100 w 1864995"/>
              <a:gd name="connsiteY17" fmla="*/ 3729990 h 4605496"/>
              <a:gd name="connsiteX18" fmla="*/ 1365250 w 1864995"/>
              <a:gd name="connsiteY18" fmla="*/ 3812540 h 4605496"/>
              <a:gd name="connsiteX19" fmla="*/ 1574800 w 1864995"/>
              <a:gd name="connsiteY19" fmla="*/ 3888740 h 4605496"/>
              <a:gd name="connsiteX20" fmla="*/ 1727200 w 1864995"/>
              <a:gd name="connsiteY20" fmla="*/ 4015740 h 4605496"/>
              <a:gd name="connsiteX21" fmla="*/ 1828800 w 1864995"/>
              <a:gd name="connsiteY21" fmla="*/ 4199890 h 4605496"/>
              <a:gd name="connsiteX22" fmla="*/ 1860550 w 1864995"/>
              <a:gd name="connsiteY22" fmla="*/ 4364990 h 4605496"/>
              <a:gd name="connsiteX23" fmla="*/ 1860550 w 1864995"/>
              <a:gd name="connsiteY23" fmla="*/ 4472940 h 4605496"/>
              <a:gd name="connsiteX24" fmla="*/ 1859279 w 1864995"/>
              <a:gd name="connsiteY24" fmla="*/ 4605496 h 4605496"/>
              <a:gd name="connsiteX25" fmla="*/ 902016 w 1864995"/>
              <a:gd name="connsiteY25" fmla="*/ 4603116 h 4605496"/>
              <a:gd name="connsiteX26" fmla="*/ 904398 w 1864995"/>
              <a:gd name="connsiteY26" fmla="*/ 4441190 h 4605496"/>
              <a:gd name="connsiteX27" fmla="*/ 1219993 w 1864995"/>
              <a:gd name="connsiteY27" fmla="*/ 4447540 h 4605496"/>
              <a:gd name="connsiteX28" fmla="*/ 1529556 w 1864995"/>
              <a:gd name="connsiteY28" fmla="*/ 4372134 h 4605496"/>
              <a:gd name="connsiteX29" fmla="*/ 1454150 w 1864995"/>
              <a:gd name="connsiteY29" fmla="*/ 4199890 h 4605496"/>
              <a:gd name="connsiteX30" fmla="*/ 1238250 w 1864995"/>
              <a:gd name="connsiteY30" fmla="*/ 4110990 h 4605496"/>
              <a:gd name="connsiteX31" fmla="*/ 977900 w 1864995"/>
              <a:gd name="connsiteY31" fmla="*/ 3983990 h 4605496"/>
              <a:gd name="connsiteX32" fmla="*/ 768350 w 1864995"/>
              <a:gd name="connsiteY32" fmla="*/ 3850640 h 4605496"/>
              <a:gd name="connsiteX33" fmla="*/ 596900 w 1864995"/>
              <a:gd name="connsiteY33" fmla="*/ 3704590 h 4605496"/>
              <a:gd name="connsiteX34" fmla="*/ 444500 w 1864995"/>
              <a:gd name="connsiteY34" fmla="*/ 3533140 h 4605496"/>
              <a:gd name="connsiteX35" fmla="*/ 311150 w 1864995"/>
              <a:gd name="connsiteY35" fmla="*/ 3348990 h 4605496"/>
              <a:gd name="connsiteX36" fmla="*/ 171450 w 1864995"/>
              <a:gd name="connsiteY36" fmla="*/ 3101340 h 4605496"/>
              <a:gd name="connsiteX37" fmla="*/ 69850 w 1864995"/>
              <a:gd name="connsiteY37" fmla="*/ 2821940 h 4605496"/>
              <a:gd name="connsiteX38" fmla="*/ 19050 w 1864995"/>
              <a:gd name="connsiteY38" fmla="*/ 2555240 h 4605496"/>
              <a:gd name="connsiteX39" fmla="*/ 0 w 1864995"/>
              <a:gd name="connsiteY39" fmla="*/ 2332990 h 4605496"/>
              <a:gd name="connsiteX40" fmla="*/ 6350 w 1864995"/>
              <a:gd name="connsiteY40" fmla="*/ 2123440 h 4605496"/>
              <a:gd name="connsiteX41" fmla="*/ 31750 w 1864995"/>
              <a:gd name="connsiteY41" fmla="*/ 1971040 h 4605496"/>
              <a:gd name="connsiteX42" fmla="*/ 69850 w 1864995"/>
              <a:gd name="connsiteY42" fmla="*/ 1799590 h 4605496"/>
              <a:gd name="connsiteX43" fmla="*/ 165100 w 1864995"/>
              <a:gd name="connsiteY43" fmla="*/ 1520190 h 4605496"/>
              <a:gd name="connsiteX44" fmla="*/ 298450 w 1864995"/>
              <a:gd name="connsiteY44" fmla="*/ 1266190 h 4605496"/>
              <a:gd name="connsiteX45" fmla="*/ 469900 w 1864995"/>
              <a:gd name="connsiteY45" fmla="*/ 1031240 h 4605496"/>
              <a:gd name="connsiteX46" fmla="*/ 812800 w 1864995"/>
              <a:gd name="connsiteY46" fmla="*/ 720090 h 4605496"/>
              <a:gd name="connsiteX47" fmla="*/ 1041400 w 1864995"/>
              <a:gd name="connsiteY47" fmla="*/ 580390 h 4605496"/>
              <a:gd name="connsiteX48" fmla="*/ 1327150 w 1864995"/>
              <a:gd name="connsiteY48" fmla="*/ 459740 h 4605496"/>
              <a:gd name="connsiteX49" fmla="*/ 1473200 w 1864995"/>
              <a:gd name="connsiteY49" fmla="*/ 383540 h 4605496"/>
              <a:gd name="connsiteX50" fmla="*/ 1533525 w 1864995"/>
              <a:gd name="connsiteY50" fmla="*/ 215265 h 4605496"/>
              <a:gd name="connsiteX51" fmla="*/ 1198879 w 1864995"/>
              <a:gd name="connsiteY51" fmla="*/ 161290 h 4605496"/>
              <a:gd name="connsiteX52" fmla="*/ 889000 w 1864995"/>
              <a:gd name="connsiteY52" fmla="*/ 167640 h 4605496"/>
              <a:gd name="connsiteX0" fmla="*/ 889000 w 1864995"/>
              <a:gd name="connsiteY0" fmla="*/ 16764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51" fmla="*/ 889000 w 1864995"/>
              <a:gd name="connsiteY51" fmla="*/ 167640 h 4605496"/>
              <a:gd name="connsiteX0" fmla="*/ 1198879 w 1864995"/>
              <a:gd name="connsiteY0" fmla="*/ 1612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50" fmla="*/ 1198879 w 1864995"/>
              <a:gd name="connsiteY50" fmla="*/ 161290 h 4605496"/>
              <a:gd name="connsiteX0" fmla="*/ 1533525 w 1864995"/>
              <a:gd name="connsiteY0" fmla="*/ 215265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3525 w 1864995"/>
              <a:gd name="connsiteY49" fmla="*/ 215265 h 4605496"/>
              <a:gd name="connsiteX0" fmla="*/ 1536700 w 1864995"/>
              <a:gd name="connsiteY0" fmla="*/ 173990 h 4605496"/>
              <a:gd name="connsiteX1" fmla="*/ 1864995 w 1864995"/>
              <a:gd name="connsiteY1" fmla="*/ 0 h 4605496"/>
              <a:gd name="connsiteX2" fmla="*/ 1828800 w 1864995"/>
              <a:gd name="connsiteY2" fmla="*/ 408940 h 4605496"/>
              <a:gd name="connsiteX3" fmla="*/ 1663700 w 1864995"/>
              <a:gd name="connsiteY3" fmla="*/ 650240 h 4605496"/>
              <a:gd name="connsiteX4" fmla="*/ 1428750 w 1864995"/>
              <a:gd name="connsiteY4" fmla="*/ 764540 h 4605496"/>
              <a:gd name="connsiteX5" fmla="*/ 1155700 w 1864995"/>
              <a:gd name="connsiteY5" fmla="*/ 885190 h 4605496"/>
              <a:gd name="connsiteX6" fmla="*/ 920750 w 1864995"/>
              <a:gd name="connsiteY6" fmla="*/ 1043940 h 4605496"/>
              <a:gd name="connsiteX7" fmla="*/ 704850 w 1864995"/>
              <a:gd name="connsiteY7" fmla="*/ 1259840 h 4605496"/>
              <a:gd name="connsiteX8" fmla="*/ 520700 w 1864995"/>
              <a:gd name="connsiteY8" fmla="*/ 1520190 h 4605496"/>
              <a:gd name="connsiteX9" fmla="*/ 368300 w 1864995"/>
              <a:gd name="connsiteY9" fmla="*/ 1932940 h 4605496"/>
              <a:gd name="connsiteX10" fmla="*/ 323850 w 1864995"/>
              <a:gd name="connsiteY10" fmla="*/ 2320290 h 4605496"/>
              <a:gd name="connsiteX11" fmla="*/ 387350 w 1864995"/>
              <a:gd name="connsiteY11" fmla="*/ 2752090 h 4605496"/>
              <a:gd name="connsiteX12" fmla="*/ 501650 w 1864995"/>
              <a:gd name="connsiteY12" fmla="*/ 3037840 h 4605496"/>
              <a:gd name="connsiteX13" fmla="*/ 628650 w 1864995"/>
              <a:gd name="connsiteY13" fmla="*/ 3241040 h 4605496"/>
              <a:gd name="connsiteX14" fmla="*/ 812800 w 1864995"/>
              <a:gd name="connsiteY14" fmla="*/ 3463290 h 4605496"/>
              <a:gd name="connsiteX15" fmla="*/ 965200 w 1864995"/>
              <a:gd name="connsiteY15" fmla="*/ 3590290 h 4605496"/>
              <a:gd name="connsiteX16" fmla="*/ 1181100 w 1864995"/>
              <a:gd name="connsiteY16" fmla="*/ 3729990 h 4605496"/>
              <a:gd name="connsiteX17" fmla="*/ 1365250 w 1864995"/>
              <a:gd name="connsiteY17" fmla="*/ 3812540 h 4605496"/>
              <a:gd name="connsiteX18" fmla="*/ 1574800 w 1864995"/>
              <a:gd name="connsiteY18" fmla="*/ 3888740 h 4605496"/>
              <a:gd name="connsiteX19" fmla="*/ 1727200 w 1864995"/>
              <a:gd name="connsiteY19" fmla="*/ 4015740 h 4605496"/>
              <a:gd name="connsiteX20" fmla="*/ 1828800 w 1864995"/>
              <a:gd name="connsiteY20" fmla="*/ 4199890 h 4605496"/>
              <a:gd name="connsiteX21" fmla="*/ 1860550 w 1864995"/>
              <a:gd name="connsiteY21" fmla="*/ 4364990 h 4605496"/>
              <a:gd name="connsiteX22" fmla="*/ 1860550 w 1864995"/>
              <a:gd name="connsiteY22" fmla="*/ 4472940 h 4605496"/>
              <a:gd name="connsiteX23" fmla="*/ 1859279 w 1864995"/>
              <a:gd name="connsiteY23" fmla="*/ 4605496 h 4605496"/>
              <a:gd name="connsiteX24" fmla="*/ 902016 w 1864995"/>
              <a:gd name="connsiteY24" fmla="*/ 4603116 h 4605496"/>
              <a:gd name="connsiteX25" fmla="*/ 904398 w 1864995"/>
              <a:gd name="connsiteY25" fmla="*/ 4441190 h 4605496"/>
              <a:gd name="connsiteX26" fmla="*/ 1219993 w 1864995"/>
              <a:gd name="connsiteY26" fmla="*/ 4447540 h 4605496"/>
              <a:gd name="connsiteX27" fmla="*/ 1529556 w 1864995"/>
              <a:gd name="connsiteY27" fmla="*/ 4372134 h 4605496"/>
              <a:gd name="connsiteX28" fmla="*/ 1454150 w 1864995"/>
              <a:gd name="connsiteY28" fmla="*/ 4199890 h 4605496"/>
              <a:gd name="connsiteX29" fmla="*/ 1238250 w 1864995"/>
              <a:gd name="connsiteY29" fmla="*/ 4110990 h 4605496"/>
              <a:gd name="connsiteX30" fmla="*/ 977900 w 1864995"/>
              <a:gd name="connsiteY30" fmla="*/ 3983990 h 4605496"/>
              <a:gd name="connsiteX31" fmla="*/ 768350 w 1864995"/>
              <a:gd name="connsiteY31" fmla="*/ 3850640 h 4605496"/>
              <a:gd name="connsiteX32" fmla="*/ 596900 w 1864995"/>
              <a:gd name="connsiteY32" fmla="*/ 3704590 h 4605496"/>
              <a:gd name="connsiteX33" fmla="*/ 444500 w 1864995"/>
              <a:gd name="connsiteY33" fmla="*/ 3533140 h 4605496"/>
              <a:gd name="connsiteX34" fmla="*/ 311150 w 1864995"/>
              <a:gd name="connsiteY34" fmla="*/ 3348990 h 4605496"/>
              <a:gd name="connsiteX35" fmla="*/ 171450 w 1864995"/>
              <a:gd name="connsiteY35" fmla="*/ 3101340 h 4605496"/>
              <a:gd name="connsiteX36" fmla="*/ 69850 w 1864995"/>
              <a:gd name="connsiteY36" fmla="*/ 2821940 h 4605496"/>
              <a:gd name="connsiteX37" fmla="*/ 19050 w 1864995"/>
              <a:gd name="connsiteY37" fmla="*/ 2555240 h 4605496"/>
              <a:gd name="connsiteX38" fmla="*/ 0 w 1864995"/>
              <a:gd name="connsiteY38" fmla="*/ 2332990 h 4605496"/>
              <a:gd name="connsiteX39" fmla="*/ 6350 w 1864995"/>
              <a:gd name="connsiteY39" fmla="*/ 2123440 h 4605496"/>
              <a:gd name="connsiteX40" fmla="*/ 31750 w 1864995"/>
              <a:gd name="connsiteY40" fmla="*/ 1971040 h 4605496"/>
              <a:gd name="connsiteX41" fmla="*/ 69850 w 1864995"/>
              <a:gd name="connsiteY41" fmla="*/ 1799590 h 4605496"/>
              <a:gd name="connsiteX42" fmla="*/ 165100 w 1864995"/>
              <a:gd name="connsiteY42" fmla="*/ 1520190 h 4605496"/>
              <a:gd name="connsiteX43" fmla="*/ 298450 w 1864995"/>
              <a:gd name="connsiteY43" fmla="*/ 1266190 h 4605496"/>
              <a:gd name="connsiteX44" fmla="*/ 469900 w 1864995"/>
              <a:gd name="connsiteY44" fmla="*/ 1031240 h 4605496"/>
              <a:gd name="connsiteX45" fmla="*/ 812800 w 1864995"/>
              <a:gd name="connsiteY45" fmla="*/ 720090 h 4605496"/>
              <a:gd name="connsiteX46" fmla="*/ 1041400 w 1864995"/>
              <a:gd name="connsiteY46" fmla="*/ 580390 h 4605496"/>
              <a:gd name="connsiteX47" fmla="*/ 1327150 w 1864995"/>
              <a:gd name="connsiteY47" fmla="*/ 459740 h 4605496"/>
              <a:gd name="connsiteX48" fmla="*/ 1473200 w 1864995"/>
              <a:gd name="connsiteY48" fmla="*/ 383540 h 4605496"/>
              <a:gd name="connsiteX49" fmla="*/ 1536700 w 1864995"/>
              <a:gd name="connsiteY49" fmla="*/ 173990 h 4605496"/>
              <a:gd name="connsiteX0" fmla="*/ 1536700 w 1860550"/>
              <a:gd name="connsiteY0" fmla="*/ 37465 h 4468971"/>
              <a:gd name="connsiteX1" fmla="*/ 1852295 w 1860550"/>
              <a:gd name="connsiteY1" fmla="*/ 0 h 4468971"/>
              <a:gd name="connsiteX2" fmla="*/ 1828800 w 1860550"/>
              <a:gd name="connsiteY2" fmla="*/ 272415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904398 w 1860550"/>
              <a:gd name="connsiteY25" fmla="*/ 4304665 h 4468971"/>
              <a:gd name="connsiteX26" fmla="*/ 1219993 w 1860550"/>
              <a:gd name="connsiteY26" fmla="*/ 4311015 h 4468971"/>
              <a:gd name="connsiteX27" fmla="*/ 1529556 w 1860550"/>
              <a:gd name="connsiteY27" fmla="*/ 4235609 h 4468971"/>
              <a:gd name="connsiteX28" fmla="*/ 1454150 w 1860550"/>
              <a:gd name="connsiteY28" fmla="*/ 4063365 h 4468971"/>
              <a:gd name="connsiteX29" fmla="*/ 1238250 w 1860550"/>
              <a:gd name="connsiteY29" fmla="*/ 3974465 h 4468971"/>
              <a:gd name="connsiteX30" fmla="*/ 977900 w 1860550"/>
              <a:gd name="connsiteY30" fmla="*/ 3847465 h 4468971"/>
              <a:gd name="connsiteX31" fmla="*/ 768350 w 1860550"/>
              <a:gd name="connsiteY31" fmla="*/ 3714115 h 4468971"/>
              <a:gd name="connsiteX32" fmla="*/ 596900 w 1860550"/>
              <a:gd name="connsiteY32" fmla="*/ 3568065 h 4468971"/>
              <a:gd name="connsiteX33" fmla="*/ 444500 w 1860550"/>
              <a:gd name="connsiteY33" fmla="*/ 3396615 h 4468971"/>
              <a:gd name="connsiteX34" fmla="*/ 311150 w 1860550"/>
              <a:gd name="connsiteY34" fmla="*/ 3212465 h 4468971"/>
              <a:gd name="connsiteX35" fmla="*/ 171450 w 1860550"/>
              <a:gd name="connsiteY35" fmla="*/ 2964815 h 4468971"/>
              <a:gd name="connsiteX36" fmla="*/ 69850 w 1860550"/>
              <a:gd name="connsiteY36" fmla="*/ 2685415 h 4468971"/>
              <a:gd name="connsiteX37" fmla="*/ 19050 w 1860550"/>
              <a:gd name="connsiteY37" fmla="*/ 2418715 h 4468971"/>
              <a:gd name="connsiteX38" fmla="*/ 0 w 1860550"/>
              <a:gd name="connsiteY38" fmla="*/ 2196465 h 4468971"/>
              <a:gd name="connsiteX39" fmla="*/ 6350 w 1860550"/>
              <a:gd name="connsiteY39" fmla="*/ 1986915 h 4468971"/>
              <a:gd name="connsiteX40" fmla="*/ 31750 w 1860550"/>
              <a:gd name="connsiteY40" fmla="*/ 1834515 h 4468971"/>
              <a:gd name="connsiteX41" fmla="*/ 69850 w 1860550"/>
              <a:gd name="connsiteY41" fmla="*/ 1663065 h 4468971"/>
              <a:gd name="connsiteX42" fmla="*/ 165100 w 1860550"/>
              <a:gd name="connsiteY42" fmla="*/ 1383665 h 4468971"/>
              <a:gd name="connsiteX43" fmla="*/ 298450 w 1860550"/>
              <a:gd name="connsiteY43" fmla="*/ 1129665 h 4468971"/>
              <a:gd name="connsiteX44" fmla="*/ 469900 w 1860550"/>
              <a:gd name="connsiteY44" fmla="*/ 894715 h 4468971"/>
              <a:gd name="connsiteX45" fmla="*/ 812800 w 1860550"/>
              <a:gd name="connsiteY45" fmla="*/ 583565 h 4468971"/>
              <a:gd name="connsiteX46" fmla="*/ 1041400 w 1860550"/>
              <a:gd name="connsiteY46" fmla="*/ 443865 h 4468971"/>
              <a:gd name="connsiteX47" fmla="*/ 1327150 w 1860550"/>
              <a:gd name="connsiteY47" fmla="*/ 323215 h 4468971"/>
              <a:gd name="connsiteX48" fmla="*/ 1473200 w 1860550"/>
              <a:gd name="connsiteY48" fmla="*/ 247015 h 4468971"/>
              <a:gd name="connsiteX49" fmla="*/ 1536700 w 1860550"/>
              <a:gd name="connsiteY49"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902016 w 1860550"/>
              <a:gd name="connsiteY24" fmla="*/ 4466591 h 4468971"/>
              <a:gd name="connsiteX25" fmla="*/ 1219993 w 1860550"/>
              <a:gd name="connsiteY25" fmla="*/ 4311015 h 4468971"/>
              <a:gd name="connsiteX26" fmla="*/ 1529556 w 1860550"/>
              <a:gd name="connsiteY26" fmla="*/ 4235609 h 4468971"/>
              <a:gd name="connsiteX27" fmla="*/ 1454150 w 1860550"/>
              <a:gd name="connsiteY27" fmla="*/ 4063365 h 4468971"/>
              <a:gd name="connsiteX28" fmla="*/ 1238250 w 1860550"/>
              <a:gd name="connsiteY28" fmla="*/ 3974465 h 4468971"/>
              <a:gd name="connsiteX29" fmla="*/ 977900 w 1860550"/>
              <a:gd name="connsiteY29" fmla="*/ 3847465 h 4468971"/>
              <a:gd name="connsiteX30" fmla="*/ 768350 w 1860550"/>
              <a:gd name="connsiteY30" fmla="*/ 3714115 h 4468971"/>
              <a:gd name="connsiteX31" fmla="*/ 596900 w 1860550"/>
              <a:gd name="connsiteY31" fmla="*/ 3568065 h 4468971"/>
              <a:gd name="connsiteX32" fmla="*/ 444500 w 1860550"/>
              <a:gd name="connsiteY32" fmla="*/ 3396615 h 4468971"/>
              <a:gd name="connsiteX33" fmla="*/ 311150 w 1860550"/>
              <a:gd name="connsiteY33" fmla="*/ 3212465 h 4468971"/>
              <a:gd name="connsiteX34" fmla="*/ 171450 w 1860550"/>
              <a:gd name="connsiteY34" fmla="*/ 2964815 h 4468971"/>
              <a:gd name="connsiteX35" fmla="*/ 69850 w 1860550"/>
              <a:gd name="connsiteY35" fmla="*/ 2685415 h 4468971"/>
              <a:gd name="connsiteX36" fmla="*/ 19050 w 1860550"/>
              <a:gd name="connsiteY36" fmla="*/ 2418715 h 4468971"/>
              <a:gd name="connsiteX37" fmla="*/ 0 w 1860550"/>
              <a:gd name="connsiteY37" fmla="*/ 2196465 h 4468971"/>
              <a:gd name="connsiteX38" fmla="*/ 6350 w 1860550"/>
              <a:gd name="connsiteY38" fmla="*/ 1986915 h 4468971"/>
              <a:gd name="connsiteX39" fmla="*/ 31750 w 1860550"/>
              <a:gd name="connsiteY39" fmla="*/ 1834515 h 4468971"/>
              <a:gd name="connsiteX40" fmla="*/ 69850 w 1860550"/>
              <a:gd name="connsiteY40" fmla="*/ 1663065 h 4468971"/>
              <a:gd name="connsiteX41" fmla="*/ 165100 w 1860550"/>
              <a:gd name="connsiteY41" fmla="*/ 1383665 h 4468971"/>
              <a:gd name="connsiteX42" fmla="*/ 298450 w 1860550"/>
              <a:gd name="connsiteY42" fmla="*/ 1129665 h 4468971"/>
              <a:gd name="connsiteX43" fmla="*/ 469900 w 1860550"/>
              <a:gd name="connsiteY43" fmla="*/ 894715 h 4468971"/>
              <a:gd name="connsiteX44" fmla="*/ 812800 w 1860550"/>
              <a:gd name="connsiteY44" fmla="*/ 583565 h 4468971"/>
              <a:gd name="connsiteX45" fmla="*/ 1041400 w 1860550"/>
              <a:gd name="connsiteY45" fmla="*/ 443865 h 4468971"/>
              <a:gd name="connsiteX46" fmla="*/ 1327150 w 1860550"/>
              <a:gd name="connsiteY46" fmla="*/ 323215 h 4468971"/>
              <a:gd name="connsiteX47" fmla="*/ 1473200 w 1860550"/>
              <a:gd name="connsiteY47" fmla="*/ 247015 h 4468971"/>
              <a:gd name="connsiteX48" fmla="*/ 1536700 w 1860550"/>
              <a:gd name="connsiteY48"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219993 w 1860550"/>
              <a:gd name="connsiteY24" fmla="*/ 4311015 h 4468971"/>
              <a:gd name="connsiteX25" fmla="*/ 1529556 w 1860550"/>
              <a:gd name="connsiteY25" fmla="*/ 4235609 h 4468971"/>
              <a:gd name="connsiteX26" fmla="*/ 1454150 w 1860550"/>
              <a:gd name="connsiteY26" fmla="*/ 4063365 h 4468971"/>
              <a:gd name="connsiteX27" fmla="*/ 1238250 w 1860550"/>
              <a:gd name="connsiteY27" fmla="*/ 3974465 h 4468971"/>
              <a:gd name="connsiteX28" fmla="*/ 977900 w 1860550"/>
              <a:gd name="connsiteY28" fmla="*/ 3847465 h 4468971"/>
              <a:gd name="connsiteX29" fmla="*/ 768350 w 1860550"/>
              <a:gd name="connsiteY29" fmla="*/ 3714115 h 4468971"/>
              <a:gd name="connsiteX30" fmla="*/ 596900 w 1860550"/>
              <a:gd name="connsiteY30" fmla="*/ 3568065 h 4468971"/>
              <a:gd name="connsiteX31" fmla="*/ 444500 w 1860550"/>
              <a:gd name="connsiteY31" fmla="*/ 3396615 h 4468971"/>
              <a:gd name="connsiteX32" fmla="*/ 311150 w 1860550"/>
              <a:gd name="connsiteY32" fmla="*/ 3212465 h 4468971"/>
              <a:gd name="connsiteX33" fmla="*/ 171450 w 1860550"/>
              <a:gd name="connsiteY33" fmla="*/ 2964815 h 4468971"/>
              <a:gd name="connsiteX34" fmla="*/ 69850 w 1860550"/>
              <a:gd name="connsiteY34" fmla="*/ 2685415 h 4468971"/>
              <a:gd name="connsiteX35" fmla="*/ 19050 w 1860550"/>
              <a:gd name="connsiteY35" fmla="*/ 2418715 h 4468971"/>
              <a:gd name="connsiteX36" fmla="*/ 0 w 1860550"/>
              <a:gd name="connsiteY36" fmla="*/ 2196465 h 4468971"/>
              <a:gd name="connsiteX37" fmla="*/ 6350 w 1860550"/>
              <a:gd name="connsiteY37" fmla="*/ 1986915 h 4468971"/>
              <a:gd name="connsiteX38" fmla="*/ 31750 w 1860550"/>
              <a:gd name="connsiteY38" fmla="*/ 1834515 h 4468971"/>
              <a:gd name="connsiteX39" fmla="*/ 69850 w 1860550"/>
              <a:gd name="connsiteY39" fmla="*/ 1663065 h 4468971"/>
              <a:gd name="connsiteX40" fmla="*/ 165100 w 1860550"/>
              <a:gd name="connsiteY40" fmla="*/ 1383665 h 4468971"/>
              <a:gd name="connsiteX41" fmla="*/ 298450 w 1860550"/>
              <a:gd name="connsiteY41" fmla="*/ 1129665 h 4468971"/>
              <a:gd name="connsiteX42" fmla="*/ 469900 w 1860550"/>
              <a:gd name="connsiteY42" fmla="*/ 894715 h 4468971"/>
              <a:gd name="connsiteX43" fmla="*/ 812800 w 1860550"/>
              <a:gd name="connsiteY43" fmla="*/ 583565 h 4468971"/>
              <a:gd name="connsiteX44" fmla="*/ 1041400 w 1860550"/>
              <a:gd name="connsiteY44" fmla="*/ 443865 h 4468971"/>
              <a:gd name="connsiteX45" fmla="*/ 1327150 w 1860550"/>
              <a:gd name="connsiteY45" fmla="*/ 323215 h 4468971"/>
              <a:gd name="connsiteX46" fmla="*/ 1473200 w 1860550"/>
              <a:gd name="connsiteY46" fmla="*/ 247015 h 4468971"/>
              <a:gd name="connsiteX47" fmla="*/ 1536700 w 1860550"/>
              <a:gd name="connsiteY47"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29556 w 1860550"/>
              <a:gd name="connsiteY24" fmla="*/ 42356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67656 w 1860550"/>
              <a:gd name="connsiteY24" fmla="*/ 41721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468971"/>
              <a:gd name="connsiteX1" fmla="*/ 1852295 w 1860550"/>
              <a:gd name="connsiteY1" fmla="*/ 0 h 4468971"/>
              <a:gd name="connsiteX2" fmla="*/ 1838325 w 1860550"/>
              <a:gd name="connsiteY2" fmla="*/ 269240 h 4468971"/>
              <a:gd name="connsiteX3" fmla="*/ 1663700 w 1860550"/>
              <a:gd name="connsiteY3" fmla="*/ 513715 h 4468971"/>
              <a:gd name="connsiteX4" fmla="*/ 1428750 w 1860550"/>
              <a:gd name="connsiteY4" fmla="*/ 628015 h 4468971"/>
              <a:gd name="connsiteX5" fmla="*/ 1155700 w 1860550"/>
              <a:gd name="connsiteY5" fmla="*/ 748665 h 4468971"/>
              <a:gd name="connsiteX6" fmla="*/ 920750 w 1860550"/>
              <a:gd name="connsiteY6" fmla="*/ 907415 h 4468971"/>
              <a:gd name="connsiteX7" fmla="*/ 704850 w 1860550"/>
              <a:gd name="connsiteY7" fmla="*/ 1123315 h 4468971"/>
              <a:gd name="connsiteX8" fmla="*/ 520700 w 1860550"/>
              <a:gd name="connsiteY8" fmla="*/ 1383665 h 4468971"/>
              <a:gd name="connsiteX9" fmla="*/ 368300 w 1860550"/>
              <a:gd name="connsiteY9" fmla="*/ 1796415 h 4468971"/>
              <a:gd name="connsiteX10" fmla="*/ 323850 w 1860550"/>
              <a:gd name="connsiteY10" fmla="*/ 2183765 h 4468971"/>
              <a:gd name="connsiteX11" fmla="*/ 387350 w 1860550"/>
              <a:gd name="connsiteY11" fmla="*/ 2615565 h 4468971"/>
              <a:gd name="connsiteX12" fmla="*/ 501650 w 1860550"/>
              <a:gd name="connsiteY12" fmla="*/ 2901315 h 4468971"/>
              <a:gd name="connsiteX13" fmla="*/ 628650 w 1860550"/>
              <a:gd name="connsiteY13" fmla="*/ 3104515 h 4468971"/>
              <a:gd name="connsiteX14" fmla="*/ 812800 w 1860550"/>
              <a:gd name="connsiteY14" fmla="*/ 3326765 h 4468971"/>
              <a:gd name="connsiteX15" fmla="*/ 965200 w 1860550"/>
              <a:gd name="connsiteY15" fmla="*/ 3453765 h 4468971"/>
              <a:gd name="connsiteX16" fmla="*/ 1181100 w 1860550"/>
              <a:gd name="connsiteY16" fmla="*/ 3593465 h 4468971"/>
              <a:gd name="connsiteX17" fmla="*/ 1365250 w 1860550"/>
              <a:gd name="connsiteY17" fmla="*/ 3676015 h 4468971"/>
              <a:gd name="connsiteX18" fmla="*/ 1574800 w 1860550"/>
              <a:gd name="connsiteY18" fmla="*/ 3752215 h 4468971"/>
              <a:gd name="connsiteX19" fmla="*/ 1727200 w 1860550"/>
              <a:gd name="connsiteY19" fmla="*/ 3879215 h 4468971"/>
              <a:gd name="connsiteX20" fmla="*/ 1828800 w 1860550"/>
              <a:gd name="connsiteY20" fmla="*/ 4063365 h 4468971"/>
              <a:gd name="connsiteX21" fmla="*/ 1860550 w 1860550"/>
              <a:gd name="connsiteY21" fmla="*/ 4228465 h 4468971"/>
              <a:gd name="connsiteX22" fmla="*/ 1860550 w 1860550"/>
              <a:gd name="connsiteY22" fmla="*/ 4336415 h 4468971"/>
              <a:gd name="connsiteX23" fmla="*/ 1859279 w 1860550"/>
              <a:gd name="connsiteY23" fmla="*/ 4468971 h 4468971"/>
              <a:gd name="connsiteX24" fmla="*/ 1516856 w 1860550"/>
              <a:gd name="connsiteY24" fmla="*/ 4146709 h 4468971"/>
              <a:gd name="connsiteX25" fmla="*/ 1454150 w 1860550"/>
              <a:gd name="connsiteY25" fmla="*/ 4063365 h 4468971"/>
              <a:gd name="connsiteX26" fmla="*/ 1238250 w 1860550"/>
              <a:gd name="connsiteY26" fmla="*/ 3974465 h 4468971"/>
              <a:gd name="connsiteX27" fmla="*/ 977900 w 1860550"/>
              <a:gd name="connsiteY27" fmla="*/ 3847465 h 4468971"/>
              <a:gd name="connsiteX28" fmla="*/ 768350 w 1860550"/>
              <a:gd name="connsiteY28" fmla="*/ 3714115 h 4468971"/>
              <a:gd name="connsiteX29" fmla="*/ 596900 w 1860550"/>
              <a:gd name="connsiteY29" fmla="*/ 3568065 h 4468971"/>
              <a:gd name="connsiteX30" fmla="*/ 444500 w 1860550"/>
              <a:gd name="connsiteY30" fmla="*/ 3396615 h 4468971"/>
              <a:gd name="connsiteX31" fmla="*/ 311150 w 1860550"/>
              <a:gd name="connsiteY31" fmla="*/ 3212465 h 4468971"/>
              <a:gd name="connsiteX32" fmla="*/ 171450 w 1860550"/>
              <a:gd name="connsiteY32" fmla="*/ 2964815 h 4468971"/>
              <a:gd name="connsiteX33" fmla="*/ 69850 w 1860550"/>
              <a:gd name="connsiteY33" fmla="*/ 2685415 h 4468971"/>
              <a:gd name="connsiteX34" fmla="*/ 19050 w 1860550"/>
              <a:gd name="connsiteY34" fmla="*/ 2418715 h 4468971"/>
              <a:gd name="connsiteX35" fmla="*/ 0 w 1860550"/>
              <a:gd name="connsiteY35" fmla="*/ 2196465 h 4468971"/>
              <a:gd name="connsiteX36" fmla="*/ 6350 w 1860550"/>
              <a:gd name="connsiteY36" fmla="*/ 1986915 h 4468971"/>
              <a:gd name="connsiteX37" fmla="*/ 31750 w 1860550"/>
              <a:gd name="connsiteY37" fmla="*/ 1834515 h 4468971"/>
              <a:gd name="connsiteX38" fmla="*/ 69850 w 1860550"/>
              <a:gd name="connsiteY38" fmla="*/ 1663065 h 4468971"/>
              <a:gd name="connsiteX39" fmla="*/ 165100 w 1860550"/>
              <a:gd name="connsiteY39" fmla="*/ 1383665 h 4468971"/>
              <a:gd name="connsiteX40" fmla="*/ 298450 w 1860550"/>
              <a:gd name="connsiteY40" fmla="*/ 1129665 h 4468971"/>
              <a:gd name="connsiteX41" fmla="*/ 469900 w 1860550"/>
              <a:gd name="connsiteY41" fmla="*/ 894715 h 4468971"/>
              <a:gd name="connsiteX42" fmla="*/ 812800 w 1860550"/>
              <a:gd name="connsiteY42" fmla="*/ 583565 h 4468971"/>
              <a:gd name="connsiteX43" fmla="*/ 1041400 w 1860550"/>
              <a:gd name="connsiteY43" fmla="*/ 443865 h 4468971"/>
              <a:gd name="connsiteX44" fmla="*/ 1327150 w 1860550"/>
              <a:gd name="connsiteY44" fmla="*/ 323215 h 4468971"/>
              <a:gd name="connsiteX45" fmla="*/ 1473200 w 1860550"/>
              <a:gd name="connsiteY45" fmla="*/ 247015 h 4468971"/>
              <a:gd name="connsiteX46" fmla="*/ 1536700 w 1860550"/>
              <a:gd name="connsiteY46" fmla="*/ 37465 h 4468971"/>
              <a:gd name="connsiteX0" fmla="*/ 1536700 w 1860550"/>
              <a:gd name="connsiteY0" fmla="*/ 37465 h 4346296"/>
              <a:gd name="connsiteX1" fmla="*/ 1852295 w 1860550"/>
              <a:gd name="connsiteY1" fmla="*/ 0 h 4346296"/>
              <a:gd name="connsiteX2" fmla="*/ 1838325 w 1860550"/>
              <a:gd name="connsiteY2" fmla="*/ 269240 h 4346296"/>
              <a:gd name="connsiteX3" fmla="*/ 1663700 w 1860550"/>
              <a:gd name="connsiteY3" fmla="*/ 513715 h 4346296"/>
              <a:gd name="connsiteX4" fmla="*/ 1428750 w 1860550"/>
              <a:gd name="connsiteY4" fmla="*/ 628015 h 4346296"/>
              <a:gd name="connsiteX5" fmla="*/ 1155700 w 1860550"/>
              <a:gd name="connsiteY5" fmla="*/ 748665 h 4346296"/>
              <a:gd name="connsiteX6" fmla="*/ 920750 w 1860550"/>
              <a:gd name="connsiteY6" fmla="*/ 907415 h 4346296"/>
              <a:gd name="connsiteX7" fmla="*/ 704850 w 1860550"/>
              <a:gd name="connsiteY7" fmla="*/ 1123315 h 4346296"/>
              <a:gd name="connsiteX8" fmla="*/ 520700 w 1860550"/>
              <a:gd name="connsiteY8" fmla="*/ 1383665 h 4346296"/>
              <a:gd name="connsiteX9" fmla="*/ 368300 w 1860550"/>
              <a:gd name="connsiteY9" fmla="*/ 1796415 h 4346296"/>
              <a:gd name="connsiteX10" fmla="*/ 323850 w 1860550"/>
              <a:gd name="connsiteY10" fmla="*/ 2183765 h 4346296"/>
              <a:gd name="connsiteX11" fmla="*/ 387350 w 1860550"/>
              <a:gd name="connsiteY11" fmla="*/ 2615565 h 4346296"/>
              <a:gd name="connsiteX12" fmla="*/ 501650 w 1860550"/>
              <a:gd name="connsiteY12" fmla="*/ 2901315 h 4346296"/>
              <a:gd name="connsiteX13" fmla="*/ 628650 w 1860550"/>
              <a:gd name="connsiteY13" fmla="*/ 3104515 h 4346296"/>
              <a:gd name="connsiteX14" fmla="*/ 812800 w 1860550"/>
              <a:gd name="connsiteY14" fmla="*/ 3326765 h 4346296"/>
              <a:gd name="connsiteX15" fmla="*/ 965200 w 1860550"/>
              <a:gd name="connsiteY15" fmla="*/ 3453765 h 4346296"/>
              <a:gd name="connsiteX16" fmla="*/ 1181100 w 1860550"/>
              <a:gd name="connsiteY16" fmla="*/ 3593465 h 4346296"/>
              <a:gd name="connsiteX17" fmla="*/ 1365250 w 1860550"/>
              <a:gd name="connsiteY17" fmla="*/ 3676015 h 4346296"/>
              <a:gd name="connsiteX18" fmla="*/ 1574800 w 1860550"/>
              <a:gd name="connsiteY18" fmla="*/ 3752215 h 4346296"/>
              <a:gd name="connsiteX19" fmla="*/ 1727200 w 1860550"/>
              <a:gd name="connsiteY19" fmla="*/ 3879215 h 4346296"/>
              <a:gd name="connsiteX20" fmla="*/ 1828800 w 1860550"/>
              <a:gd name="connsiteY20" fmla="*/ 4063365 h 4346296"/>
              <a:gd name="connsiteX21" fmla="*/ 1860550 w 1860550"/>
              <a:gd name="connsiteY21" fmla="*/ 4228465 h 4346296"/>
              <a:gd name="connsiteX22" fmla="*/ 1860550 w 1860550"/>
              <a:gd name="connsiteY22" fmla="*/ 4336415 h 4346296"/>
              <a:gd name="connsiteX23" fmla="*/ 1529079 w 1860550"/>
              <a:gd name="connsiteY23" fmla="*/ 4303871 h 4346296"/>
              <a:gd name="connsiteX24" fmla="*/ 1516856 w 1860550"/>
              <a:gd name="connsiteY24" fmla="*/ 4146709 h 4346296"/>
              <a:gd name="connsiteX25" fmla="*/ 1454150 w 1860550"/>
              <a:gd name="connsiteY25" fmla="*/ 4063365 h 4346296"/>
              <a:gd name="connsiteX26" fmla="*/ 1238250 w 1860550"/>
              <a:gd name="connsiteY26" fmla="*/ 3974465 h 4346296"/>
              <a:gd name="connsiteX27" fmla="*/ 977900 w 1860550"/>
              <a:gd name="connsiteY27" fmla="*/ 3847465 h 4346296"/>
              <a:gd name="connsiteX28" fmla="*/ 768350 w 1860550"/>
              <a:gd name="connsiteY28" fmla="*/ 3714115 h 4346296"/>
              <a:gd name="connsiteX29" fmla="*/ 596900 w 1860550"/>
              <a:gd name="connsiteY29" fmla="*/ 3568065 h 4346296"/>
              <a:gd name="connsiteX30" fmla="*/ 444500 w 1860550"/>
              <a:gd name="connsiteY30" fmla="*/ 3396615 h 4346296"/>
              <a:gd name="connsiteX31" fmla="*/ 311150 w 1860550"/>
              <a:gd name="connsiteY31" fmla="*/ 3212465 h 4346296"/>
              <a:gd name="connsiteX32" fmla="*/ 171450 w 1860550"/>
              <a:gd name="connsiteY32" fmla="*/ 2964815 h 4346296"/>
              <a:gd name="connsiteX33" fmla="*/ 69850 w 1860550"/>
              <a:gd name="connsiteY33" fmla="*/ 2685415 h 4346296"/>
              <a:gd name="connsiteX34" fmla="*/ 19050 w 1860550"/>
              <a:gd name="connsiteY34" fmla="*/ 2418715 h 4346296"/>
              <a:gd name="connsiteX35" fmla="*/ 0 w 1860550"/>
              <a:gd name="connsiteY35" fmla="*/ 2196465 h 4346296"/>
              <a:gd name="connsiteX36" fmla="*/ 6350 w 1860550"/>
              <a:gd name="connsiteY36" fmla="*/ 1986915 h 4346296"/>
              <a:gd name="connsiteX37" fmla="*/ 31750 w 1860550"/>
              <a:gd name="connsiteY37" fmla="*/ 1834515 h 4346296"/>
              <a:gd name="connsiteX38" fmla="*/ 69850 w 1860550"/>
              <a:gd name="connsiteY38" fmla="*/ 1663065 h 4346296"/>
              <a:gd name="connsiteX39" fmla="*/ 165100 w 1860550"/>
              <a:gd name="connsiteY39" fmla="*/ 1383665 h 4346296"/>
              <a:gd name="connsiteX40" fmla="*/ 298450 w 1860550"/>
              <a:gd name="connsiteY40" fmla="*/ 1129665 h 4346296"/>
              <a:gd name="connsiteX41" fmla="*/ 469900 w 1860550"/>
              <a:gd name="connsiteY41" fmla="*/ 894715 h 4346296"/>
              <a:gd name="connsiteX42" fmla="*/ 812800 w 1860550"/>
              <a:gd name="connsiteY42" fmla="*/ 583565 h 4346296"/>
              <a:gd name="connsiteX43" fmla="*/ 1041400 w 1860550"/>
              <a:gd name="connsiteY43" fmla="*/ 443865 h 4346296"/>
              <a:gd name="connsiteX44" fmla="*/ 1327150 w 1860550"/>
              <a:gd name="connsiteY44" fmla="*/ 323215 h 4346296"/>
              <a:gd name="connsiteX45" fmla="*/ 1473200 w 1860550"/>
              <a:gd name="connsiteY45" fmla="*/ 247015 h 4346296"/>
              <a:gd name="connsiteX46" fmla="*/ 1536700 w 1860550"/>
              <a:gd name="connsiteY46" fmla="*/ 37465 h 4346296"/>
              <a:gd name="connsiteX0" fmla="*/ 1536700 w 1860550"/>
              <a:gd name="connsiteY0" fmla="*/ 37465 h 4348502"/>
              <a:gd name="connsiteX1" fmla="*/ 1852295 w 1860550"/>
              <a:gd name="connsiteY1" fmla="*/ 0 h 4348502"/>
              <a:gd name="connsiteX2" fmla="*/ 1838325 w 1860550"/>
              <a:gd name="connsiteY2" fmla="*/ 269240 h 4348502"/>
              <a:gd name="connsiteX3" fmla="*/ 1663700 w 1860550"/>
              <a:gd name="connsiteY3" fmla="*/ 513715 h 4348502"/>
              <a:gd name="connsiteX4" fmla="*/ 1428750 w 1860550"/>
              <a:gd name="connsiteY4" fmla="*/ 628015 h 4348502"/>
              <a:gd name="connsiteX5" fmla="*/ 1155700 w 1860550"/>
              <a:gd name="connsiteY5" fmla="*/ 748665 h 4348502"/>
              <a:gd name="connsiteX6" fmla="*/ 920750 w 1860550"/>
              <a:gd name="connsiteY6" fmla="*/ 907415 h 4348502"/>
              <a:gd name="connsiteX7" fmla="*/ 704850 w 1860550"/>
              <a:gd name="connsiteY7" fmla="*/ 1123315 h 4348502"/>
              <a:gd name="connsiteX8" fmla="*/ 520700 w 1860550"/>
              <a:gd name="connsiteY8" fmla="*/ 1383665 h 4348502"/>
              <a:gd name="connsiteX9" fmla="*/ 368300 w 1860550"/>
              <a:gd name="connsiteY9" fmla="*/ 1796415 h 4348502"/>
              <a:gd name="connsiteX10" fmla="*/ 323850 w 1860550"/>
              <a:gd name="connsiteY10" fmla="*/ 2183765 h 4348502"/>
              <a:gd name="connsiteX11" fmla="*/ 387350 w 1860550"/>
              <a:gd name="connsiteY11" fmla="*/ 2615565 h 4348502"/>
              <a:gd name="connsiteX12" fmla="*/ 501650 w 1860550"/>
              <a:gd name="connsiteY12" fmla="*/ 2901315 h 4348502"/>
              <a:gd name="connsiteX13" fmla="*/ 628650 w 1860550"/>
              <a:gd name="connsiteY13" fmla="*/ 3104515 h 4348502"/>
              <a:gd name="connsiteX14" fmla="*/ 812800 w 1860550"/>
              <a:gd name="connsiteY14" fmla="*/ 3326765 h 4348502"/>
              <a:gd name="connsiteX15" fmla="*/ 965200 w 1860550"/>
              <a:gd name="connsiteY15" fmla="*/ 3453765 h 4348502"/>
              <a:gd name="connsiteX16" fmla="*/ 1181100 w 1860550"/>
              <a:gd name="connsiteY16" fmla="*/ 3593465 h 4348502"/>
              <a:gd name="connsiteX17" fmla="*/ 1365250 w 1860550"/>
              <a:gd name="connsiteY17" fmla="*/ 3676015 h 4348502"/>
              <a:gd name="connsiteX18" fmla="*/ 1574800 w 1860550"/>
              <a:gd name="connsiteY18" fmla="*/ 3752215 h 4348502"/>
              <a:gd name="connsiteX19" fmla="*/ 1727200 w 1860550"/>
              <a:gd name="connsiteY19" fmla="*/ 3879215 h 4348502"/>
              <a:gd name="connsiteX20" fmla="*/ 1828800 w 1860550"/>
              <a:gd name="connsiteY20" fmla="*/ 4063365 h 4348502"/>
              <a:gd name="connsiteX21" fmla="*/ 1860550 w 1860550"/>
              <a:gd name="connsiteY21" fmla="*/ 4228465 h 4348502"/>
              <a:gd name="connsiteX22" fmla="*/ 1860550 w 1860550"/>
              <a:gd name="connsiteY22" fmla="*/ 4336415 h 4348502"/>
              <a:gd name="connsiteX23" fmla="*/ 1529079 w 1860550"/>
              <a:gd name="connsiteY23" fmla="*/ 4303871 h 4348502"/>
              <a:gd name="connsiteX24" fmla="*/ 1516856 w 1860550"/>
              <a:gd name="connsiteY24" fmla="*/ 4146709 h 4348502"/>
              <a:gd name="connsiteX25" fmla="*/ 1454150 w 1860550"/>
              <a:gd name="connsiteY25" fmla="*/ 4063365 h 4348502"/>
              <a:gd name="connsiteX26" fmla="*/ 1238250 w 1860550"/>
              <a:gd name="connsiteY26" fmla="*/ 3974465 h 4348502"/>
              <a:gd name="connsiteX27" fmla="*/ 977900 w 1860550"/>
              <a:gd name="connsiteY27" fmla="*/ 3847465 h 4348502"/>
              <a:gd name="connsiteX28" fmla="*/ 768350 w 1860550"/>
              <a:gd name="connsiteY28" fmla="*/ 3714115 h 4348502"/>
              <a:gd name="connsiteX29" fmla="*/ 596900 w 1860550"/>
              <a:gd name="connsiteY29" fmla="*/ 3568065 h 4348502"/>
              <a:gd name="connsiteX30" fmla="*/ 444500 w 1860550"/>
              <a:gd name="connsiteY30" fmla="*/ 3396615 h 4348502"/>
              <a:gd name="connsiteX31" fmla="*/ 311150 w 1860550"/>
              <a:gd name="connsiteY31" fmla="*/ 3212465 h 4348502"/>
              <a:gd name="connsiteX32" fmla="*/ 171450 w 1860550"/>
              <a:gd name="connsiteY32" fmla="*/ 2964815 h 4348502"/>
              <a:gd name="connsiteX33" fmla="*/ 69850 w 1860550"/>
              <a:gd name="connsiteY33" fmla="*/ 2685415 h 4348502"/>
              <a:gd name="connsiteX34" fmla="*/ 19050 w 1860550"/>
              <a:gd name="connsiteY34" fmla="*/ 2418715 h 4348502"/>
              <a:gd name="connsiteX35" fmla="*/ 0 w 1860550"/>
              <a:gd name="connsiteY35" fmla="*/ 2196465 h 4348502"/>
              <a:gd name="connsiteX36" fmla="*/ 6350 w 1860550"/>
              <a:gd name="connsiteY36" fmla="*/ 1986915 h 4348502"/>
              <a:gd name="connsiteX37" fmla="*/ 31750 w 1860550"/>
              <a:gd name="connsiteY37" fmla="*/ 1834515 h 4348502"/>
              <a:gd name="connsiteX38" fmla="*/ 69850 w 1860550"/>
              <a:gd name="connsiteY38" fmla="*/ 1663065 h 4348502"/>
              <a:gd name="connsiteX39" fmla="*/ 165100 w 1860550"/>
              <a:gd name="connsiteY39" fmla="*/ 1383665 h 4348502"/>
              <a:gd name="connsiteX40" fmla="*/ 298450 w 1860550"/>
              <a:gd name="connsiteY40" fmla="*/ 1129665 h 4348502"/>
              <a:gd name="connsiteX41" fmla="*/ 469900 w 1860550"/>
              <a:gd name="connsiteY41" fmla="*/ 894715 h 4348502"/>
              <a:gd name="connsiteX42" fmla="*/ 812800 w 1860550"/>
              <a:gd name="connsiteY42" fmla="*/ 583565 h 4348502"/>
              <a:gd name="connsiteX43" fmla="*/ 1041400 w 1860550"/>
              <a:gd name="connsiteY43" fmla="*/ 443865 h 4348502"/>
              <a:gd name="connsiteX44" fmla="*/ 1327150 w 1860550"/>
              <a:gd name="connsiteY44" fmla="*/ 323215 h 4348502"/>
              <a:gd name="connsiteX45" fmla="*/ 1473200 w 1860550"/>
              <a:gd name="connsiteY45" fmla="*/ 247015 h 4348502"/>
              <a:gd name="connsiteX46" fmla="*/ 1536700 w 1860550"/>
              <a:gd name="connsiteY46" fmla="*/ 37465 h 4348502"/>
              <a:gd name="connsiteX0" fmla="*/ 1536700 w 1860550"/>
              <a:gd name="connsiteY0" fmla="*/ 37465 h 4303871"/>
              <a:gd name="connsiteX1" fmla="*/ 1852295 w 1860550"/>
              <a:gd name="connsiteY1" fmla="*/ 0 h 4303871"/>
              <a:gd name="connsiteX2" fmla="*/ 1838325 w 1860550"/>
              <a:gd name="connsiteY2" fmla="*/ 269240 h 4303871"/>
              <a:gd name="connsiteX3" fmla="*/ 1663700 w 1860550"/>
              <a:gd name="connsiteY3" fmla="*/ 513715 h 4303871"/>
              <a:gd name="connsiteX4" fmla="*/ 1428750 w 1860550"/>
              <a:gd name="connsiteY4" fmla="*/ 628015 h 4303871"/>
              <a:gd name="connsiteX5" fmla="*/ 1155700 w 1860550"/>
              <a:gd name="connsiteY5" fmla="*/ 748665 h 4303871"/>
              <a:gd name="connsiteX6" fmla="*/ 920750 w 1860550"/>
              <a:gd name="connsiteY6" fmla="*/ 907415 h 4303871"/>
              <a:gd name="connsiteX7" fmla="*/ 704850 w 1860550"/>
              <a:gd name="connsiteY7" fmla="*/ 1123315 h 4303871"/>
              <a:gd name="connsiteX8" fmla="*/ 520700 w 1860550"/>
              <a:gd name="connsiteY8" fmla="*/ 1383665 h 4303871"/>
              <a:gd name="connsiteX9" fmla="*/ 368300 w 1860550"/>
              <a:gd name="connsiteY9" fmla="*/ 1796415 h 4303871"/>
              <a:gd name="connsiteX10" fmla="*/ 323850 w 1860550"/>
              <a:gd name="connsiteY10" fmla="*/ 2183765 h 4303871"/>
              <a:gd name="connsiteX11" fmla="*/ 387350 w 1860550"/>
              <a:gd name="connsiteY11" fmla="*/ 2615565 h 4303871"/>
              <a:gd name="connsiteX12" fmla="*/ 501650 w 1860550"/>
              <a:gd name="connsiteY12" fmla="*/ 2901315 h 4303871"/>
              <a:gd name="connsiteX13" fmla="*/ 628650 w 1860550"/>
              <a:gd name="connsiteY13" fmla="*/ 3104515 h 4303871"/>
              <a:gd name="connsiteX14" fmla="*/ 812800 w 1860550"/>
              <a:gd name="connsiteY14" fmla="*/ 3326765 h 4303871"/>
              <a:gd name="connsiteX15" fmla="*/ 965200 w 1860550"/>
              <a:gd name="connsiteY15" fmla="*/ 3453765 h 4303871"/>
              <a:gd name="connsiteX16" fmla="*/ 1181100 w 1860550"/>
              <a:gd name="connsiteY16" fmla="*/ 3593465 h 4303871"/>
              <a:gd name="connsiteX17" fmla="*/ 1365250 w 1860550"/>
              <a:gd name="connsiteY17" fmla="*/ 3676015 h 4303871"/>
              <a:gd name="connsiteX18" fmla="*/ 1574800 w 1860550"/>
              <a:gd name="connsiteY18" fmla="*/ 3752215 h 4303871"/>
              <a:gd name="connsiteX19" fmla="*/ 1727200 w 1860550"/>
              <a:gd name="connsiteY19" fmla="*/ 3879215 h 4303871"/>
              <a:gd name="connsiteX20" fmla="*/ 1828800 w 1860550"/>
              <a:gd name="connsiteY20" fmla="*/ 4063365 h 4303871"/>
              <a:gd name="connsiteX21" fmla="*/ 1860550 w 1860550"/>
              <a:gd name="connsiteY21" fmla="*/ 4228465 h 4303871"/>
              <a:gd name="connsiteX22" fmla="*/ 1844675 w 1860550"/>
              <a:gd name="connsiteY22" fmla="*/ 4218940 h 4303871"/>
              <a:gd name="connsiteX23" fmla="*/ 1529079 w 1860550"/>
              <a:gd name="connsiteY23" fmla="*/ 4303871 h 4303871"/>
              <a:gd name="connsiteX24" fmla="*/ 1516856 w 1860550"/>
              <a:gd name="connsiteY24" fmla="*/ 4146709 h 4303871"/>
              <a:gd name="connsiteX25" fmla="*/ 1454150 w 1860550"/>
              <a:gd name="connsiteY25" fmla="*/ 4063365 h 4303871"/>
              <a:gd name="connsiteX26" fmla="*/ 1238250 w 1860550"/>
              <a:gd name="connsiteY26" fmla="*/ 3974465 h 4303871"/>
              <a:gd name="connsiteX27" fmla="*/ 977900 w 1860550"/>
              <a:gd name="connsiteY27" fmla="*/ 3847465 h 4303871"/>
              <a:gd name="connsiteX28" fmla="*/ 768350 w 1860550"/>
              <a:gd name="connsiteY28" fmla="*/ 3714115 h 4303871"/>
              <a:gd name="connsiteX29" fmla="*/ 596900 w 1860550"/>
              <a:gd name="connsiteY29" fmla="*/ 3568065 h 4303871"/>
              <a:gd name="connsiteX30" fmla="*/ 444500 w 1860550"/>
              <a:gd name="connsiteY30" fmla="*/ 3396615 h 4303871"/>
              <a:gd name="connsiteX31" fmla="*/ 311150 w 1860550"/>
              <a:gd name="connsiteY31" fmla="*/ 3212465 h 4303871"/>
              <a:gd name="connsiteX32" fmla="*/ 171450 w 1860550"/>
              <a:gd name="connsiteY32" fmla="*/ 2964815 h 4303871"/>
              <a:gd name="connsiteX33" fmla="*/ 69850 w 1860550"/>
              <a:gd name="connsiteY33" fmla="*/ 2685415 h 4303871"/>
              <a:gd name="connsiteX34" fmla="*/ 19050 w 1860550"/>
              <a:gd name="connsiteY34" fmla="*/ 2418715 h 4303871"/>
              <a:gd name="connsiteX35" fmla="*/ 0 w 1860550"/>
              <a:gd name="connsiteY35" fmla="*/ 2196465 h 4303871"/>
              <a:gd name="connsiteX36" fmla="*/ 6350 w 1860550"/>
              <a:gd name="connsiteY36" fmla="*/ 1986915 h 4303871"/>
              <a:gd name="connsiteX37" fmla="*/ 31750 w 1860550"/>
              <a:gd name="connsiteY37" fmla="*/ 1834515 h 4303871"/>
              <a:gd name="connsiteX38" fmla="*/ 69850 w 1860550"/>
              <a:gd name="connsiteY38" fmla="*/ 1663065 h 4303871"/>
              <a:gd name="connsiteX39" fmla="*/ 165100 w 1860550"/>
              <a:gd name="connsiteY39" fmla="*/ 1383665 h 4303871"/>
              <a:gd name="connsiteX40" fmla="*/ 298450 w 1860550"/>
              <a:gd name="connsiteY40" fmla="*/ 1129665 h 4303871"/>
              <a:gd name="connsiteX41" fmla="*/ 469900 w 1860550"/>
              <a:gd name="connsiteY41" fmla="*/ 894715 h 4303871"/>
              <a:gd name="connsiteX42" fmla="*/ 812800 w 1860550"/>
              <a:gd name="connsiteY42" fmla="*/ 583565 h 4303871"/>
              <a:gd name="connsiteX43" fmla="*/ 1041400 w 1860550"/>
              <a:gd name="connsiteY43" fmla="*/ 443865 h 4303871"/>
              <a:gd name="connsiteX44" fmla="*/ 1327150 w 1860550"/>
              <a:gd name="connsiteY44" fmla="*/ 323215 h 4303871"/>
              <a:gd name="connsiteX45" fmla="*/ 1473200 w 1860550"/>
              <a:gd name="connsiteY45" fmla="*/ 247015 h 4303871"/>
              <a:gd name="connsiteX46" fmla="*/ 1536700 w 1860550"/>
              <a:gd name="connsiteY46" fmla="*/ 37465 h 4303871"/>
              <a:gd name="connsiteX0" fmla="*/ 1536700 w 1863725"/>
              <a:gd name="connsiteY0" fmla="*/ 37465 h 4345655"/>
              <a:gd name="connsiteX1" fmla="*/ 1852295 w 1863725"/>
              <a:gd name="connsiteY1" fmla="*/ 0 h 4345655"/>
              <a:gd name="connsiteX2" fmla="*/ 1838325 w 1863725"/>
              <a:gd name="connsiteY2" fmla="*/ 269240 h 4345655"/>
              <a:gd name="connsiteX3" fmla="*/ 1663700 w 1863725"/>
              <a:gd name="connsiteY3" fmla="*/ 513715 h 4345655"/>
              <a:gd name="connsiteX4" fmla="*/ 1428750 w 1863725"/>
              <a:gd name="connsiteY4" fmla="*/ 628015 h 4345655"/>
              <a:gd name="connsiteX5" fmla="*/ 1155700 w 1863725"/>
              <a:gd name="connsiteY5" fmla="*/ 748665 h 4345655"/>
              <a:gd name="connsiteX6" fmla="*/ 920750 w 1863725"/>
              <a:gd name="connsiteY6" fmla="*/ 907415 h 4345655"/>
              <a:gd name="connsiteX7" fmla="*/ 704850 w 1863725"/>
              <a:gd name="connsiteY7" fmla="*/ 1123315 h 4345655"/>
              <a:gd name="connsiteX8" fmla="*/ 520700 w 1863725"/>
              <a:gd name="connsiteY8" fmla="*/ 1383665 h 4345655"/>
              <a:gd name="connsiteX9" fmla="*/ 368300 w 1863725"/>
              <a:gd name="connsiteY9" fmla="*/ 1796415 h 4345655"/>
              <a:gd name="connsiteX10" fmla="*/ 323850 w 1863725"/>
              <a:gd name="connsiteY10" fmla="*/ 2183765 h 4345655"/>
              <a:gd name="connsiteX11" fmla="*/ 387350 w 1863725"/>
              <a:gd name="connsiteY11" fmla="*/ 2615565 h 4345655"/>
              <a:gd name="connsiteX12" fmla="*/ 501650 w 1863725"/>
              <a:gd name="connsiteY12" fmla="*/ 2901315 h 4345655"/>
              <a:gd name="connsiteX13" fmla="*/ 628650 w 1863725"/>
              <a:gd name="connsiteY13" fmla="*/ 3104515 h 4345655"/>
              <a:gd name="connsiteX14" fmla="*/ 812800 w 1863725"/>
              <a:gd name="connsiteY14" fmla="*/ 3326765 h 4345655"/>
              <a:gd name="connsiteX15" fmla="*/ 965200 w 1863725"/>
              <a:gd name="connsiteY15" fmla="*/ 3453765 h 4345655"/>
              <a:gd name="connsiteX16" fmla="*/ 1181100 w 1863725"/>
              <a:gd name="connsiteY16" fmla="*/ 3593465 h 4345655"/>
              <a:gd name="connsiteX17" fmla="*/ 1365250 w 1863725"/>
              <a:gd name="connsiteY17" fmla="*/ 3676015 h 4345655"/>
              <a:gd name="connsiteX18" fmla="*/ 1574800 w 1863725"/>
              <a:gd name="connsiteY18" fmla="*/ 3752215 h 4345655"/>
              <a:gd name="connsiteX19" fmla="*/ 1727200 w 1863725"/>
              <a:gd name="connsiteY19" fmla="*/ 3879215 h 4345655"/>
              <a:gd name="connsiteX20" fmla="*/ 1828800 w 1863725"/>
              <a:gd name="connsiteY20" fmla="*/ 4063365 h 4345655"/>
              <a:gd name="connsiteX21" fmla="*/ 1860550 w 1863725"/>
              <a:gd name="connsiteY21" fmla="*/ 4228465 h 4345655"/>
              <a:gd name="connsiteX22" fmla="*/ 1863725 w 1863725"/>
              <a:gd name="connsiteY22" fmla="*/ 4333240 h 4345655"/>
              <a:gd name="connsiteX23" fmla="*/ 1529079 w 1863725"/>
              <a:gd name="connsiteY23" fmla="*/ 4303871 h 4345655"/>
              <a:gd name="connsiteX24" fmla="*/ 1516856 w 1863725"/>
              <a:gd name="connsiteY24" fmla="*/ 4146709 h 4345655"/>
              <a:gd name="connsiteX25" fmla="*/ 1454150 w 1863725"/>
              <a:gd name="connsiteY25" fmla="*/ 4063365 h 4345655"/>
              <a:gd name="connsiteX26" fmla="*/ 1238250 w 1863725"/>
              <a:gd name="connsiteY26" fmla="*/ 3974465 h 4345655"/>
              <a:gd name="connsiteX27" fmla="*/ 977900 w 1863725"/>
              <a:gd name="connsiteY27" fmla="*/ 3847465 h 4345655"/>
              <a:gd name="connsiteX28" fmla="*/ 768350 w 1863725"/>
              <a:gd name="connsiteY28" fmla="*/ 3714115 h 4345655"/>
              <a:gd name="connsiteX29" fmla="*/ 596900 w 1863725"/>
              <a:gd name="connsiteY29" fmla="*/ 3568065 h 4345655"/>
              <a:gd name="connsiteX30" fmla="*/ 444500 w 1863725"/>
              <a:gd name="connsiteY30" fmla="*/ 3396615 h 4345655"/>
              <a:gd name="connsiteX31" fmla="*/ 311150 w 1863725"/>
              <a:gd name="connsiteY31" fmla="*/ 3212465 h 4345655"/>
              <a:gd name="connsiteX32" fmla="*/ 171450 w 1863725"/>
              <a:gd name="connsiteY32" fmla="*/ 2964815 h 4345655"/>
              <a:gd name="connsiteX33" fmla="*/ 69850 w 1863725"/>
              <a:gd name="connsiteY33" fmla="*/ 2685415 h 4345655"/>
              <a:gd name="connsiteX34" fmla="*/ 19050 w 1863725"/>
              <a:gd name="connsiteY34" fmla="*/ 2418715 h 4345655"/>
              <a:gd name="connsiteX35" fmla="*/ 0 w 1863725"/>
              <a:gd name="connsiteY35" fmla="*/ 2196465 h 4345655"/>
              <a:gd name="connsiteX36" fmla="*/ 6350 w 1863725"/>
              <a:gd name="connsiteY36" fmla="*/ 1986915 h 4345655"/>
              <a:gd name="connsiteX37" fmla="*/ 31750 w 1863725"/>
              <a:gd name="connsiteY37" fmla="*/ 1834515 h 4345655"/>
              <a:gd name="connsiteX38" fmla="*/ 69850 w 1863725"/>
              <a:gd name="connsiteY38" fmla="*/ 1663065 h 4345655"/>
              <a:gd name="connsiteX39" fmla="*/ 165100 w 1863725"/>
              <a:gd name="connsiteY39" fmla="*/ 1383665 h 4345655"/>
              <a:gd name="connsiteX40" fmla="*/ 298450 w 1863725"/>
              <a:gd name="connsiteY40" fmla="*/ 1129665 h 4345655"/>
              <a:gd name="connsiteX41" fmla="*/ 469900 w 1863725"/>
              <a:gd name="connsiteY41" fmla="*/ 894715 h 4345655"/>
              <a:gd name="connsiteX42" fmla="*/ 812800 w 1863725"/>
              <a:gd name="connsiteY42" fmla="*/ 583565 h 4345655"/>
              <a:gd name="connsiteX43" fmla="*/ 1041400 w 1863725"/>
              <a:gd name="connsiteY43" fmla="*/ 443865 h 4345655"/>
              <a:gd name="connsiteX44" fmla="*/ 1327150 w 1863725"/>
              <a:gd name="connsiteY44" fmla="*/ 323215 h 4345655"/>
              <a:gd name="connsiteX45" fmla="*/ 1473200 w 1863725"/>
              <a:gd name="connsiteY45" fmla="*/ 247015 h 4345655"/>
              <a:gd name="connsiteX46" fmla="*/ 1536700 w 1863725"/>
              <a:gd name="connsiteY46" fmla="*/ 37465 h 4345655"/>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37465 h 4333240"/>
              <a:gd name="connsiteX1" fmla="*/ 1852295 w 1863725"/>
              <a:gd name="connsiteY1" fmla="*/ 0 h 4333240"/>
              <a:gd name="connsiteX2" fmla="*/ 1838325 w 1863725"/>
              <a:gd name="connsiteY2" fmla="*/ 269240 h 4333240"/>
              <a:gd name="connsiteX3" fmla="*/ 1663700 w 1863725"/>
              <a:gd name="connsiteY3" fmla="*/ 513715 h 4333240"/>
              <a:gd name="connsiteX4" fmla="*/ 1428750 w 1863725"/>
              <a:gd name="connsiteY4" fmla="*/ 628015 h 4333240"/>
              <a:gd name="connsiteX5" fmla="*/ 1155700 w 1863725"/>
              <a:gd name="connsiteY5" fmla="*/ 748665 h 4333240"/>
              <a:gd name="connsiteX6" fmla="*/ 920750 w 1863725"/>
              <a:gd name="connsiteY6" fmla="*/ 907415 h 4333240"/>
              <a:gd name="connsiteX7" fmla="*/ 704850 w 1863725"/>
              <a:gd name="connsiteY7" fmla="*/ 1123315 h 4333240"/>
              <a:gd name="connsiteX8" fmla="*/ 520700 w 1863725"/>
              <a:gd name="connsiteY8" fmla="*/ 1383665 h 4333240"/>
              <a:gd name="connsiteX9" fmla="*/ 368300 w 1863725"/>
              <a:gd name="connsiteY9" fmla="*/ 1796415 h 4333240"/>
              <a:gd name="connsiteX10" fmla="*/ 323850 w 1863725"/>
              <a:gd name="connsiteY10" fmla="*/ 2183765 h 4333240"/>
              <a:gd name="connsiteX11" fmla="*/ 387350 w 1863725"/>
              <a:gd name="connsiteY11" fmla="*/ 2615565 h 4333240"/>
              <a:gd name="connsiteX12" fmla="*/ 501650 w 1863725"/>
              <a:gd name="connsiteY12" fmla="*/ 2901315 h 4333240"/>
              <a:gd name="connsiteX13" fmla="*/ 628650 w 1863725"/>
              <a:gd name="connsiteY13" fmla="*/ 3104515 h 4333240"/>
              <a:gd name="connsiteX14" fmla="*/ 812800 w 1863725"/>
              <a:gd name="connsiteY14" fmla="*/ 3326765 h 4333240"/>
              <a:gd name="connsiteX15" fmla="*/ 965200 w 1863725"/>
              <a:gd name="connsiteY15" fmla="*/ 3453765 h 4333240"/>
              <a:gd name="connsiteX16" fmla="*/ 1181100 w 1863725"/>
              <a:gd name="connsiteY16" fmla="*/ 3593465 h 4333240"/>
              <a:gd name="connsiteX17" fmla="*/ 1365250 w 1863725"/>
              <a:gd name="connsiteY17" fmla="*/ 3676015 h 4333240"/>
              <a:gd name="connsiteX18" fmla="*/ 1574800 w 1863725"/>
              <a:gd name="connsiteY18" fmla="*/ 3752215 h 4333240"/>
              <a:gd name="connsiteX19" fmla="*/ 1727200 w 1863725"/>
              <a:gd name="connsiteY19" fmla="*/ 3879215 h 4333240"/>
              <a:gd name="connsiteX20" fmla="*/ 1828800 w 1863725"/>
              <a:gd name="connsiteY20" fmla="*/ 4063365 h 4333240"/>
              <a:gd name="connsiteX21" fmla="*/ 1860550 w 1863725"/>
              <a:gd name="connsiteY21" fmla="*/ 4228465 h 4333240"/>
              <a:gd name="connsiteX22" fmla="*/ 1863725 w 1863725"/>
              <a:gd name="connsiteY22" fmla="*/ 4333240 h 4333240"/>
              <a:gd name="connsiteX23" fmla="*/ 1529079 w 1863725"/>
              <a:gd name="connsiteY23" fmla="*/ 4303871 h 4333240"/>
              <a:gd name="connsiteX24" fmla="*/ 1516856 w 1863725"/>
              <a:gd name="connsiteY24" fmla="*/ 4146709 h 4333240"/>
              <a:gd name="connsiteX25" fmla="*/ 1454150 w 1863725"/>
              <a:gd name="connsiteY25" fmla="*/ 4063365 h 4333240"/>
              <a:gd name="connsiteX26" fmla="*/ 1238250 w 1863725"/>
              <a:gd name="connsiteY26" fmla="*/ 3974465 h 4333240"/>
              <a:gd name="connsiteX27" fmla="*/ 977900 w 1863725"/>
              <a:gd name="connsiteY27" fmla="*/ 3847465 h 4333240"/>
              <a:gd name="connsiteX28" fmla="*/ 768350 w 1863725"/>
              <a:gd name="connsiteY28" fmla="*/ 3714115 h 4333240"/>
              <a:gd name="connsiteX29" fmla="*/ 596900 w 1863725"/>
              <a:gd name="connsiteY29" fmla="*/ 3568065 h 4333240"/>
              <a:gd name="connsiteX30" fmla="*/ 444500 w 1863725"/>
              <a:gd name="connsiteY30" fmla="*/ 3396615 h 4333240"/>
              <a:gd name="connsiteX31" fmla="*/ 311150 w 1863725"/>
              <a:gd name="connsiteY31" fmla="*/ 3212465 h 4333240"/>
              <a:gd name="connsiteX32" fmla="*/ 171450 w 1863725"/>
              <a:gd name="connsiteY32" fmla="*/ 2964815 h 4333240"/>
              <a:gd name="connsiteX33" fmla="*/ 69850 w 1863725"/>
              <a:gd name="connsiteY33" fmla="*/ 2685415 h 4333240"/>
              <a:gd name="connsiteX34" fmla="*/ 19050 w 1863725"/>
              <a:gd name="connsiteY34" fmla="*/ 2418715 h 4333240"/>
              <a:gd name="connsiteX35" fmla="*/ 0 w 1863725"/>
              <a:gd name="connsiteY35" fmla="*/ 2196465 h 4333240"/>
              <a:gd name="connsiteX36" fmla="*/ 6350 w 1863725"/>
              <a:gd name="connsiteY36" fmla="*/ 1986915 h 4333240"/>
              <a:gd name="connsiteX37" fmla="*/ 31750 w 1863725"/>
              <a:gd name="connsiteY37" fmla="*/ 1834515 h 4333240"/>
              <a:gd name="connsiteX38" fmla="*/ 69850 w 1863725"/>
              <a:gd name="connsiteY38" fmla="*/ 1663065 h 4333240"/>
              <a:gd name="connsiteX39" fmla="*/ 165100 w 1863725"/>
              <a:gd name="connsiteY39" fmla="*/ 1383665 h 4333240"/>
              <a:gd name="connsiteX40" fmla="*/ 298450 w 1863725"/>
              <a:gd name="connsiteY40" fmla="*/ 1129665 h 4333240"/>
              <a:gd name="connsiteX41" fmla="*/ 469900 w 1863725"/>
              <a:gd name="connsiteY41" fmla="*/ 894715 h 4333240"/>
              <a:gd name="connsiteX42" fmla="*/ 812800 w 1863725"/>
              <a:gd name="connsiteY42" fmla="*/ 583565 h 4333240"/>
              <a:gd name="connsiteX43" fmla="*/ 1041400 w 1863725"/>
              <a:gd name="connsiteY43" fmla="*/ 443865 h 4333240"/>
              <a:gd name="connsiteX44" fmla="*/ 1327150 w 1863725"/>
              <a:gd name="connsiteY44" fmla="*/ 323215 h 4333240"/>
              <a:gd name="connsiteX45" fmla="*/ 1473200 w 1863725"/>
              <a:gd name="connsiteY45" fmla="*/ 247015 h 4333240"/>
              <a:gd name="connsiteX46" fmla="*/ 1536700 w 1863725"/>
              <a:gd name="connsiteY46" fmla="*/ 37465 h 4333240"/>
              <a:gd name="connsiteX0" fmla="*/ 1536700 w 1863725"/>
              <a:gd name="connsiteY0" fmla="*/ 132063 h 4427838"/>
              <a:gd name="connsiteX1" fmla="*/ 1832024 w 1863725"/>
              <a:gd name="connsiteY1" fmla="*/ 0 h 4427838"/>
              <a:gd name="connsiteX2" fmla="*/ 1838325 w 1863725"/>
              <a:gd name="connsiteY2" fmla="*/ 363838 h 4427838"/>
              <a:gd name="connsiteX3" fmla="*/ 1663700 w 1863725"/>
              <a:gd name="connsiteY3" fmla="*/ 608313 h 4427838"/>
              <a:gd name="connsiteX4" fmla="*/ 1428750 w 1863725"/>
              <a:gd name="connsiteY4" fmla="*/ 722613 h 4427838"/>
              <a:gd name="connsiteX5" fmla="*/ 1155700 w 1863725"/>
              <a:gd name="connsiteY5" fmla="*/ 843263 h 4427838"/>
              <a:gd name="connsiteX6" fmla="*/ 920750 w 1863725"/>
              <a:gd name="connsiteY6" fmla="*/ 1002013 h 4427838"/>
              <a:gd name="connsiteX7" fmla="*/ 704850 w 1863725"/>
              <a:gd name="connsiteY7" fmla="*/ 1217913 h 4427838"/>
              <a:gd name="connsiteX8" fmla="*/ 520700 w 1863725"/>
              <a:gd name="connsiteY8" fmla="*/ 1478263 h 4427838"/>
              <a:gd name="connsiteX9" fmla="*/ 368300 w 1863725"/>
              <a:gd name="connsiteY9" fmla="*/ 1891013 h 4427838"/>
              <a:gd name="connsiteX10" fmla="*/ 323850 w 1863725"/>
              <a:gd name="connsiteY10" fmla="*/ 2278363 h 4427838"/>
              <a:gd name="connsiteX11" fmla="*/ 387350 w 1863725"/>
              <a:gd name="connsiteY11" fmla="*/ 2710163 h 4427838"/>
              <a:gd name="connsiteX12" fmla="*/ 501650 w 1863725"/>
              <a:gd name="connsiteY12" fmla="*/ 2995913 h 4427838"/>
              <a:gd name="connsiteX13" fmla="*/ 628650 w 1863725"/>
              <a:gd name="connsiteY13" fmla="*/ 3199113 h 4427838"/>
              <a:gd name="connsiteX14" fmla="*/ 812800 w 1863725"/>
              <a:gd name="connsiteY14" fmla="*/ 3421363 h 4427838"/>
              <a:gd name="connsiteX15" fmla="*/ 965200 w 1863725"/>
              <a:gd name="connsiteY15" fmla="*/ 3548363 h 4427838"/>
              <a:gd name="connsiteX16" fmla="*/ 1181100 w 1863725"/>
              <a:gd name="connsiteY16" fmla="*/ 3688063 h 4427838"/>
              <a:gd name="connsiteX17" fmla="*/ 1365250 w 1863725"/>
              <a:gd name="connsiteY17" fmla="*/ 3770613 h 4427838"/>
              <a:gd name="connsiteX18" fmla="*/ 1574800 w 1863725"/>
              <a:gd name="connsiteY18" fmla="*/ 3846813 h 4427838"/>
              <a:gd name="connsiteX19" fmla="*/ 1727200 w 1863725"/>
              <a:gd name="connsiteY19" fmla="*/ 3973813 h 4427838"/>
              <a:gd name="connsiteX20" fmla="*/ 1828800 w 1863725"/>
              <a:gd name="connsiteY20" fmla="*/ 4157963 h 4427838"/>
              <a:gd name="connsiteX21" fmla="*/ 1860550 w 1863725"/>
              <a:gd name="connsiteY21" fmla="*/ 4323063 h 4427838"/>
              <a:gd name="connsiteX22" fmla="*/ 1863725 w 1863725"/>
              <a:gd name="connsiteY22" fmla="*/ 4427838 h 4427838"/>
              <a:gd name="connsiteX23" fmla="*/ 1529079 w 1863725"/>
              <a:gd name="connsiteY23" fmla="*/ 4398469 h 4427838"/>
              <a:gd name="connsiteX24" fmla="*/ 1516856 w 1863725"/>
              <a:gd name="connsiteY24" fmla="*/ 4241307 h 4427838"/>
              <a:gd name="connsiteX25" fmla="*/ 1454150 w 1863725"/>
              <a:gd name="connsiteY25" fmla="*/ 4157963 h 4427838"/>
              <a:gd name="connsiteX26" fmla="*/ 1238250 w 1863725"/>
              <a:gd name="connsiteY26" fmla="*/ 4069063 h 4427838"/>
              <a:gd name="connsiteX27" fmla="*/ 977900 w 1863725"/>
              <a:gd name="connsiteY27" fmla="*/ 3942063 h 4427838"/>
              <a:gd name="connsiteX28" fmla="*/ 768350 w 1863725"/>
              <a:gd name="connsiteY28" fmla="*/ 3808713 h 4427838"/>
              <a:gd name="connsiteX29" fmla="*/ 596900 w 1863725"/>
              <a:gd name="connsiteY29" fmla="*/ 3662663 h 4427838"/>
              <a:gd name="connsiteX30" fmla="*/ 444500 w 1863725"/>
              <a:gd name="connsiteY30" fmla="*/ 3491213 h 4427838"/>
              <a:gd name="connsiteX31" fmla="*/ 311150 w 1863725"/>
              <a:gd name="connsiteY31" fmla="*/ 3307063 h 4427838"/>
              <a:gd name="connsiteX32" fmla="*/ 171450 w 1863725"/>
              <a:gd name="connsiteY32" fmla="*/ 3059413 h 4427838"/>
              <a:gd name="connsiteX33" fmla="*/ 69850 w 1863725"/>
              <a:gd name="connsiteY33" fmla="*/ 2780013 h 4427838"/>
              <a:gd name="connsiteX34" fmla="*/ 19050 w 1863725"/>
              <a:gd name="connsiteY34" fmla="*/ 2513313 h 4427838"/>
              <a:gd name="connsiteX35" fmla="*/ 0 w 1863725"/>
              <a:gd name="connsiteY35" fmla="*/ 2291063 h 4427838"/>
              <a:gd name="connsiteX36" fmla="*/ 6350 w 1863725"/>
              <a:gd name="connsiteY36" fmla="*/ 2081513 h 4427838"/>
              <a:gd name="connsiteX37" fmla="*/ 31750 w 1863725"/>
              <a:gd name="connsiteY37" fmla="*/ 1929113 h 4427838"/>
              <a:gd name="connsiteX38" fmla="*/ 69850 w 1863725"/>
              <a:gd name="connsiteY38" fmla="*/ 1757663 h 4427838"/>
              <a:gd name="connsiteX39" fmla="*/ 165100 w 1863725"/>
              <a:gd name="connsiteY39" fmla="*/ 1478263 h 4427838"/>
              <a:gd name="connsiteX40" fmla="*/ 298450 w 1863725"/>
              <a:gd name="connsiteY40" fmla="*/ 1224263 h 4427838"/>
              <a:gd name="connsiteX41" fmla="*/ 469900 w 1863725"/>
              <a:gd name="connsiteY41" fmla="*/ 989313 h 4427838"/>
              <a:gd name="connsiteX42" fmla="*/ 812800 w 1863725"/>
              <a:gd name="connsiteY42" fmla="*/ 678163 h 4427838"/>
              <a:gd name="connsiteX43" fmla="*/ 1041400 w 1863725"/>
              <a:gd name="connsiteY43" fmla="*/ 538463 h 4427838"/>
              <a:gd name="connsiteX44" fmla="*/ 1327150 w 1863725"/>
              <a:gd name="connsiteY44" fmla="*/ 417813 h 4427838"/>
              <a:gd name="connsiteX45" fmla="*/ 1473200 w 1863725"/>
              <a:gd name="connsiteY45" fmla="*/ 341613 h 4427838"/>
              <a:gd name="connsiteX46" fmla="*/ 1536700 w 1863725"/>
              <a:gd name="connsiteY46" fmla="*/ 132063 h 4427838"/>
              <a:gd name="connsiteX0" fmla="*/ 1536700 w 1863725"/>
              <a:gd name="connsiteY0" fmla="*/ 111792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36700 w 1863725"/>
              <a:gd name="connsiteY46" fmla="*/ 111792 h 4407567"/>
              <a:gd name="connsiteX0" fmla="*/ 1550213 w 1863725"/>
              <a:gd name="connsiteY0" fmla="*/ 159090 h 4407567"/>
              <a:gd name="connsiteX1" fmla="*/ 1852295 w 1863725"/>
              <a:gd name="connsiteY1" fmla="*/ 0 h 4407567"/>
              <a:gd name="connsiteX2" fmla="*/ 1838325 w 1863725"/>
              <a:gd name="connsiteY2" fmla="*/ 343567 h 4407567"/>
              <a:gd name="connsiteX3" fmla="*/ 1663700 w 1863725"/>
              <a:gd name="connsiteY3" fmla="*/ 588042 h 4407567"/>
              <a:gd name="connsiteX4" fmla="*/ 1428750 w 1863725"/>
              <a:gd name="connsiteY4" fmla="*/ 702342 h 4407567"/>
              <a:gd name="connsiteX5" fmla="*/ 1155700 w 1863725"/>
              <a:gd name="connsiteY5" fmla="*/ 822992 h 4407567"/>
              <a:gd name="connsiteX6" fmla="*/ 920750 w 1863725"/>
              <a:gd name="connsiteY6" fmla="*/ 981742 h 4407567"/>
              <a:gd name="connsiteX7" fmla="*/ 704850 w 1863725"/>
              <a:gd name="connsiteY7" fmla="*/ 1197642 h 4407567"/>
              <a:gd name="connsiteX8" fmla="*/ 520700 w 1863725"/>
              <a:gd name="connsiteY8" fmla="*/ 1457992 h 4407567"/>
              <a:gd name="connsiteX9" fmla="*/ 368300 w 1863725"/>
              <a:gd name="connsiteY9" fmla="*/ 1870742 h 4407567"/>
              <a:gd name="connsiteX10" fmla="*/ 323850 w 1863725"/>
              <a:gd name="connsiteY10" fmla="*/ 2258092 h 4407567"/>
              <a:gd name="connsiteX11" fmla="*/ 387350 w 1863725"/>
              <a:gd name="connsiteY11" fmla="*/ 2689892 h 4407567"/>
              <a:gd name="connsiteX12" fmla="*/ 501650 w 1863725"/>
              <a:gd name="connsiteY12" fmla="*/ 2975642 h 4407567"/>
              <a:gd name="connsiteX13" fmla="*/ 628650 w 1863725"/>
              <a:gd name="connsiteY13" fmla="*/ 3178842 h 4407567"/>
              <a:gd name="connsiteX14" fmla="*/ 812800 w 1863725"/>
              <a:gd name="connsiteY14" fmla="*/ 3401092 h 4407567"/>
              <a:gd name="connsiteX15" fmla="*/ 965200 w 1863725"/>
              <a:gd name="connsiteY15" fmla="*/ 3528092 h 4407567"/>
              <a:gd name="connsiteX16" fmla="*/ 1181100 w 1863725"/>
              <a:gd name="connsiteY16" fmla="*/ 3667792 h 4407567"/>
              <a:gd name="connsiteX17" fmla="*/ 1365250 w 1863725"/>
              <a:gd name="connsiteY17" fmla="*/ 3750342 h 4407567"/>
              <a:gd name="connsiteX18" fmla="*/ 1574800 w 1863725"/>
              <a:gd name="connsiteY18" fmla="*/ 3826542 h 4407567"/>
              <a:gd name="connsiteX19" fmla="*/ 1727200 w 1863725"/>
              <a:gd name="connsiteY19" fmla="*/ 3953542 h 4407567"/>
              <a:gd name="connsiteX20" fmla="*/ 1828800 w 1863725"/>
              <a:gd name="connsiteY20" fmla="*/ 4137692 h 4407567"/>
              <a:gd name="connsiteX21" fmla="*/ 1860550 w 1863725"/>
              <a:gd name="connsiteY21" fmla="*/ 4302792 h 4407567"/>
              <a:gd name="connsiteX22" fmla="*/ 1863725 w 1863725"/>
              <a:gd name="connsiteY22" fmla="*/ 4407567 h 4407567"/>
              <a:gd name="connsiteX23" fmla="*/ 1529079 w 1863725"/>
              <a:gd name="connsiteY23" fmla="*/ 4378198 h 4407567"/>
              <a:gd name="connsiteX24" fmla="*/ 1516856 w 1863725"/>
              <a:gd name="connsiteY24" fmla="*/ 4221036 h 4407567"/>
              <a:gd name="connsiteX25" fmla="*/ 1454150 w 1863725"/>
              <a:gd name="connsiteY25" fmla="*/ 4137692 h 4407567"/>
              <a:gd name="connsiteX26" fmla="*/ 1238250 w 1863725"/>
              <a:gd name="connsiteY26" fmla="*/ 4048792 h 4407567"/>
              <a:gd name="connsiteX27" fmla="*/ 977900 w 1863725"/>
              <a:gd name="connsiteY27" fmla="*/ 3921792 h 4407567"/>
              <a:gd name="connsiteX28" fmla="*/ 768350 w 1863725"/>
              <a:gd name="connsiteY28" fmla="*/ 3788442 h 4407567"/>
              <a:gd name="connsiteX29" fmla="*/ 596900 w 1863725"/>
              <a:gd name="connsiteY29" fmla="*/ 3642392 h 4407567"/>
              <a:gd name="connsiteX30" fmla="*/ 444500 w 1863725"/>
              <a:gd name="connsiteY30" fmla="*/ 3470942 h 4407567"/>
              <a:gd name="connsiteX31" fmla="*/ 311150 w 1863725"/>
              <a:gd name="connsiteY31" fmla="*/ 3286792 h 4407567"/>
              <a:gd name="connsiteX32" fmla="*/ 171450 w 1863725"/>
              <a:gd name="connsiteY32" fmla="*/ 3039142 h 4407567"/>
              <a:gd name="connsiteX33" fmla="*/ 69850 w 1863725"/>
              <a:gd name="connsiteY33" fmla="*/ 2759742 h 4407567"/>
              <a:gd name="connsiteX34" fmla="*/ 19050 w 1863725"/>
              <a:gd name="connsiteY34" fmla="*/ 2493042 h 4407567"/>
              <a:gd name="connsiteX35" fmla="*/ 0 w 1863725"/>
              <a:gd name="connsiteY35" fmla="*/ 2270792 h 4407567"/>
              <a:gd name="connsiteX36" fmla="*/ 6350 w 1863725"/>
              <a:gd name="connsiteY36" fmla="*/ 2061242 h 4407567"/>
              <a:gd name="connsiteX37" fmla="*/ 31750 w 1863725"/>
              <a:gd name="connsiteY37" fmla="*/ 1908842 h 4407567"/>
              <a:gd name="connsiteX38" fmla="*/ 69850 w 1863725"/>
              <a:gd name="connsiteY38" fmla="*/ 1737392 h 4407567"/>
              <a:gd name="connsiteX39" fmla="*/ 165100 w 1863725"/>
              <a:gd name="connsiteY39" fmla="*/ 1457992 h 4407567"/>
              <a:gd name="connsiteX40" fmla="*/ 298450 w 1863725"/>
              <a:gd name="connsiteY40" fmla="*/ 1203992 h 4407567"/>
              <a:gd name="connsiteX41" fmla="*/ 469900 w 1863725"/>
              <a:gd name="connsiteY41" fmla="*/ 969042 h 4407567"/>
              <a:gd name="connsiteX42" fmla="*/ 812800 w 1863725"/>
              <a:gd name="connsiteY42" fmla="*/ 657892 h 4407567"/>
              <a:gd name="connsiteX43" fmla="*/ 1041400 w 1863725"/>
              <a:gd name="connsiteY43" fmla="*/ 518192 h 4407567"/>
              <a:gd name="connsiteX44" fmla="*/ 1327150 w 1863725"/>
              <a:gd name="connsiteY44" fmla="*/ 397542 h 4407567"/>
              <a:gd name="connsiteX45" fmla="*/ 1473200 w 1863725"/>
              <a:gd name="connsiteY45" fmla="*/ 321342 h 4407567"/>
              <a:gd name="connsiteX46" fmla="*/ 1550213 w 1863725"/>
              <a:gd name="connsiteY46" fmla="*/ 159090 h 4407567"/>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9 w 1863725"/>
              <a:gd name="connsiteY23" fmla="*/ 4378198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3725"/>
              <a:gd name="connsiteY0" fmla="*/ 159090 h 4448109"/>
              <a:gd name="connsiteX1" fmla="*/ 1852295 w 1863725"/>
              <a:gd name="connsiteY1" fmla="*/ 0 h 4448109"/>
              <a:gd name="connsiteX2" fmla="*/ 1838325 w 1863725"/>
              <a:gd name="connsiteY2" fmla="*/ 343567 h 4448109"/>
              <a:gd name="connsiteX3" fmla="*/ 1663700 w 1863725"/>
              <a:gd name="connsiteY3" fmla="*/ 588042 h 4448109"/>
              <a:gd name="connsiteX4" fmla="*/ 1428750 w 1863725"/>
              <a:gd name="connsiteY4" fmla="*/ 702342 h 4448109"/>
              <a:gd name="connsiteX5" fmla="*/ 1155700 w 1863725"/>
              <a:gd name="connsiteY5" fmla="*/ 822992 h 4448109"/>
              <a:gd name="connsiteX6" fmla="*/ 920750 w 1863725"/>
              <a:gd name="connsiteY6" fmla="*/ 981742 h 4448109"/>
              <a:gd name="connsiteX7" fmla="*/ 704850 w 1863725"/>
              <a:gd name="connsiteY7" fmla="*/ 1197642 h 4448109"/>
              <a:gd name="connsiteX8" fmla="*/ 520700 w 1863725"/>
              <a:gd name="connsiteY8" fmla="*/ 1457992 h 4448109"/>
              <a:gd name="connsiteX9" fmla="*/ 368300 w 1863725"/>
              <a:gd name="connsiteY9" fmla="*/ 1870742 h 4448109"/>
              <a:gd name="connsiteX10" fmla="*/ 323850 w 1863725"/>
              <a:gd name="connsiteY10" fmla="*/ 2258092 h 4448109"/>
              <a:gd name="connsiteX11" fmla="*/ 387350 w 1863725"/>
              <a:gd name="connsiteY11" fmla="*/ 2689892 h 4448109"/>
              <a:gd name="connsiteX12" fmla="*/ 501650 w 1863725"/>
              <a:gd name="connsiteY12" fmla="*/ 2975642 h 4448109"/>
              <a:gd name="connsiteX13" fmla="*/ 628650 w 1863725"/>
              <a:gd name="connsiteY13" fmla="*/ 3178842 h 4448109"/>
              <a:gd name="connsiteX14" fmla="*/ 812800 w 1863725"/>
              <a:gd name="connsiteY14" fmla="*/ 3401092 h 4448109"/>
              <a:gd name="connsiteX15" fmla="*/ 965200 w 1863725"/>
              <a:gd name="connsiteY15" fmla="*/ 3528092 h 4448109"/>
              <a:gd name="connsiteX16" fmla="*/ 1181100 w 1863725"/>
              <a:gd name="connsiteY16" fmla="*/ 3667792 h 4448109"/>
              <a:gd name="connsiteX17" fmla="*/ 1365250 w 1863725"/>
              <a:gd name="connsiteY17" fmla="*/ 3750342 h 4448109"/>
              <a:gd name="connsiteX18" fmla="*/ 1574800 w 1863725"/>
              <a:gd name="connsiteY18" fmla="*/ 3826542 h 4448109"/>
              <a:gd name="connsiteX19" fmla="*/ 1727200 w 1863725"/>
              <a:gd name="connsiteY19" fmla="*/ 3953542 h 4448109"/>
              <a:gd name="connsiteX20" fmla="*/ 1828800 w 1863725"/>
              <a:gd name="connsiteY20" fmla="*/ 4137692 h 4448109"/>
              <a:gd name="connsiteX21" fmla="*/ 1860550 w 1863725"/>
              <a:gd name="connsiteY21" fmla="*/ 4302792 h 4448109"/>
              <a:gd name="connsiteX22" fmla="*/ 1863725 w 1863725"/>
              <a:gd name="connsiteY22" fmla="*/ 4448109 h 4448109"/>
              <a:gd name="connsiteX23" fmla="*/ 1529078 w 1863725"/>
              <a:gd name="connsiteY23" fmla="*/ 4351170 h 4448109"/>
              <a:gd name="connsiteX24" fmla="*/ 1516856 w 1863725"/>
              <a:gd name="connsiteY24" fmla="*/ 4221036 h 4448109"/>
              <a:gd name="connsiteX25" fmla="*/ 1454150 w 1863725"/>
              <a:gd name="connsiteY25" fmla="*/ 4137692 h 4448109"/>
              <a:gd name="connsiteX26" fmla="*/ 1238250 w 1863725"/>
              <a:gd name="connsiteY26" fmla="*/ 4048792 h 4448109"/>
              <a:gd name="connsiteX27" fmla="*/ 977900 w 1863725"/>
              <a:gd name="connsiteY27" fmla="*/ 3921792 h 4448109"/>
              <a:gd name="connsiteX28" fmla="*/ 768350 w 1863725"/>
              <a:gd name="connsiteY28" fmla="*/ 3788442 h 4448109"/>
              <a:gd name="connsiteX29" fmla="*/ 596900 w 1863725"/>
              <a:gd name="connsiteY29" fmla="*/ 3642392 h 4448109"/>
              <a:gd name="connsiteX30" fmla="*/ 444500 w 1863725"/>
              <a:gd name="connsiteY30" fmla="*/ 3470942 h 4448109"/>
              <a:gd name="connsiteX31" fmla="*/ 311150 w 1863725"/>
              <a:gd name="connsiteY31" fmla="*/ 3286792 h 4448109"/>
              <a:gd name="connsiteX32" fmla="*/ 171450 w 1863725"/>
              <a:gd name="connsiteY32" fmla="*/ 3039142 h 4448109"/>
              <a:gd name="connsiteX33" fmla="*/ 69850 w 1863725"/>
              <a:gd name="connsiteY33" fmla="*/ 2759742 h 4448109"/>
              <a:gd name="connsiteX34" fmla="*/ 19050 w 1863725"/>
              <a:gd name="connsiteY34" fmla="*/ 2493042 h 4448109"/>
              <a:gd name="connsiteX35" fmla="*/ 0 w 1863725"/>
              <a:gd name="connsiteY35" fmla="*/ 2270792 h 4448109"/>
              <a:gd name="connsiteX36" fmla="*/ 6350 w 1863725"/>
              <a:gd name="connsiteY36" fmla="*/ 2061242 h 4448109"/>
              <a:gd name="connsiteX37" fmla="*/ 31750 w 1863725"/>
              <a:gd name="connsiteY37" fmla="*/ 1908842 h 4448109"/>
              <a:gd name="connsiteX38" fmla="*/ 69850 w 1863725"/>
              <a:gd name="connsiteY38" fmla="*/ 1737392 h 4448109"/>
              <a:gd name="connsiteX39" fmla="*/ 165100 w 1863725"/>
              <a:gd name="connsiteY39" fmla="*/ 1457992 h 4448109"/>
              <a:gd name="connsiteX40" fmla="*/ 298450 w 1863725"/>
              <a:gd name="connsiteY40" fmla="*/ 1203992 h 4448109"/>
              <a:gd name="connsiteX41" fmla="*/ 469900 w 1863725"/>
              <a:gd name="connsiteY41" fmla="*/ 969042 h 4448109"/>
              <a:gd name="connsiteX42" fmla="*/ 812800 w 1863725"/>
              <a:gd name="connsiteY42" fmla="*/ 657892 h 4448109"/>
              <a:gd name="connsiteX43" fmla="*/ 1041400 w 1863725"/>
              <a:gd name="connsiteY43" fmla="*/ 518192 h 4448109"/>
              <a:gd name="connsiteX44" fmla="*/ 1327150 w 1863725"/>
              <a:gd name="connsiteY44" fmla="*/ 397542 h 4448109"/>
              <a:gd name="connsiteX45" fmla="*/ 1473200 w 1863725"/>
              <a:gd name="connsiteY45" fmla="*/ 321342 h 4448109"/>
              <a:gd name="connsiteX46" fmla="*/ 1550213 w 1863725"/>
              <a:gd name="connsiteY46" fmla="*/ 159090 h 4448109"/>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 name="connsiteX0" fmla="*/ 1550213 w 1860611"/>
              <a:gd name="connsiteY0" fmla="*/ 159090 h 4461623"/>
              <a:gd name="connsiteX1" fmla="*/ 1852295 w 1860611"/>
              <a:gd name="connsiteY1" fmla="*/ 0 h 4461623"/>
              <a:gd name="connsiteX2" fmla="*/ 1838325 w 1860611"/>
              <a:gd name="connsiteY2" fmla="*/ 343567 h 4461623"/>
              <a:gd name="connsiteX3" fmla="*/ 1663700 w 1860611"/>
              <a:gd name="connsiteY3" fmla="*/ 588042 h 4461623"/>
              <a:gd name="connsiteX4" fmla="*/ 1428750 w 1860611"/>
              <a:gd name="connsiteY4" fmla="*/ 702342 h 4461623"/>
              <a:gd name="connsiteX5" fmla="*/ 1155700 w 1860611"/>
              <a:gd name="connsiteY5" fmla="*/ 822992 h 4461623"/>
              <a:gd name="connsiteX6" fmla="*/ 920750 w 1860611"/>
              <a:gd name="connsiteY6" fmla="*/ 981742 h 4461623"/>
              <a:gd name="connsiteX7" fmla="*/ 704850 w 1860611"/>
              <a:gd name="connsiteY7" fmla="*/ 1197642 h 4461623"/>
              <a:gd name="connsiteX8" fmla="*/ 520700 w 1860611"/>
              <a:gd name="connsiteY8" fmla="*/ 1457992 h 4461623"/>
              <a:gd name="connsiteX9" fmla="*/ 368300 w 1860611"/>
              <a:gd name="connsiteY9" fmla="*/ 1870742 h 4461623"/>
              <a:gd name="connsiteX10" fmla="*/ 323850 w 1860611"/>
              <a:gd name="connsiteY10" fmla="*/ 2258092 h 4461623"/>
              <a:gd name="connsiteX11" fmla="*/ 387350 w 1860611"/>
              <a:gd name="connsiteY11" fmla="*/ 2689892 h 4461623"/>
              <a:gd name="connsiteX12" fmla="*/ 501650 w 1860611"/>
              <a:gd name="connsiteY12" fmla="*/ 2975642 h 4461623"/>
              <a:gd name="connsiteX13" fmla="*/ 628650 w 1860611"/>
              <a:gd name="connsiteY13" fmla="*/ 3178842 h 4461623"/>
              <a:gd name="connsiteX14" fmla="*/ 812800 w 1860611"/>
              <a:gd name="connsiteY14" fmla="*/ 3401092 h 4461623"/>
              <a:gd name="connsiteX15" fmla="*/ 965200 w 1860611"/>
              <a:gd name="connsiteY15" fmla="*/ 3528092 h 4461623"/>
              <a:gd name="connsiteX16" fmla="*/ 1181100 w 1860611"/>
              <a:gd name="connsiteY16" fmla="*/ 3667792 h 4461623"/>
              <a:gd name="connsiteX17" fmla="*/ 1365250 w 1860611"/>
              <a:gd name="connsiteY17" fmla="*/ 3750342 h 4461623"/>
              <a:gd name="connsiteX18" fmla="*/ 1574800 w 1860611"/>
              <a:gd name="connsiteY18" fmla="*/ 3826542 h 4461623"/>
              <a:gd name="connsiteX19" fmla="*/ 1727200 w 1860611"/>
              <a:gd name="connsiteY19" fmla="*/ 3953542 h 4461623"/>
              <a:gd name="connsiteX20" fmla="*/ 1828800 w 1860611"/>
              <a:gd name="connsiteY20" fmla="*/ 4137692 h 4461623"/>
              <a:gd name="connsiteX21" fmla="*/ 1860550 w 1860611"/>
              <a:gd name="connsiteY21" fmla="*/ 4302792 h 4461623"/>
              <a:gd name="connsiteX22" fmla="*/ 1850211 w 1860611"/>
              <a:gd name="connsiteY22" fmla="*/ 4461623 h 4461623"/>
              <a:gd name="connsiteX23" fmla="*/ 1529078 w 1860611"/>
              <a:gd name="connsiteY23" fmla="*/ 4351170 h 4461623"/>
              <a:gd name="connsiteX24" fmla="*/ 1516856 w 1860611"/>
              <a:gd name="connsiteY24" fmla="*/ 4221036 h 4461623"/>
              <a:gd name="connsiteX25" fmla="*/ 1454150 w 1860611"/>
              <a:gd name="connsiteY25" fmla="*/ 4137692 h 4461623"/>
              <a:gd name="connsiteX26" fmla="*/ 1238250 w 1860611"/>
              <a:gd name="connsiteY26" fmla="*/ 4048792 h 4461623"/>
              <a:gd name="connsiteX27" fmla="*/ 977900 w 1860611"/>
              <a:gd name="connsiteY27" fmla="*/ 3921792 h 4461623"/>
              <a:gd name="connsiteX28" fmla="*/ 768350 w 1860611"/>
              <a:gd name="connsiteY28" fmla="*/ 3788442 h 4461623"/>
              <a:gd name="connsiteX29" fmla="*/ 596900 w 1860611"/>
              <a:gd name="connsiteY29" fmla="*/ 3642392 h 4461623"/>
              <a:gd name="connsiteX30" fmla="*/ 444500 w 1860611"/>
              <a:gd name="connsiteY30" fmla="*/ 3470942 h 4461623"/>
              <a:gd name="connsiteX31" fmla="*/ 311150 w 1860611"/>
              <a:gd name="connsiteY31" fmla="*/ 3286792 h 4461623"/>
              <a:gd name="connsiteX32" fmla="*/ 171450 w 1860611"/>
              <a:gd name="connsiteY32" fmla="*/ 3039142 h 4461623"/>
              <a:gd name="connsiteX33" fmla="*/ 69850 w 1860611"/>
              <a:gd name="connsiteY33" fmla="*/ 2759742 h 4461623"/>
              <a:gd name="connsiteX34" fmla="*/ 19050 w 1860611"/>
              <a:gd name="connsiteY34" fmla="*/ 2493042 h 4461623"/>
              <a:gd name="connsiteX35" fmla="*/ 0 w 1860611"/>
              <a:gd name="connsiteY35" fmla="*/ 2270792 h 4461623"/>
              <a:gd name="connsiteX36" fmla="*/ 6350 w 1860611"/>
              <a:gd name="connsiteY36" fmla="*/ 2061242 h 4461623"/>
              <a:gd name="connsiteX37" fmla="*/ 31750 w 1860611"/>
              <a:gd name="connsiteY37" fmla="*/ 1908842 h 4461623"/>
              <a:gd name="connsiteX38" fmla="*/ 69850 w 1860611"/>
              <a:gd name="connsiteY38" fmla="*/ 1737392 h 4461623"/>
              <a:gd name="connsiteX39" fmla="*/ 165100 w 1860611"/>
              <a:gd name="connsiteY39" fmla="*/ 1457992 h 4461623"/>
              <a:gd name="connsiteX40" fmla="*/ 298450 w 1860611"/>
              <a:gd name="connsiteY40" fmla="*/ 1203992 h 4461623"/>
              <a:gd name="connsiteX41" fmla="*/ 469900 w 1860611"/>
              <a:gd name="connsiteY41" fmla="*/ 969042 h 4461623"/>
              <a:gd name="connsiteX42" fmla="*/ 812800 w 1860611"/>
              <a:gd name="connsiteY42" fmla="*/ 657892 h 4461623"/>
              <a:gd name="connsiteX43" fmla="*/ 1041400 w 1860611"/>
              <a:gd name="connsiteY43" fmla="*/ 518192 h 4461623"/>
              <a:gd name="connsiteX44" fmla="*/ 1327150 w 1860611"/>
              <a:gd name="connsiteY44" fmla="*/ 397542 h 4461623"/>
              <a:gd name="connsiteX45" fmla="*/ 1473200 w 1860611"/>
              <a:gd name="connsiteY45" fmla="*/ 321342 h 4461623"/>
              <a:gd name="connsiteX46" fmla="*/ 1550213 w 1860611"/>
              <a:gd name="connsiteY46" fmla="*/ 159090 h 446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611" h="4461623">
                <a:moveTo>
                  <a:pt x="1550213" y="159090"/>
                </a:moveTo>
                <a:lnTo>
                  <a:pt x="1852295" y="0"/>
                </a:lnTo>
                <a:cubicBezTo>
                  <a:pt x="1847638" y="89747"/>
                  <a:pt x="1842982" y="253820"/>
                  <a:pt x="1838325" y="343567"/>
                </a:cubicBezTo>
                <a:cubicBezTo>
                  <a:pt x="1795992" y="456809"/>
                  <a:pt x="1750483" y="528775"/>
                  <a:pt x="1663700" y="588042"/>
                </a:cubicBezTo>
                <a:lnTo>
                  <a:pt x="1428750" y="702342"/>
                </a:lnTo>
                <a:lnTo>
                  <a:pt x="1155700" y="822992"/>
                </a:lnTo>
                <a:lnTo>
                  <a:pt x="920750" y="981742"/>
                </a:lnTo>
                <a:lnTo>
                  <a:pt x="704850" y="1197642"/>
                </a:lnTo>
                <a:lnTo>
                  <a:pt x="520700" y="1457992"/>
                </a:lnTo>
                <a:lnTo>
                  <a:pt x="368300" y="1870742"/>
                </a:lnTo>
                <a:lnTo>
                  <a:pt x="323850" y="2258092"/>
                </a:lnTo>
                <a:lnTo>
                  <a:pt x="387350" y="2689892"/>
                </a:lnTo>
                <a:lnTo>
                  <a:pt x="501650" y="2975642"/>
                </a:lnTo>
                <a:lnTo>
                  <a:pt x="628650" y="3178842"/>
                </a:lnTo>
                <a:lnTo>
                  <a:pt x="812800" y="3401092"/>
                </a:lnTo>
                <a:lnTo>
                  <a:pt x="965200" y="3528092"/>
                </a:lnTo>
                <a:lnTo>
                  <a:pt x="1181100" y="3667792"/>
                </a:lnTo>
                <a:lnTo>
                  <a:pt x="1365250" y="3750342"/>
                </a:lnTo>
                <a:lnTo>
                  <a:pt x="1574800" y="3826542"/>
                </a:lnTo>
                <a:lnTo>
                  <a:pt x="1727200" y="3953542"/>
                </a:lnTo>
                <a:lnTo>
                  <a:pt x="1828800" y="4137692"/>
                </a:lnTo>
                <a:lnTo>
                  <a:pt x="1860550" y="4302792"/>
                </a:lnTo>
                <a:cubicBezTo>
                  <a:pt x="1861608" y="4337717"/>
                  <a:pt x="1848623" y="4388964"/>
                  <a:pt x="1850211" y="4461623"/>
                </a:cubicBezTo>
                <a:cubicBezTo>
                  <a:pt x="1738662" y="4437913"/>
                  <a:pt x="1621577" y="4385221"/>
                  <a:pt x="1529078" y="4351170"/>
                </a:cubicBezTo>
                <a:lnTo>
                  <a:pt x="1516856" y="4221036"/>
                </a:lnTo>
                <a:lnTo>
                  <a:pt x="1454150" y="4137692"/>
                </a:lnTo>
                <a:lnTo>
                  <a:pt x="1238250" y="4048792"/>
                </a:lnTo>
                <a:lnTo>
                  <a:pt x="977900" y="3921792"/>
                </a:lnTo>
                <a:lnTo>
                  <a:pt x="768350" y="3788442"/>
                </a:lnTo>
                <a:lnTo>
                  <a:pt x="596900" y="3642392"/>
                </a:lnTo>
                <a:lnTo>
                  <a:pt x="444500" y="3470942"/>
                </a:lnTo>
                <a:lnTo>
                  <a:pt x="311150" y="3286792"/>
                </a:lnTo>
                <a:lnTo>
                  <a:pt x="171450" y="3039142"/>
                </a:lnTo>
                <a:lnTo>
                  <a:pt x="69850" y="2759742"/>
                </a:lnTo>
                <a:lnTo>
                  <a:pt x="19050" y="2493042"/>
                </a:lnTo>
                <a:lnTo>
                  <a:pt x="0" y="2270792"/>
                </a:lnTo>
                <a:lnTo>
                  <a:pt x="6350" y="2061242"/>
                </a:lnTo>
                <a:lnTo>
                  <a:pt x="31750" y="1908842"/>
                </a:lnTo>
                <a:lnTo>
                  <a:pt x="69850" y="1737392"/>
                </a:lnTo>
                <a:lnTo>
                  <a:pt x="165100" y="1457992"/>
                </a:lnTo>
                <a:lnTo>
                  <a:pt x="298450" y="1203992"/>
                </a:lnTo>
                <a:lnTo>
                  <a:pt x="469900" y="969042"/>
                </a:lnTo>
                <a:lnTo>
                  <a:pt x="812800" y="657892"/>
                </a:lnTo>
                <a:lnTo>
                  <a:pt x="1041400" y="518192"/>
                </a:lnTo>
                <a:lnTo>
                  <a:pt x="1327150" y="397542"/>
                </a:lnTo>
                <a:lnTo>
                  <a:pt x="1473200" y="321342"/>
                </a:lnTo>
                <a:lnTo>
                  <a:pt x="1550213" y="159090"/>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4E49BE76-73AF-93E1-FFD9-E5C3E7EAD73D}"/>
              </a:ext>
            </a:extLst>
          </p:cNvPr>
          <p:cNvSpPr/>
          <p:nvPr/>
        </p:nvSpPr>
        <p:spPr>
          <a:xfrm flipH="1">
            <a:off x="5301646" y="2052672"/>
            <a:ext cx="399675" cy="2414385"/>
          </a:xfrm>
          <a:custGeom>
            <a:avLst/>
            <a:gdLst>
              <a:gd name="connsiteX0" fmla="*/ 1287780 w 1303020"/>
              <a:gd name="connsiteY0" fmla="*/ 0 h 5897880"/>
              <a:gd name="connsiteX1" fmla="*/ 7620 w 1303020"/>
              <a:gd name="connsiteY1" fmla="*/ 15240 h 5897880"/>
              <a:gd name="connsiteX2" fmla="*/ 7620 w 1303020"/>
              <a:gd name="connsiteY2" fmla="*/ 1120140 h 5897880"/>
              <a:gd name="connsiteX3" fmla="*/ 22860 w 1303020"/>
              <a:gd name="connsiteY3" fmla="*/ 1363980 h 5897880"/>
              <a:gd name="connsiteX4" fmla="*/ 99060 w 1303020"/>
              <a:gd name="connsiteY4" fmla="*/ 1676400 h 5897880"/>
              <a:gd name="connsiteX5" fmla="*/ 236220 w 1303020"/>
              <a:gd name="connsiteY5" fmla="*/ 1973580 h 5897880"/>
              <a:gd name="connsiteX6" fmla="*/ 434340 w 1303020"/>
              <a:gd name="connsiteY6" fmla="*/ 2232660 h 5897880"/>
              <a:gd name="connsiteX7" fmla="*/ 617220 w 1303020"/>
              <a:gd name="connsiteY7" fmla="*/ 2446020 h 5897880"/>
              <a:gd name="connsiteX8" fmla="*/ 739140 w 1303020"/>
              <a:gd name="connsiteY8" fmla="*/ 2727960 h 5897880"/>
              <a:gd name="connsiteX9" fmla="*/ 754380 w 1303020"/>
              <a:gd name="connsiteY9" fmla="*/ 3055620 h 5897880"/>
              <a:gd name="connsiteX10" fmla="*/ 678180 w 1303020"/>
              <a:gd name="connsiteY10" fmla="*/ 3345180 h 5897880"/>
              <a:gd name="connsiteX11" fmla="*/ 518160 w 1303020"/>
              <a:gd name="connsiteY11" fmla="*/ 3589020 h 5897880"/>
              <a:gd name="connsiteX12" fmla="*/ 327660 w 1303020"/>
              <a:gd name="connsiteY12" fmla="*/ 3802380 h 5897880"/>
              <a:gd name="connsiteX13" fmla="*/ 228600 w 1303020"/>
              <a:gd name="connsiteY13" fmla="*/ 3954780 h 5897880"/>
              <a:gd name="connsiteX14" fmla="*/ 99060 w 1303020"/>
              <a:gd name="connsiteY14" fmla="*/ 4221480 h 5897880"/>
              <a:gd name="connsiteX15" fmla="*/ 22860 w 1303020"/>
              <a:gd name="connsiteY15" fmla="*/ 4533900 h 5897880"/>
              <a:gd name="connsiteX16" fmla="*/ 7620 w 1303020"/>
              <a:gd name="connsiteY16" fmla="*/ 4792980 h 5897880"/>
              <a:gd name="connsiteX17" fmla="*/ 0 w 1303020"/>
              <a:gd name="connsiteY17" fmla="*/ 5897880 h 5897880"/>
              <a:gd name="connsiteX18" fmla="*/ 1295400 w 1303020"/>
              <a:gd name="connsiteY18" fmla="*/ 5890260 h 5897880"/>
              <a:gd name="connsiteX19" fmla="*/ 1303020 w 1303020"/>
              <a:gd name="connsiteY19" fmla="*/ 5562600 h 5897880"/>
              <a:gd name="connsiteX20" fmla="*/ 373380 w 1303020"/>
              <a:gd name="connsiteY20" fmla="*/ 5570220 h 5897880"/>
              <a:gd name="connsiteX21" fmla="*/ 129540 w 1303020"/>
              <a:gd name="connsiteY21" fmla="*/ 5265420 h 5897880"/>
              <a:gd name="connsiteX22" fmla="*/ 129540 w 1303020"/>
              <a:gd name="connsiteY22" fmla="*/ 4762500 h 5897880"/>
              <a:gd name="connsiteX23" fmla="*/ 160020 w 1303020"/>
              <a:gd name="connsiteY23" fmla="*/ 4518660 h 5897880"/>
              <a:gd name="connsiteX24" fmla="*/ 236220 w 1303020"/>
              <a:gd name="connsiteY24" fmla="*/ 4229100 h 5897880"/>
              <a:gd name="connsiteX25" fmla="*/ 358140 w 1303020"/>
              <a:gd name="connsiteY25" fmla="*/ 3970020 h 5897880"/>
              <a:gd name="connsiteX26" fmla="*/ 563880 w 1303020"/>
              <a:gd name="connsiteY26" fmla="*/ 3672840 h 5897880"/>
              <a:gd name="connsiteX27" fmla="*/ 723900 w 1303020"/>
              <a:gd name="connsiteY27" fmla="*/ 3436620 h 5897880"/>
              <a:gd name="connsiteX28" fmla="*/ 822960 w 1303020"/>
              <a:gd name="connsiteY28" fmla="*/ 3169920 h 5897880"/>
              <a:gd name="connsiteX29" fmla="*/ 838200 w 1303020"/>
              <a:gd name="connsiteY29" fmla="*/ 2865120 h 5897880"/>
              <a:gd name="connsiteX30" fmla="*/ 769620 w 1303020"/>
              <a:gd name="connsiteY30" fmla="*/ 2567940 h 5897880"/>
              <a:gd name="connsiteX31" fmla="*/ 586740 w 1303020"/>
              <a:gd name="connsiteY31" fmla="*/ 2255520 h 5897880"/>
              <a:gd name="connsiteX32" fmla="*/ 419100 w 1303020"/>
              <a:gd name="connsiteY32" fmla="*/ 2034540 h 5897880"/>
              <a:gd name="connsiteX33" fmla="*/ 251460 w 1303020"/>
              <a:gd name="connsiteY33" fmla="*/ 1706880 h 5897880"/>
              <a:gd name="connsiteX34" fmla="*/ 152400 w 1303020"/>
              <a:gd name="connsiteY34" fmla="*/ 1356360 h 5897880"/>
              <a:gd name="connsiteX35" fmla="*/ 129540 w 1303020"/>
              <a:gd name="connsiteY35" fmla="*/ 853440 h 5897880"/>
              <a:gd name="connsiteX36" fmla="*/ 129540 w 1303020"/>
              <a:gd name="connsiteY36" fmla="*/ 662940 h 5897880"/>
              <a:gd name="connsiteX37" fmla="*/ 350520 w 1303020"/>
              <a:gd name="connsiteY37" fmla="*/ 342900 h 5897880"/>
              <a:gd name="connsiteX38" fmla="*/ 1287780 w 1303020"/>
              <a:gd name="connsiteY38" fmla="*/ 335280 h 5897880"/>
              <a:gd name="connsiteX39" fmla="*/ 1287780 w 1303020"/>
              <a:gd name="connsiteY39" fmla="*/ 0 h 5897880"/>
              <a:gd name="connsiteX0" fmla="*/ 1287780 w 1303020"/>
              <a:gd name="connsiteY0" fmla="*/ 0 h 5897880"/>
              <a:gd name="connsiteX1" fmla="*/ 7620 w 1303020"/>
              <a:gd name="connsiteY1" fmla="*/ 1120140 h 5897880"/>
              <a:gd name="connsiteX2" fmla="*/ 22860 w 1303020"/>
              <a:gd name="connsiteY2" fmla="*/ 1363980 h 5897880"/>
              <a:gd name="connsiteX3" fmla="*/ 99060 w 1303020"/>
              <a:gd name="connsiteY3" fmla="*/ 1676400 h 5897880"/>
              <a:gd name="connsiteX4" fmla="*/ 236220 w 1303020"/>
              <a:gd name="connsiteY4" fmla="*/ 1973580 h 5897880"/>
              <a:gd name="connsiteX5" fmla="*/ 434340 w 1303020"/>
              <a:gd name="connsiteY5" fmla="*/ 2232660 h 5897880"/>
              <a:gd name="connsiteX6" fmla="*/ 617220 w 1303020"/>
              <a:gd name="connsiteY6" fmla="*/ 2446020 h 5897880"/>
              <a:gd name="connsiteX7" fmla="*/ 739140 w 1303020"/>
              <a:gd name="connsiteY7" fmla="*/ 2727960 h 5897880"/>
              <a:gd name="connsiteX8" fmla="*/ 754380 w 1303020"/>
              <a:gd name="connsiteY8" fmla="*/ 3055620 h 5897880"/>
              <a:gd name="connsiteX9" fmla="*/ 678180 w 1303020"/>
              <a:gd name="connsiteY9" fmla="*/ 3345180 h 5897880"/>
              <a:gd name="connsiteX10" fmla="*/ 518160 w 1303020"/>
              <a:gd name="connsiteY10" fmla="*/ 3589020 h 5897880"/>
              <a:gd name="connsiteX11" fmla="*/ 327660 w 1303020"/>
              <a:gd name="connsiteY11" fmla="*/ 3802380 h 5897880"/>
              <a:gd name="connsiteX12" fmla="*/ 228600 w 1303020"/>
              <a:gd name="connsiteY12" fmla="*/ 3954780 h 5897880"/>
              <a:gd name="connsiteX13" fmla="*/ 99060 w 1303020"/>
              <a:gd name="connsiteY13" fmla="*/ 4221480 h 5897880"/>
              <a:gd name="connsiteX14" fmla="*/ 22860 w 1303020"/>
              <a:gd name="connsiteY14" fmla="*/ 4533900 h 5897880"/>
              <a:gd name="connsiteX15" fmla="*/ 7620 w 1303020"/>
              <a:gd name="connsiteY15" fmla="*/ 4792980 h 5897880"/>
              <a:gd name="connsiteX16" fmla="*/ 0 w 1303020"/>
              <a:gd name="connsiteY16" fmla="*/ 5897880 h 5897880"/>
              <a:gd name="connsiteX17" fmla="*/ 1295400 w 1303020"/>
              <a:gd name="connsiteY17" fmla="*/ 5890260 h 5897880"/>
              <a:gd name="connsiteX18" fmla="*/ 1303020 w 1303020"/>
              <a:gd name="connsiteY18" fmla="*/ 5562600 h 5897880"/>
              <a:gd name="connsiteX19" fmla="*/ 373380 w 1303020"/>
              <a:gd name="connsiteY19" fmla="*/ 5570220 h 5897880"/>
              <a:gd name="connsiteX20" fmla="*/ 129540 w 1303020"/>
              <a:gd name="connsiteY20" fmla="*/ 5265420 h 5897880"/>
              <a:gd name="connsiteX21" fmla="*/ 129540 w 1303020"/>
              <a:gd name="connsiteY21" fmla="*/ 4762500 h 5897880"/>
              <a:gd name="connsiteX22" fmla="*/ 160020 w 1303020"/>
              <a:gd name="connsiteY22" fmla="*/ 4518660 h 5897880"/>
              <a:gd name="connsiteX23" fmla="*/ 236220 w 1303020"/>
              <a:gd name="connsiteY23" fmla="*/ 4229100 h 5897880"/>
              <a:gd name="connsiteX24" fmla="*/ 358140 w 1303020"/>
              <a:gd name="connsiteY24" fmla="*/ 3970020 h 5897880"/>
              <a:gd name="connsiteX25" fmla="*/ 563880 w 1303020"/>
              <a:gd name="connsiteY25" fmla="*/ 3672840 h 5897880"/>
              <a:gd name="connsiteX26" fmla="*/ 723900 w 1303020"/>
              <a:gd name="connsiteY26" fmla="*/ 3436620 h 5897880"/>
              <a:gd name="connsiteX27" fmla="*/ 822960 w 1303020"/>
              <a:gd name="connsiteY27" fmla="*/ 3169920 h 5897880"/>
              <a:gd name="connsiteX28" fmla="*/ 838200 w 1303020"/>
              <a:gd name="connsiteY28" fmla="*/ 2865120 h 5897880"/>
              <a:gd name="connsiteX29" fmla="*/ 769620 w 1303020"/>
              <a:gd name="connsiteY29" fmla="*/ 2567940 h 5897880"/>
              <a:gd name="connsiteX30" fmla="*/ 586740 w 1303020"/>
              <a:gd name="connsiteY30" fmla="*/ 2255520 h 5897880"/>
              <a:gd name="connsiteX31" fmla="*/ 419100 w 1303020"/>
              <a:gd name="connsiteY31" fmla="*/ 2034540 h 5897880"/>
              <a:gd name="connsiteX32" fmla="*/ 251460 w 1303020"/>
              <a:gd name="connsiteY32" fmla="*/ 1706880 h 5897880"/>
              <a:gd name="connsiteX33" fmla="*/ 152400 w 1303020"/>
              <a:gd name="connsiteY33" fmla="*/ 1356360 h 5897880"/>
              <a:gd name="connsiteX34" fmla="*/ 129540 w 1303020"/>
              <a:gd name="connsiteY34" fmla="*/ 853440 h 5897880"/>
              <a:gd name="connsiteX35" fmla="*/ 129540 w 1303020"/>
              <a:gd name="connsiteY35" fmla="*/ 662940 h 5897880"/>
              <a:gd name="connsiteX36" fmla="*/ 350520 w 1303020"/>
              <a:gd name="connsiteY36" fmla="*/ 342900 h 5897880"/>
              <a:gd name="connsiteX37" fmla="*/ 1287780 w 1303020"/>
              <a:gd name="connsiteY37" fmla="*/ 335280 h 5897880"/>
              <a:gd name="connsiteX38" fmla="*/ 1287780 w 1303020"/>
              <a:gd name="connsiteY38" fmla="*/ 0 h 5897880"/>
              <a:gd name="connsiteX0" fmla="*/ 0 w 1315403"/>
              <a:gd name="connsiteY0" fmla="*/ 31432 h 5562600"/>
              <a:gd name="connsiteX1" fmla="*/ 20003 w 1315403"/>
              <a:gd name="connsiteY1" fmla="*/ 784860 h 5562600"/>
              <a:gd name="connsiteX2" fmla="*/ 35243 w 1315403"/>
              <a:gd name="connsiteY2" fmla="*/ 1028700 h 5562600"/>
              <a:gd name="connsiteX3" fmla="*/ 111443 w 1315403"/>
              <a:gd name="connsiteY3" fmla="*/ 1341120 h 5562600"/>
              <a:gd name="connsiteX4" fmla="*/ 248603 w 1315403"/>
              <a:gd name="connsiteY4" fmla="*/ 1638300 h 5562600"/>
              <a:gd name="connsiteX5" fmla="*/ 446723 w 1315403"/>
              <a:gd name="connsiteY5" fmla="*/ 1897380 h 5562600"/>
              <a:gd name="connsiteX6" fmla="*/ 629603 w 1315403"/>
              <a:gd name="connsiteY6" fmla="*/ 2110740 h 5562600"/>
              <a:gd name="connsiteX7" fmla="*/ 751523 w 1315403"/>
              <a:gd name="connsiteY7" fmla="*/ 2392680 h 5562600"/>
              <a:gd name="connsiteX8" fmla="*/ 766763 w 1315403"/>
              <a:gd name="connsiteY8" fmla="*/ 2720340 h 5562600"/>
              <a:gd name="connsiteX9" fmla="*/ 690563 w 1315403"/>
              <a:gd name="connsiteY9" fmla="*/ 3009900 h 5562600"/>
              <a:gd name="connsiteX10" fmla="*/ 530543 w 1315403"/>
              <a:gd name="connsiteY10" fmla="*/ 3253740 h 5562600"/>
              <a:gd name="connsiteX11" fmla="*/ 340043 w 1315403"/>
              <a:gd name="connsiteY11" fmla="*/ 3467100 h 5562600"/>
              <a:gd name="connsiteX12" fmla="*/ 240983 w 1315403"/>
              <a:gd name="connsiteY12" fmla="*/ 3619500 h 5562600"/>
              <a:gd name="connsiteX13" fmla="*/ 111443 w 1315403"/>
              <a:gd name="connsiteY13" fmla="*/ 3886200 h 5562600"/>
              <a:gd name="connsiteX14" fmla="*/ 35243 w 1315403"/>
              <a:gd name="connsiteY14" fmla="*/ 4198620 h 5562600"/>
              <a:gd name="connsiteX15" fmla="*/ 20003 w 1315403"/>
              <a:gd name="connsiteY15" fmla="*/ 4457700 h 5562600"/>
              <a:gd name="connsiteX16" fmla="*/ 12383 w 1315403"/>
              <a:gd name="connsiteY16" fmla="*/ 5562600 h 5562600"/>
              <a:gd name="connsiteX17" fmla="*/ 1307783 w 1315403"/>
              <a:gd name="connsiteY17" fmla="*/ 5554980 h 5562600"/>
              <a:gd name="connsiteX18" fmla="*/ 1315403 w 1315403"/>
              <a:gd name="connsiteY18" fmla="*/ 5227320 h 5562600"/>
              <a:gd name="connsiteX19" fmla="*/ 385763 w 1315403"/>
              <a:gd name="connsiteY19" fmla="*/ 5234940 h 5562600"/>
              <a:gd name="connsiteX20" fmla="*/ 141923 w 1315403"/>
              <a:gd name="connsiteY20" fmla="*/ 4930140 h 5562600"/>
              <a:gd name="connsiteX21" fmla="*/ 141923 w 1315403"/>
              <a:gd name="connsiteY21" fmla="*/ 4427220 h 5562600"/>
              <a:gd name="connsiteX22" fmla="*/ 172403 w 1315403"/>
              <a:gd name="connsiteY22" fmla="*/ 4183380 h 5562600"/>
              <a:gd name="connsiteX23" fmla="*/ 248603 w 1315403"/>
              <a:gd name="connsiteY23" fmla="*/ 3893820 h 5562600"/>
              <a:gd name="connsiteX24" fmla="*/ 370523 w 1315403"/>
              <a:gd name="connsiteY24" fmla="*/ 3634740 h 5562600"/>
              <a:gd name="connsiteX25" fmla="*/ 576263 w 1315403"/>
              <a:gd name="connsiteY25" fmla="*/ 3337560 h 5562600"/>
              <a:gd name="connsiteX26" fmla="*/ 736283 w 1315403"/>
              <a:gd name="connsiteY26" fmla="*/ 3101340 h 5562600"/>
              <a:gd name="connsiteX27" fmla="*/ 835343 w 1315403"/>
              <a:gd name="connsiteY27" fmla="*/ 2834640 h 5562600"/>
              <a:gd name="connsiteX28" fmla="*/ 850583 w 1315403"/>
              <a:gd name="connsiteY28" fmla="*/ 2529840 h 5562600"/>
              <a:gd name="connsiteX29" fmla="*/ 782003 w 1315403"/>
              <a:gd name="connsiteY29" fmla="*/ 2232660 h 5562600"/>
              <a:gd name="connsiteX30" fmla="*/ 599123 w 1315403"/>
              <a:gd name="connsiteY30" fmla="*/ 1920240 h 5562600"/>
              <a:gd name="connsiteX31" fmla="*/ 431483 w 1315403"/>
              <a:gd name="connsiteY31" fmla="*/ 1699260 h 5562600"/>
              <a:gd name="connsiteX32" fmla="*/ 263843 w 1315403"/>
              <a:gd name="connsiteY32" fmla="*/ 1371600 h 5562600"/>
              <a:gd name="connsiteX33" fmla="*/ 164783 w 1315403"/>
              <a:gd name="connsiteY33" fmla="*/ 1021080 h 5562600"/>
              <a:gd name="connsiteX34" fmla="*/ 141923 w 1315403"/>
              <a:gd name="connsiteY34" fmla="*/ 518160 h 5562600"/>
              <a:gd name="connsiteX35" fmla="*/ 141923 w 1315403"/>
              <a:gd name="connsiteY35" fmla="*/ 327660 h 5562600"/>
              <a:gd name="connsiteX36" fmla="*/ 362903 w 1315403"/>
              <a:gd name="connsiteY36" fmla="*/ 7620 h 5562600"/>
              <a:gd name="connsiteX37" fmla="*/ 1300163 w 1315403"/>
              <a:gd name="connsiteY37" fmla="*/ 0 h 5562600"/>
              <a:gd name="connsiteX38" fmla="*/ 0 w 1315403"/>
              <a:gd name="connsiteY38" fmla="*/ 31432 h 5562600"/>
              <a:gd name="connsiteX0" fmla="*/ 0 w 1315403"/>
              <a:gd name="connsiteY0" fmla="*/ 23812 h 5554980"/>
              <a:gd name="connsiteX1" fmla="*/ 20003 w 1315403"/>
              <a:gd name="connsiteY1" fmla="*/ 777240 h 5554980"/>
              <a:gd name="connsiteX2" fmla="*/ 35243 w 1315403"/>
              <a:gd name="connsiteY2" fmla="*/ 1021080 h 5554980"/>
              <a:gd name="connsiteX3" fmla="*/ 111443 w 1315403"/>
              <a:gd name="connsiteY3" fmla="*/ 1333500 h 5554980"/>
              <a:gd name="connsiteX4" fmla="*/ 248603 w 1315403"/>
              <a:gd name="connsiteY4" fmla="*/ 1630680 h 5554980"/>
              <a:gd name="connsiteX5" fmla="*/ 446723 w 1315403"/>
              <a:gd name="connsiteY5" fmla="*/ 1889760 h 5554980"/>
              <a:gd name="connsiteX6" fmla="*/ 629603 w 1315403"/>
              <a:gd name="connsiteY6" fmla="*/ 2103120 h 5554980"/>
              <a:gd name="connsiteX7" fmla="*/ 751523 w 1315403"/>
              <a:gd name="connsiteY7" fmla="*/ 2385060 h 5554980"/>
              <a:gd name="connsiteX8" fmla="*/ 766763 w 1315403"/>
              <a:gd name="connsiteY8" fmla="*/ 2712720 h 5554980"/>
              <a:gd name="connsiteX9" fmla="*/ 690563 w 1315403"/>
              <a:gd name="connsiteY9" fmla="*/ 3002280 h 5554980"/>
              <a:gd name="connsiteX10" fmla="*/ 530543 w 1315403"/>
              <a:gd name="connsiteY10" fmla="*/ 3246120 h 5554980"/>
              <a:gd name="connsiteX11" fmla="*/ 340043 w 1315403"/>
              <a:gd name="connsiteY11" fmla="*/ 3459480 h 5554980"/>
              <a:gd name="connsiteX12" fmla="*/ 240983 w 1315403"/>
              <a:gd name="connsiteY12" fmla="*/ 3611880 h 5554980"/>
              <a:gd name="connsiteX13" fmla="*/ 111443 w 1315403"/>
              <a:gd name="connsiteY13" fmla="*/ 3878580 h 5554980"/>
              <a:gd name="connsiteX14" fmla="*/ 35243 w 1315403"/>
              <a:gd name="connsiteY14" fmla="*/ 4191000 h 5554980"/>
              <a:gd name="connsiteX15" fmla="*/ 20003 w 1315403"/>
              <a:gd name="connsiteY15" fmla="*/ 4450080 h 5554980"/>
              <a:gd name="connsiteX16" fmla="*/ 12383 w 1315403"/>
              <a:gd name="connsiteY16" fmla="*/ 5554980 h 5554980"/>
              <a:gd name="connsiteX17" fmla="*/ 1307783 w 1315403"/>
              <a:gd name="connsiteY17" fmla="*/ 5547360 h 5554980"/>
              <a:gd name="connsiteX18" fmla="*/ 1315403 w 1315403"/>
              <a:gd name="connsiteY18" fmla="*/ 5219700 h 5554980"/>
              <a:gd name="connsiteX19" fmla="*/ 385763 w 1315403"/>
              <a:gd name="connsiteY19" fmla="*/ 5227320 h 5554980"/>
              <a:gd name="connsiteX20" fmla="*/ 141923 w 1315403"/>
              <a:gd name="connsiteY20" fmla="*/ 4922520 h 5554980"/>
              <a:gd name="connsiteX21" fmla="*/ 141923 w 1315403"/>
              <a:gd name="connsiteY21" fmla="*/ 4419600 h 5554980"/>
              <a:gd name="connsiteX22" fmla="*/ 172403 w 1315403"/>
              <a:gd name="connsiteY22" fmla="*/ 4175760 h 5554980"/>
              <a:gd name="connsiteX23" fmla="*/ 248603 w 1315403"/>
              <a:gd name="connsiteY23" fmla="*/ 3886200 h 5554980"/>
              <a:gd name="connsiteX24" fmla="*/ 370523 w 1315403"/>
              <a:gd name="connsiteY24" fmla="*/ 3627120 h 5554980"/>
              <a:gd name="connsiteX25" fmla="*/ 576263 w 1315403"/>
              <a:gd name="connsiteY25" fmla="*/ 3329940 h 5554980"/>
              <a:gd name="connsiteX26" fmla="*/ 736283 w 1315403"/>
              <a:gd name="connsiteY26" fmla="*/ 3093720 h 5554980"/>
              <a:gd name="connsiteX27" fmla="*/ 835343 w 1315403"/>
              <a:gd name="connsiteY27" fmla="*/ 2827020 h 5554980"/>
              <a:gd name="connsiteX28" fmla="*/ 850583 w 1315403"/>
              <a:gd name="connsiteY28" fmla="*/ 2522220 h 5554980"/>
              <a:gd name="connsiteX29" fmla="*/ 782003 w 1315403"/>
              <a:gd name="connsiteY29" fmla="*/ 2225040 h 5554980"/>
              <a:gd name="connsiteX30" fmla="*/ 599123 w 1315403"/>
              <a:gd name="connsiteY30" fmla="*/ 1912620 h 5554980"/>
              <a:gd name="connsiteX31" fmla="*/ 431483 w 1315403"/>
              <a:gd name="connsiteY31" fmla="*/ 1691640 h 5554980"/>
              <a:gd name="connsiteX32" fmla="*/ 263843 w 1315403"/>
              <a:gd name="connsiteY32" fmla="*/ 1363980 h 5554980"/>
              <a:gd name="connsiteX33" fmla="*/ 164783 w 1315403"/>
              <a:gd name="connsiteY33" fmla="*/ 1013460 h 5554980"/>
              <a:gd name="connsiteX34" fmla="*/ 141923 w 1315403"/>
              <a:gd name="connsiteY34" fmla="*/ 510540 h 5554980"/>
              <a:gd name="connsiteX35" fmla="*/ 141923 w 1315403"/>
              <a:gd name="connsiteY35" fmla="*/ 320040 h 5554980"/>
              <a:gd name="connsiteX36" fmla="*/ 362903 w 1315403"/>
              <a:gd name="connsiteY36" fmla="*/ 0 h 5554980"/>
              <a:gd name="connsiteX37" fmla="*/ 0 w 1315403"/>
              <a:gd name="connsiteY37" fmla="*/ 23812 h 5554980"/>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67628 w 1315403"/>
              <a:gd name="connsiteY36" fmla="*/ 195263 h 5531168"/>
              <a:gd name="connsiteX37" fmla="*/ 0 w 1315403"/>
              <a:gd name="connsiteY37"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1923 w 1315403"/>
              <a:gd name="connsiteY35" fmla="*/ 29622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385763 w 1315403"/>
              <a:gd name="connsiteY19" fmla="*/ 5203508 h 5531168"/>
              <a:gd name="connsiteX20" fmla="*/ 141923 w 1315403"/>
              <a:gd name="connsiteY20" fmla="*/ 4898708 h 5531168"/>
              <a:gd name="connsiteX21" fmla="*/ 141923 w 1315403"/>
              <a:gd name="connsiteY21" fmla="*/ 4395788 h 5531168"/>
              <a:gd name="connsiteX22" fmla="*/ 172403 w 1315403"/>
              <a:gd name="connsiteY22" fmla="*/ 4151948 h 5531168"/>
              <a:gd name="connsiteX23" fmla="*/ 248603 w 1315403"/>
              <a:gd name="connsiteY23" fmla="*/ 3862388 h 5531168"/>
              <a:gd name="connsiteX24" fmla="*/ 370523 w 1315403"/>
              <a:gd name="connsiteY24" fmla="*/ 3603308 h 5531168"/>
              <a:gd name="connsiteX25" fmla="*/ 576263 w 1315403"/>
              <a:gd name="connsiteY25" fmla="*/ 3306128 h 5531168"/>
              <a:gd name="connsiteX26" fmla="*/ 736283 w 1315403"/>
              <a:gd name="connsiteY26" fmla="*/ 3069908 h 5531168"/>
              <a:gd name="connsiteX27" fmla="*/ 835343 w 1315403"/>
              <a:gd name="connsiteY27" fmla="*/ 2803208 h 5531168"/>
              <a:gd name="connsiteX28" fmla="*/ 850583 w 1315403"/>
              <a:gd name="connsiteY28" fmla="*/ 2498408 h 5531168"/>
              <a:gd name="connsiteX29" fmla="*/ 782003 w 1315403"/>
              <a:gd name="connsiteY29" fmla="*/ 2201228 h 5531168"/>
              <a:gd name="connsiteX30" fmla="*/ 599123 w 1315403"/>
              <a:gd name="connsiteY30" fmla="*/ 1888808 h 5531168"/>
              <a:gd name="connsiteX31" fmla="*/ 431483 w 1315403"/>
              <a:gd name="connsiteY31" fmla="*/ 1667828 h 5531168"/>
              <a:gd name="connsiteX32" fmla="*/ 263843 w 1315403"/>
              <a:gd name="connsiteY32" fmla="*/ 1340168 h 5531168"/>
              <a:gd name="connsiteX33" fmla="*/ 164783 w 1315403"/>
              <a:gd name="connsiteY33" fmla="*/ 989648 h 5531168"/>
              <a:gd name="connsiteX34" fmla="*/ 141923 w 1315403"/>
              <a:gd name="connsiteY34" fmla="*/ 486728 h 5531168"/>
              <a:gd name="connsiteX35" fmla="*/ 144304 w 1315403"/>
              <a:gd name="connsiteY35" fmla="*/ 162878 h 5531168"/>
              <a:gd name="connsiteX36" fmla="*/ 0 w 1315403"/>
              <a:gd name="connsiteY36" fmla="*/ 0 h 5531168"/>
              <a:gd name="connsiteX0" fmla="*/ 0 w 1315403"/>
              <a:gd name="connsiteY0" fmla="*/ 0 h 5531168"/>
              <a:gd name="connsiteX1" fmla="*/ 20003 w 1315403"/>
              <a:gd name="connsiteY1" fmla="*/ 753428 h 5531168"/>
              <a:gd name="connsiteX2" fmla="*/ 35243 w 1315403"/>
              <a:gd name="connsiteY2" fmla="*/ 997268 h 5531168"/>
              <a:gd name="connsiteX3" fmla="*/ 111443 w 1315403"/>
              <a:gd name="connsiteY3" fmla="*/ 1309688 h 5531168"/>
              <a:gd name="connsiteX4" fmla="*/ 248603 w 1315403"/>
              <a:gd name="connsiteY4" fmla="*/ 1606868 h 5531168"/>
              <a:gd name="connsiteX5" fmla="*/ 446723 w 1315403"/>
              <a:gd name="connsiteY5" fmla="*/ 1865948 h 5531168"/>
              <a:gd name="connsiteX6" fmla="*/ 629603 w 1315403"/>
              <a:gd name="connsiteY6" fmla="*/ 2079308 h 5531168"/>
              <a:gd name="connsiteX7" fmla="*/ 751523 w 1315403"/>
              <a:gd name="connsiteY7" fmla="*/ 2361248 h 5531168"/>
              <a:gd name="connsiteX8" fmla="*/ 766763 w 1315403"/>
              <a:gd name="connsiteY8" fmla="*/ 2688908 h 5531168"/>
              <a:gd name="connsiteX9" fmla="*/ 690563 w 1315403"/>
              <a:gd name="connsiteY9" fmla="*/ 2978468 h 5531168"/>
              <a:gd name="connsiteX10" fmla="*/ 530543 w 1315403"/>
              <a:gd name="connsiteY10" fmla="*/ 3222308 h 5531168"/>
              <a:gd name="connsiteX11" fmla="*/ 340043 w 1315403"/>
              <a:gd name="connsiteY11" fmla="*/ 3435668 h 5531168"/>
              <a:gd name="connsiteX12" fmla="*/ 240983 w 1315403"/>
              <a:gd name="connsiteY12" fmla="*/ 3588068 h 5531168"/>
              <a:gd name="connsiteX13" fmla="*/ 111443 w 1315403"/>
              <a:gd name="connsiteY13" fmla="*/ 3854768 h 5531168"/>
              <a:gd name="connsiteX14" fmla="*/ 35243 w 1315403"/>
              <a:gd name="connsiteY14" fmla="*/ 4167188 h 5531168"/>
              <a:gd name="connsiteX15" fmla="*/ 20003 w 1315403"/>
              <a:gd name="connsiteY15" fmla="*/ 4426268 h 5531168"/>
              <a:gd name="connsiteX16" fmla="*/ 12383 w 1315403"/>
              <a:gd name="connsiteY16" fmla="*/ 5531168 h 5531168"/>
              <a:gd name="connsiteX17" fmla="*/ 1307783 w 1315403"/>
              <a:gd name="connsiteY17" fmla="*/ 5523548 h 5531168"/>
              <a:gd name="connsiteX18" fmla="*/ 1315403 w 1315403"/>
              <a:gd name="connsiteY18" fmla="*/ 5195888 h 5531168"/>
              <a:gd name="connsiteX19" fmla="*/ 141923 w 1315403"/>
              <a:gd name="connsiteY19" fmla="*/ 4898708 h 5531168"/>
              <a:gd name="connsiteX20" fmla="*/ 141923 w 1315403"/>
              <a:gd name="connsiteY20" fmla="*/ 4395788 h 5531168"/>
              <a:gd name="connsiteX21" fmla="*/ 172403 w 1315403"/>
              <a:gd name="connsiteY21" fmla="*/ 4151948 h 5531168"/>
              <a:gd name="connsiteX22" fmla="*/ 248603 w 1315403"/>
              <a:gd name="connsiteY22" fmla="*/ 3862388 h 5531168"/>
              <a:gd name="connsiteX23" fmla="*/ 370523 w 1315403"/>
              <a:gd name="connsiteY23" fmla="*/ 3603308 h 5531168"/>
              <a:gd name="connsiteX24" fmla="*/ 576263 w 1315403"/>
              <a:gd name="connsiteY24" fmla="*/ 3306128 h 5531168"/>
              <a:gd name="connsiteX25" fmla="*/ 736283 w 1315403"/>
              <a:gd name="connsiteY25" fmla="*/ 3069908 h 5531168"/>
              <a:gd name="connsiteX26" fmla="*/ 835343 w 1315403"/>
              <a:gd name="connsiteY26" fmla="*/ 2803208 h 5531168"/>
              <a:gd name="connsiteX27" fmla="*/ 850583 w 1315403"/>
              <a:gd name="connsiteY27" fmla="*/ 2498408 h 5531168"/>
              <a:gd name="connsiteX28" fmla="*/ 782003 w 1315403"/>
              <a:gd name="connsiteY28" fmla="*/ 2201228 h 5531168"/>
              <a:gd name="connsiteX29" fmla="*/ 599123 w 1315403"/>
              <a:gd name="connsiteY29" fmla="*/ 1888808 h 5531168"/>
              <a:gd name="connsiteX30" fmla="*/ 431483 w 1315403"/>
              <a:gd name="connsiteY30" fmla="*/ 1667828 h 5531168"/>
              <a:gd name="connsiteX31" fmla="*/ 263843 w 1315403"/>
              <a:gd name="connsiteY31" fmla="*/ 1340168 h 5531168"/>
              <a:gd name="connsiteX32" fmla="*/ 164783 w 1315403"/>
              <a:gd name="connsiteY32" fmla="*/ 989648 h 5531168"/>
              <a:gd name="connsiteX33" fmla="*/ 141923 w 1315403"/>
              <a:gd name="connsiteY33" fmla="*/ 486728 h 5531168"/>
              <a:gd name="connsiteX34" fmla="*/ 144304 w 1315403"/>
              <a:gd name="connsiteY34" fmla="*/ 162878 h 5531168"/>
              <a:gd name="connsiteX35" fmla="*/ 0 w 1315403"/>
              <a:gd name="connsiteY35" fmla="*/ 0 h 5531168"/>
              <a:gd name="connsiteX0" fmla="*/ 0 w 1307783"/>
              <a:gd name="connsiteY0" fmla="*/ 0 h 5531168"/>
              <a:gd name="connsiteX1" fmla="*/ 20003 w 1307783"/>
              <a:gd name="connsiteY1" fmla="*/ 753428 h 5531168"/>
              <a:gd name="connsiteX2" fmla="*/ 35243 w 1307783"/>
              <a:gd name="connsiteY2" fmla="*/ 997268 h 5531168"/>
              <a:gd name="connsiteX3" fmla="*/ 111443 w 1307783"/>
              <a:gd name="connsiteY3" fmla="*/ 1309688 h 5531168"/>
              <a:gd name="connsiteX4" fmla="*/ 248603 w 1307783"/>
              <a:gd name="connsiteY4" fmla="*/ 1606868 h 5531168"/>
              <a:gd name="connsiteX5" fmla="*/ 446723 w 1307783"/>
              <a:gd name="connsiteY5" fmla="*/ 1865948 h 5531168"/>
              <a:gd name="connsiteX6" fmla="*/ 629603 w 1307783"/>
              <a:gd name="connsiteY6" fmla="*/ 2079308 h 5531168"/>
              <a:gd name="connsiteX7" fmla="*/ 751523 w 1307783"/>
              <a:gd name="connsiteY7" fmla="*/ 2361248 h 5531168"/>
              <a:gd name="connsiteX8" fmla="*/ 766763 w 1307783"/>
              <a:gd name="connsiteY8" fmla="*/ 2688908 h 5531168"/>
              <a:gd name="connsiteX9" fmla="*/ 690563 w 1307783"/>
              <a:gd name="connsiteY9" fmla="*/ 2978468 h 5531168"/>
              <a:gd name="connsiteX10" fmla="*/ 530543 w 1307783"/>
              <a:gd name="connsiteY10" fmla="*/ 3222308 h 5531168"/>
              <a:gd name="connsiteX11" fmla="*/ 340043 w 1307783"/>
              <a:gd name="connsiteY11" fmla="*/ 3435668 h 5531168"/>
              <a:gd name="connsiteX12" fmla="*/ 240983 w 1307783"/>
              <a:gd name="connsiteY12" fmla="*/ 3588068 h 5531168"/>
              <a:gd name="connsiteX13" fmla="*/ 111443 w 1307783"/>
              <a:gd name="connsiteY13" fmla="*/ 3854768 h 5531168"/>
              <a:gd name="connsiteX14" fmla="*/ 35243 w 1307783"/>
              <a:gd name="connsiteY14" fmla="*/ 4167188 h 5531168"/>
              <a:gd name="connsiteX15" fmla="*/ 20003 w 1307783"/>
              <a:gd name="connsiteY15" fmla="*/ 4426268 h 5531168"/>
              <a:gd name="connsiteX16" fmla="*/ 12383 w 1307783"/>
              <a:gd name="connsiteY16" fmla="*/ 5531168 h 5531168"/>
              <a:gd name="connsiteX17" fmla="*/ 1307783 w 1307783"/>
              <a:gd name="connsiteY17" fmla="*/ 5523548 h 5531168"/>
              <a:gd name="connsiteX18" fmla="*/ 141923 w 1307783"/>
              <a:gd name="connsiteY18" fmla="*/ 4898708 h 5531168"/>
              <a:gd name="connsiteX19" fmla="*/ 141923 w 1307783"/>
              <a:gd name="connsiteY19" fmla="*/ 4395788 h 5531168"/>
              <a:gd name="connsiteX20" fmla="*/ 172403 w 1307783"/>
              <a:gd name="connsiteY20" fmla="*/ 4151948 h 5531168"/>
              <a:gd name="connsiteX21" fmla="*/ 248603 w 1307783"/>
              <a:gd name="connsiteY21" fmla="*/ 3862388 h 5531168"/>
              <a:gd name="connsiteX22" fmla="*/ 370523 w 1307783"/>
              <a:gd name="connsiteY22" fmla="*/ 3603308 h 5531168"/>
              <a:gd name="connsiteX23" fmla="*/ 576263 w 1307783"/>
              <a:gd name="connsiteY23" fmla="*/ 3306128 h 5531168"/>
              <a:gd name="connsiteX24" fmla="*/ 736283 w 1307783"/>
              <a:gd name="connsiteY24" fmla="*/ 3069908 h 5531168"/>
              <a:gd name="connsiteX25" fmla="*/ 835343 w 1307783"/>
              <a:gd name="connsiteY25" fmla="*/ 2803208 h 5531168"/>
              <a:gd name="connsiteX26" fmla="*/ 850583 w 1307783"/>
              <a:gd name="connsiteY26" fmla="*/ 2498408 h 5531168"/>
              <a:gd name="connsiteX27" fmla="*/ 782003 w 1307783"/>
              <a:gd name="connsiteY27" fmla="*/ 2201228 h 5531168"/>
              <a:gd name="connsiteX28" fmla="*/ 599123 w 1307783"/>
              <a:gd name="connsiteY28" fmla="*/ 1888808 h 5531168"/>
              <a:gd name="connsiteX29" fmla="*/ 431483 w 1307783"/>
              <a:gd name="connsiteY29" fmla="*/ 1667828 h 5531168"/>
              <a:gd name="connsiteX30" fmla="*/ 263843 w 1307783"/>
              <a:gd name="connsiteY30" fmla="*/ 1340168 h 5531168"/>
              <a:gd name="connsiteX31" fmla="*/ 164783 w 1307783"/>
              <a:gd name="connsiteY31" fmla="*/ 989648 h 5531168"/>
              <a:gd name="connsiteX32" fmla="*/ 141923 w 1307783"/>
              <a:gd name="connsiteY32" fmla="*/ 486728 h 5531168"/>
              <a:gd name="connsiteX33" fmla="*/ 144304 w 1307783"/>
              <a:gd name="connsiteY33" fmla="*/ 162878 h 5531168"/>
              <a:gd name="connsiteX34" fmla="*/ 0 w 1307783"/>
              <a:gd name="connsiteY34"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20003 w 850583"/>
              <a:gd name="connsiteY15" fmla="*/ 4426268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531168"/>
              <a:gd name="connsiteX1" fmla="*/ 20003 w 850583"/>
              <a:gd name="connsiteY1" fmla="*/ 753428 h 5531168"/>
              <a:gd name="connsiteX2" fmla="*/ 35243 w 850583"/>
              <a:gd name="connsiteY2" fmla="*/ 997268 h 5531168"/>
              <a:gd name="connsiteX3" fmla="*/ 111443 w 850583"/>
              <a:gd name="connsiteY3" fmla="*/ 1309688 h 5531168"/>
              <a:gd name="connsiteX4" fmla="*/ 248603 w 850583"/>
              <a:gd name="connsiteY4" fmla="*/ 1606868 h 5531168"/>
              <a:gd name="connsiteX5" fmla="*/ 446723 w 850583"/>
              <a:gd name="connsiteY5" fmla="*/ 1865948 h 5531168"/>
              <a:gd name="connsiteX6" fmla="*/ 629603 w 850583"/>
              <a:gd name="connsiteY6" fmla="*/ 2079308 h 5531168"/>
              <a:gd name="connsiteX7" fmla="*/ 751523 w 850583"/>
              <a:gd name="connsiteY7" fmla="*/ 2361248 h 5531168"/>
              <a:gd name="connsiteX8" fmla="*/ 766763 w 850583"/>
              <a:gd name="connsiteY8" fmla="*/ 2688908 h 5531168"/>
              <a:gd name="connsiteX9" fmla="*/ 690563 w 850583"/>
              <a:gd name="connsiteY9" fmla="*/ 2978468 h 5531168"/>
              <a:gd name="connsiteX10" fmla="*/ 530543 w 850583"/>
              <a:gd name="connsiteY10" fmla="*/ 3222308 h 5531168"/>
              <a:gd name="connsiteX11" fmla="*/ 340043 w 850583"/>
              <a:gd name="connsiteY11" fmla="*/ 3435668 h 5531168"/>
              <a:gd name="connsiteX12" fmla="*/ 240983 w 850583"/>
              <a:gd name="connsiteY12" fmla="*/ 3588068 h 5531168"/>
              <a:gd name="connsiteX13" fmla="*/ 111443 w 850583"/>
              <a:gd name="connsiteY13" fmla="*/ 3854768 h 5531168"/>
              <a:gd name="connsiteX14" fmla="*/ 35243 w 850583"/>
              <a:gd name="connsiteY14" fmla="*/ 4167188 h 5531168"/>
              <a:gd name="connsiteX15" fmla="*/ 5716 w 850583"/>
              <a:gd name="connsiteY15" fmla="*/ 4385787 h 5531168"/>
              <a:gd name="connsiteX16" fmla="*/ 12383 w 850583"/>
              <a:gd name="connsiteY16" fmla="*/ 5531168 h 5531168"/>
              <a:gd name="connsiteX17" fmla="*/ 141923 w 850583"/>
              <a:gd name="connsiteY17" fmla="*/ 4898708 h 5531168"/>
              <a:gd name="connsiteX18" fmla="*/ 141923 w 850583"/>
              <a:gd name="connsiteY18" fmla="*/ 4395788 h 5531168"/>
              <a:gd name="connsiteX19" fmla="*/ 172403 w 850583"/>
              <a:gd name="connsiteY19" fmla="*/ 4151948 h 5531168"/>
              <a:gd name="connsiteX20" fmla="*/ 248603 w 850583"/>
              <a:gd name="connsiteY20" fmla="*/ 3862388 h 5531168"/>
              <a:gd name="connsiteX21" fmla="*/ 370523 w 850583"/>
              <a:gd name="connsiteY21" fmla="*/ 3603308 h 5531168"/>
              <a:gd name="connsiteX22" fmla="*/ 576263 w 850583"/>
              <a:gd name="connsiteY22" fmla="*/ 3306128 h 5531168"/>
              <a:gd name="connsiteX23" fmla="*/ 736283 w 850583"/>
              <a:gd name="connsiteY23" fmla="*/ 3069908 h 5531168"/>
              <a:gd name="connsiteX24" fmla="*/ 835343 w 850583"/>
              <a:gd name="connsiteY24" fmla="*/ 2803208 h 5531168"/>
              <a:gd name="connsiteX25" fmla="*/ 850583 w 850583"/>
              <a:gd name="connsiteY25" fmla="*/ 2498408 h 5531168"/>
              <a:gd name="connsiteX26" fmla="*/ 782003 w 850583"/>
              <a:gd name="connsiteY26" fmla="*/ 2201228 h 5531168"/>
              <a:gd name="connsiteX27" fmla="*/ 599123 w 850583"/>
              <a:gd name="connsiteY27" fmla="*/ 1888808 h 5531168"/>
              <a:gd name="connsiteX28" fmla="*/ 431483 w 850583"/>
              <a:gd name="connsiteY28" fmla="*/ 1667828 h 5531168"/>
              <a:gd name="connsiteX29" fmla="*/ 263843 w 850583"/>
              <a:gd name="connsiteY29" fmla="*/ 1340168 h 5531168"/>
              <a:gd name="connsiteX30" fmla="*/ 164783 w 850583"/>
              <a:gd name="connsiteY30" fmla="*/ 989648 h 5531168"/>
              <a:gd name="connsiteX31" fmla="*/ 141923 w 850583"/>
              <a:gd name="connsiteY31" fmla="*/ 486728 h 5531168"/>
              <a:gd name="connsiteX32" fmla="*/ 144304 w 850583"/>
              <a:gd name="connsiteY32" fmla="*/ 162878 h 5531168"/>
              <a:gd name="connsiteX33" fmla="*/ 0 w 850583"/>
              <a:gd name="connsiteY33" fmla="*/ 0 h 5531168"/>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33814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1923 w 850583"/>
              <a:gd name="connsiteY17" fmla="*/ 489870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 name="connsiteX0" fmla="*/ 0 w 850583"/>
              <a:gd name="connsiteY0" fmla="*/ 0 h 5138262"/>
              <a:gd name="connsiteX1" fmla="*/ 20003 w 850583"/>
              <a:gd name="connsiteY1" fmla="*/ 753428 h 5138262"/>
              <a:gd name="connsiteX2" fmla="*/ 35243 w 850583"/>
              <a:gd name="connsiteY2" fmla="*/ 997268 h 5138262"/>
              <a:gd name="connsiteX3" fmla="*/ 111443 w 850583"/>
              <a:gd name="connsiteY3" fmla="*/ 1309688 h 5138262"/>
              <a:gd name="connsiteX4" fmla="*/ 248603 w 850583"/>
              <a:gd name="connsiteY4" fmla="*/ 1606868 h 5138262"/>
              <a:gd name="connsiteX5" fmla="*/ 446723 w 850583"/>
              <a:gd name="connsiteY5" fmla="*/ 1865948 h 5138262"/>
              <a:gd name="connsiteX6" fmla="*/ 629603 w 850583"/>
              <a:gd name="connsiteY6" fmla="*/ 2079308 h 5138262"/>
              <a:gd name="connsiteX7" fmla="*/ 751523 w 850583"/>
              <a:gd name="connsiteY7" fmla="*/ 2361248 h 5138262"/>
              <a:gd name="connsiteX8" fmla="*/ 766763 w 850583"/>
              <a:gd name="connsiteY8" fmla="*/ 2688908 h 5138262"/>
              <a:gd name="connsiteX9" fmla="*/ 690563 w 850583"/>
              <a:gd name="connsiteY9" fmla="*/ 2978468 h 5138262"/>
              <a:gd name="connsiteX10" fmla="*/ 530543 w 850583"/>
              <a:gd name="connsiteY10" fmla="*/ 3222308 h 5138262"/>
              <a:gd name="connsiteX11" fmla="*/ 340043 w 850583"/>
              <a:gd name="connsiteY11" fmla="*/ 3435668 h 5138262"/>
              <a:gd name="connsiteX12" fmla="*/ 240983 w 850583"/>
              <a:gd name="connsiteY12" fmla="*/ 3588068 h 5138262"/>
              <a:gd name="connsiteX13" fmla="*/ 111443 w 850583"/>
              <a:gd name="connsiteY13" fmla="*/ 3854768 h 5138262"/>
              <a:gd name="connsiteX14" fmla="*/ 35243 w 850583"/>
              <a:gd name="connsiteY14" fmla="*/ 4167188 h 5138262"/>
              <a:gd name="connsiteX15" fmla="*/ 5716 w 850583"/>
              <a:gd name="connsiteY15" fmla="*/ 4385787 h 5138262"/>
              <a:gd name="connsiteX16" fmla="*/ 7620 w 850583"/>
              <a:gd name="connsiteY16" fmla="*/ 5138262 h 5138262"/>
              <a:gd name="connsiteX17" fmla="*/ 146686 w 850583"/>
              <a:gd name="connsiteY17" fmla="*/ 4993958 h 5138262"/>
              <a:gd name="connsiteX18" fmla="*/ 141923 w 850583"/>
              <a:gd name="connsiteY18" fmla="*/ 4395788 h 5138262"/>
              <a:gd name="connsiteX19" fmla="*/ 172403 w 850583"/>
              <a:gd name="connsiteY19" fmla="*/ 4151948 h 5138262"/>
              <a:gd name="connsiteX20" fmla="*/ 248603 w 850583"/>
              <a:gd name="connsiteY20" fmla="*/ 3862388 h 5138262"/>
              <a:gd name="connsiteX21" fmla="*/ 370523 w 850583"/>
              <a:gd name="connsiteY21" fmla="*/ 3603308 h 5138262"/>
              <a:gd name="connsiteX22" fmla="*/ 576263 w 850583"/>
              <a:gd name="connsiteY22" fmla="*/ 3306128 h 5138262"/>
              <a:gd name="connsiteX23" fmla="*/ 736283 w 850583"/>
              <a:gd name="connsiteY23" fmla="*/ 3069908 h 5138262"/>
              <a:gd name="connsiteX24" fmla="*/ 835343 w 850583"/>
              <a:gd name="connsiteY24" fmla="*/ 2803208 h 5138262"/>
              <a:gd name="connsiteX25" fmla="*/ 850583 w 850583"/>
              <a:gd name="connsiteY25" fmla="*/ 2498408 h 5138262"/>
              <a:gd name="connsiteX26" fmla="*/ 782003 w 850583"/>
              <a:gd name="connsiteY26" fmla="*/ 2201228 h 5138262"/>
              <a:gd name="connsiteX27" fmla="*/ 599123 w 850583"/>
              <a:gd name="connsiteY27" fmla="*/ 1888808 h 5138262"/>
              <a:gd name="connsiteX28" fmla="*/ 431483 w 850583"/>
              <a:gd name="connsiteY28" fmla="*/ 1667828 h 5138262"/>
              <a:gd name="connsiteX29" fmla="*/ 263843 w 850583"/>
              <a:gd name="connsiteY29" fmla="*/ 1340168 h 5138262"/>
              <a:gd name="connsiteX30" fmla="*/ 164783 w 850583"/>
              <a:gd name="connsiteY30" fmla="*/ 989648 h 5138262"/>
              <a:gd name="connsiteX31" fmla="*/ 141923 w 850583"/>
              <a:gd name="connsiteY31" fmla="*/ 486728 h 5138262"/>
              <a:gd name="connsiteX32" fmla="*/ 144304 w 850583"/>
              <a:gd name="connsiteY32" fmla="*/ 162878 h 5138262"/>
              <a:gd name="connsiteX33" fmla="*/ 0 w 850583"/>
              <a:gd name="connsiteY33" fmla="*/ 0 h 513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50583" h="5138262">
                <a:moveTo>
                  <a:pt x="0" y="0"/>
                </a:moveTo>
                <a:lnTo>
                  <a:pt x="20003" y="753428"/>
                </a:lnTo>
                <a:lnTo>
                  <a:pt x="35243" y="997268"/>
                </a:lnTo>
                <a:lnTo>
                  <a:pt x="111443" y="1309688"/>
                </a:lnTo>
                <a:lnTo>
                  <a:pt x="248603" y="1606868"/>
                </a:lnTo>
                <a:lnTo>
                  <a:pt x="446723" y="1865948"/>
                </a:lnTo>
                <a:lnTo>
                  <a:pt x="629603" y="2079308"/>
                </a:lnTo>
                <a:lnTo>
                  <a:pt x="751523" y="2361248"/>
                </a:lnTo>
                <a:lnTo>
                  <a:pt x="766763" y="2688908"/>
                </a:lnTo>
                <a:lnTo>
                  <a:pt x="690563" y="2978468"/>
                </a:lnTo>
                <a:lnTo>
                  <a:pt x="530543" y="3222308"/>
                </a:lnTo>
                <a:lnTo>
                  <a:pt x="340043" y="3435668"/>
                </a:lnTo>
                <a:lnTo>
                  <a:pt x="240983" y="3588068"/>
                </a:lnTo>
                <a:lnTo>
                  <a:pt x="111443" y="3854768"/>
                </a:lnTo>
                <a:lnTo>
                  <a:pt x="35243" y="4167188"/>
                </a:lnTo>
                <a:lnTo>
                  <a:pt x="5716" y="4385787"/>
                </a:lnTo>
                <a:cubicBezTo>
                  <a:pt x="7938" y="4767581"/>
                  <a:pt x="5398" y="4756468"/>
                  <a:pt x="7620" y="5138262"/>
                </a:cubicBezTo>
                <a:lnTo>
                  <a:pt x="146686" y="4993958"/>
                </a:lnTo>
                <a:cubicBezTo>
                  <a:pt x="145098" y="4794568"/>
                  <a:pt x="143511" y="4595178"/>
                  <a:pt x="141923" y="4395788"/>
                </a:cubicBezTo>
                <a:lnTo>
                  <a:pt x="172403" y="4151948"/>
                </a:lnTo>
                <a:lnTo>
                  <a:pt x="248603" y="3862388"/>
                </a:lnTo>
                <a:lnTo>
                  <a:pt x="370523" y="3603308"/>
                </a:lnTo>
                <a:lnTo>
                  <a:pt x="576263" y="3306128"/>
                </a:lnTo>
                <a:lnTo>
                  <a:pt x="736283" y="3069908"/>
                </a:lnTo>
                <a:lnTo>
                  <a:pt x="835343" y="2803208"/>
                </a:lnTo>
                <a:lnTo>
                  <a:pt x="850583" y="2498408"/>
                </a:lnTo>
                <a:lnTo>
                  <a:pt x="782003" y="2201228"/>
                </a:lnTo>
                <a:lnTo>
                  <a:pt x="599123" y="1888808"/>
                </a:lnTo>
                <a:lnTo>
                  <a:pt x="431483" y="1667828"/>
                </a:lnTo>
                <a:lnTo>
                  <a:pt x="263843" y="1340168"/>
                </a:lnTo>
                <a:lnTo>
                  <a:pt x="164783" y="989648"/>
                </a:lnTo>
                <a:lnTo>
                  <a:pt x="141923" y="486728"/>
                </a:lnTo>
                <a:cubicBezTo>
                  <a:pt x="142717" y="378778"/>
                  <a:pt x="143510" y="270828"/>
                  <a:pt x="144304" y="162878"/>
                </a:cubicBezTo>
                <a:lnTo>
                  <a:pt x="0" y="0"/>
                </a:lnTo>
                <a:close/>
              </a:path>
            </a:pathLst>
          </a:custGeom>
          <a:gradFill>
            <a:gsLst>
              <a:gs pos="0">
                <a:srgbClr val="FF0000"/>
              </a:gs>
              <a:gs pos="74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Free-form: Shape 139">
            <a:extLst>
              <a:ext uri="{FF2B5EF4-FFF2-40B4-BE49-F238E27FC236}">
                <a16:creationId xmlns:a16="http://schemas.microsoft.com/office/drawing/2014/main" id="{247AFF63-6F9D-4A46-865C-CF91B504AE74}"/>
              </a:ext>
            </a:extLst>
          </p:cNvPr>
          <p:cNvSpPr/>
          <p:nvPr/>
        </p:nvSpPr>
        <p:spPr>
          <a:xfrm rot="5400000">
            <a:off x="5281573" y="2921187"/>
            <a:ext cx="2524963" cy="1043363"/>
          </a:xfrm>
          <a:custGeom>
            <a:avLst/>
            <a:gdLst>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8270 w 2524963"/>
              <a:gd name="connsiteY30" fmla="*/ 609249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609249 h 1043363"/>
              <a:gd name="connsiteX34" fmla="*/ 838 w 2524963"/>
              <a:gd name="connsiteY34" fmla="*/ 567 h 1043363"/>
              <a:gd name="connsiteX35" fmla="*/ 49400 w 2524963"/>
              <a:gd name="connsiteY35" fmla="*/ 567 h 1043363"/>
              <a:gd name="connsiteX36" fmla="*/ 49400 w 2524963"/>
              <a:gd name="connsiteY36" fmla="*/ 0 h 1043363"/>
              <a:gd name="connsiteX37" fmla="*/ 2121427 w 2524963"/>
              <a:gd name="connsiteY37" fmla="*/ 0 h 1043363"/>
              <a:gd name="connsiteX38" fmla="*/ 2121427 w 2524963"/>
              <a:gd name="connsiteY38" fmla="*/ 243 h 1043363"/>
              <a:gd name="connsiteX39" fmla="*/ 2164047 w 2524963"/>
              <a:gd name="connsiteY39" fmla="*/ 243 h 1043363"/>
              <a:gd name="connsiteX40" fmla="*/ 2164047 w 2524963"/>
              <a:gd name="connsiteY40" fmla="*/ 621210 h 1043363"/>
              <a:gd name="connsiteX41" fmla="*/ 2163005 w 2524963"/>
              <a:gd name="connsiteY41" fmla="*/ 621210 h 1043363"/>
              <a:gd name="connsiteX42" fmla="*/ 2163799 w 2524963"/>
              <a:gd name="connsiteY42" fmla="*/ 940850 h 1043363"/>
              <a:gd name="connsiteX43" fmla="*/ 2524963 w 2524963"/>
              <a:gd name="connsiteY43" fmla="*/ 940850 h 1043363"/>
              <a:gd name="connsiteX44" fmla="*/ 2524963 w 2524963"/>
              <a:gd name="connsiteY44" fmla="*/ 991142 h 1043363"/>
              <a:gd name="connsiteX45" fmla="*/ 2163924 w 2524963"/>
              <a:gd name="connsiteY45" fmla="*/ 991142 h 1043363"/>
              <a:gd name="connsiteX46" fmla="*/ 2164047 w 2524963"/>
              <a:gd name="connsiteY46" fmla="*/ 1040677 h 1043363"/>
              <a:gd name="connsiteX47" fmla="*/ 2101761 w 2524963"/>
              <a:gd name="connsiteY47" fmla="*/ 1041275 h 1043363"/>
              <a:gd name="connsiteX48" fmla="*/ 2051037 w 2524963"/>
              <a:gd name="connsiteY48" fmla="*/ 1041275 h 1043363"/>
              <a:gd name="connsiteX49" fmla="*/ 1973461 w 2524963"/>
              <a:gd name="connsiteY49" fmla="*/ 1026356 h 1043363"/>
              <a:gd name="connsiteX50" fmla="*/ 1886932 w 2524963"/>
              <a:gd name="connsiteY50" fmla="*/ 978616 h 1043363"/>
              <a:gd name="connsiteX51" fmla="*/ 1827256 w 2524963"/>
              <a:gd name="connsiteY51" fmla="*/ 907005 h 1043363"/>
              <a:gd name="connsiteX52" fmla="*/ 1791451 w 2524963"/>
              <a:gd name="connsiteY52" fmla="*/ 808541 h 1043363"/>
              <a:gd name="connsiteX53" fmla="*/ 1752662 w 2524963"/>
              <a:gd name="connsiteY53" fmla="*/ 722012 h 1043363"/>
              <a:gd name="connsiteX54" fmla="*/ 1687020 w 2524963"/>
              <a:gd name="connsiteY54" fmla="*/ 620564 h 1043363"/>
              <a:gd name="connsiteX55" fmla="*/ 1627344 w 2524963"/>
              <a:gd name="connsiteY55" fmla="*/ 548954 h 1043363"/>
              <a:gd name="connsiteX56" fmla="*/ 1522913 w 2524963"/>
              <a:gd name="connsiteY56" fmla="*/ 462425 h 1043363"/>
              <a:gd name="connsiteX57" fmla="*/ 1427432 w 2524963"/>
              <a:gd name="connsiteY57" fmla="*/ 402749 h 1043363"/>
              <a:gd name="connsiteX58" fmla="*/ 1293163 w 2524963"/>
              <a:gd name="connsiteY58" fmla="*/ 349042 h 1043363"/>
              <a:gd name="connsiteX59" fmla="*/ 1090267 w 2524963"/>
              <a:gd name="connsiteY59" fmla="*/ 319204 h 1043363"/>
              <a:gd name="connsiteX60" fmla="*/ 908258 w 2524963"/>
              <a:gd name="connsiteY60" fmla="*/ 340090 h 1043363"/>
              <a:gd name="connsiteX61" fmla="*/ 714313 w 2524963"/>
              <a:gd name="connsiteY61" fmla="*/ 411701 h 1043363"/>
              <a:gd name="connsiteX62" fmla="*/ 591979 w 2524963"/>
              <a:gd name="connsiteY62" fmla="*/ 498230 h 1043363"/>
              <a:gd name="connsiteX63" fmla="*/ 490531 w 2524963"/>
              <a:gd name="connsiteY63" fmla="*/ 599678 h 1043363"/>
              <a:gd name="connsiteX64" fmla="*/ 415937 w 2524963"/>
              <a:gd name="connsiteY64" fmla="*/ 710077 h 1043363"/>
              <a:gd name="connsiteX65" fmla="*/ 359246 w 2524963"/>
              <a:gd name="connsiteY65" fmla="*/ 838379 h 1043363"/>
              <a:gd name="connsiteX66" fmla="*/ 305538 w 2524963"/>
              <a:gd name="connsiteY66" fmla="*/ 948778 h 1043363"/>
              <a:gd name="connsiteX67" fmla="*/ 192155 w 2524963"/>
              <a:gd name="connsiteY67" fmla="*/ 1026356 h 1043363"/>
              <a:gd name="connsiteX68" fmla="*/ 0 w 2524963"/>
              <a:gd name="connsiteY68" fmla="*/ 1043363 h 1043363"/>
              <a:gd name="connsiteX0" fmla="*/ 75789 w 2524963"/>
              <a:gd name="connsiteY0" fmla="*/ 730366 h 1043363"/>
              <a:gd name="connsiteX1" fmla="*/ 101151 w 2524963"/>
              <a:gd name="connsiteY1" fmla="*/ 887611 h 1043363"/>
              <a:gd name="connsiteX2" fmla="*/ 180220 w 2524963"/>
              <a:gd name="connsiteY2" fmla="*/ 859265 h 1043363"/>
              <a:gd name="connsiteX3" fmla="*/ 216025 w 2524963"/>
              <a:gd name="connsiteY3" fmla="*/ 790639 h 1043363"/>
              <a:gd name="connsiteX4" fmla="*/ 272717 w 2524963"/>
              <a:gd name="connsiteY4" fmla="*/ 656369 h 1043363"/>
              <a:gd name="connsiteX5" fmla="*/ 338360 w 2524963"/>
              <a:gd name="connsiteY5" fmla="*/ 548954 h 1043363"/>
              <a:gd name="connsiteX6" fmla="*/ 484564 w 2524963"/>
              <a:gd name="connsiteY6" fmla="*/ 387831 h 1043363"/>
              <a:gd name="connsiteX7" fmla="*/ 594963 w 2524963"/>
              <a:gd name="connsiteY7" fmla="*/ 307269 h 1043363"/>
              <a:gd name="connsiteX8" fmla="*/ 714313 w 2524963"/>
              <a:gd name="connsiteY8" fmla="*/ 244610 h 1043363"/>
              <a:gd name="connsiteX9" fmla="*/ 845599 w 2524963"/>
              <a:gd name="connsiteY9" fmla="*/ 199854 h 1043363"/>
              <a:gd name="connsiteX10" fmla="*/ 926161 w 2524963"/>
              <a:gd name="connsiteY10" fmla="*/ 181951 h 1043363"/>
              <a:gd name="connsiteX11" fmla="*/ 997771 w 2524963"/>
              <a:gd name="connsiteY11" fmla="*/ 170016 h 1043363"/>
              <a:gd name="connsiteX12" fmla="*/ 1096235 w 2524963"/>
              <a:gd name="connsiteY12" fmla="*/ 167032 h 1043363"/>
              <a:gd name="connsiteX13" fmla="*/ 1200667 w 2524963"/>
              <a:gd name="connsiteY13" fmla="*/ 175984 h 1043363"/>
              <a:gd name="connsiteX14" fmla="*/ 1325984 w 2524963"/>
              <a:gd name="connsiteY14" fmla="*/ 199854 h 1043363"/>
              <a:gd name="connsiteX15" fmla="*/ 1457270 w 2524963"/>
              <a:gd name="connsiteY15" fmla="*/ 247594 h 1043363"/>
              <a:gd name="connsiteX16" fmla="*/ 1573637 w 2524963"/>
              <a:gd name="connsiteY16" fmla="*/ 313237 h 1043363"/>
              <a:gd name="connsiteX17" fmla="*/ 1660166 w 2524963"/>
              <a:gd name="connsiteY17" fmla="*/ 375896 h 1043363"/>
              <a:gd name="connsiteX18" fmla="*/ 1740727 w 2524963"/>
              <a:gd name="connsiteY18" fmla="*/ 447506 h 1043363"/>
              <a:gd name="connsiteX19" fmla="*/ 1809354 w 2524963"/>
              <a:gd name="connsiteY19" fmla="*/ 528067 h 1043363"/>
              <a:gd name="connsiteX20" fmla="*/ 1872013 w 2524963"/>
              <a:gd name="connsiteY20" fmla="*/ 626532 h 1043363"/>
              <a:gd name="connsiteX21" fmla="*/ 1931688 w 2524963"/>
              <a:gd name="connsiteY21" fmla="*/ 748866 h 1043363"/>
              <a:gd name="connsiteX22" fmla="*/ 1973461 w 2524963"/>
              <a:gd name="connsiteY22" fmla="*/ 850314 h 1043363"/>
              <a:gd name="connsiteX23" fmla="*/ 2054394 w 2524963"/>
              <a:gd name="connsiteY23" fmla="*/ 885746 h 1043363"/>
              <a:gd name="connsiteX24" fmla="*/ 2089826 w 2524963"/>
              <a:gd name="connsiteY24" fmla="*/ 740287 h 1043363"/>
              <a:gd name="connsiteX25" fmla="*/ 2087430 w 2524963"/>
              <a:gd name="connsiteY25" fmla="*/ 621210 h 1043363"/>
              <a:gd name="connsiteX26" fmla="*/ 2086813 w 2524963"/>
              <a:gd name="connsiteY26" fmla="*/ 621210 h 1043363"/>
              <a:gd name="connsiteX27" fmla="*/ 2086813 w 2524963"/>
              <a:gd name="connsiteY27" fmla="*/ 77234 h 1043363"/>
              <a:gd name="connsiteX28" fmla="*/ 79419 w 2524963"/>
              <a:gd name="connsiteY28" fmla="*/ 77234 h 1043363"/>
              <a:gd name="connsiteX29" fmla="*/ 79419 w 2524963"/>
              <a:gd name="connsiteY29" fmla="*/ 609249 h 1043363"/>
              <a:gd name="connsiteX30" fmla="*/ 75789 w 2524963"/>
              <a:gd name="connsiteY30" fmla="*/ 730366 h 1043363"/>
              <a:gd name="connsiteX31" fmla="*/ 0 w 2524963"/>
              <a:gd name="connsiteY31" fmla="*/ 1043363 h 1043363"/>
              <a:gd name="connsiteX32" fmla="*/ 1126 w 2524963"/>
              <a:gd name="connsiteY32" fmla="*/ 609249 h 1043363"/>
              <a:gd name="connsiteX33" fmla="*/ 838 w 2524963"/>
              <a:gd name="connsiteY33" fmla="*/ 567 h 1043363"/>
              <a:gd name="connsiteX34" fmla="*/ 49400 w 2524963"/>
              <a:gd name="connsiteY34" fmla="*/ 567 h 1043363"/>
              <a:gd name="connsiteX35" fmla="*/ 49400 w 2524963"/>
              <a:gd name="connsiteY35" fmla="*/ 0 h 1043363"/>
              <a:gd name="connsiteX36" fmla="*/ 2121427 w 2524963"/>
              <a:gd name="connsiteY36" fmla="*/ 0 h 1043363"/>
              <a:gd name="connsiteX37" fmla="*/ 2121427 w 2524963"/>
              <a:gd name="connsiteY37" fmla="*/ 243 h 1043363"/>
              <a:gd name="connsiteX38" fmla="*/ 2164047 w 2524963"/>
              <a:gd name="connsiteY38" fmla="*/ 243 h 1043363"/>
              <a:gd name="connsiteX39" fmla="*/ 2164047 w 2524963"/>
              <a:gd name="connsiteY39" fmla="*/ 621210 h 1043363"/>
              <a:gd name="connsiteX40" fmla="*/ 2163005 w 2524963"/>
              <a:gd name="connsiteY40" fmla="*/ 621210 h 1043363"/>
              <a:gd name="connsiteX41" fmla="*/ 2163799 w 2524963"/>
              <a:gd name="connsiteY41" fmla="*/ 940850 h 1043363"/>
              <a:gd name="connsiteX42" fmla="*/ 2524963 w 2524963"/>
              <a:gd name="connsiteY42" fmla="*/ 940850 h 1043363"/>
              <a:gd name="connsiteX43" fmla="*/ 2524963 w 2524963"/>
              <a:gd name="connsiteY43" fmla="*/ 991142 h 1043363"/>
              <a:gd name="connsiteX44" fmla="*/ 2163924 w 2524963"/>
              <a:gd name="connsiteY44" fmla="*/ 991142 h 1043363"/>
              <a:gd name="connsiteX45" fmla="*/ 2164047 w 2524963"/>
              <a:gd name="connsiteY45" fmla="*/ 1040677 h 1043363"/>
              <a:gd name="connsiteX46" fmla="*/ 2101761 w 2524963"/>
              <a:gd name="connsiteY46" fmla="*/ 1041275 h 1043363"/>
              <a:gd name="connsiteX47" fmla="*/ 2051037 w 2524963"/>
              <a:gd name="connsiteY47" fmla="*/ 1041275 h 1043363"/>
              <a:gd name="connsiteX48" fmla="*/ 1973461 w 2524963"/>
              <a:gd name="connsiteY48" fmla="*/ 1026356 h 1043363"/>
              <a:gd name="connsiteX49" fmla="*/ 1886932 w 2524963"/>
              <a:gd name="connsiteY49" fmla="*/ 978616 h 1043363"/>
              <a:gd name="connsiteX50" fmla="*/ 1827256 w 2524963"/>
              <a:gd name="connsiteY50" fmla="*/ 907005 h 1043363"/>
              <a:gd name="connsiteX51" fmla="*/ 1791451 w 2524963"/>
              <a:gd name="connsiteY51" fmla="*/ 808541 h 1043363"/>
              <a:gd name="connsiteX52" fmla="*/ 1752662 w 2524963"/>
              <a:gd name="connsiteY52" fmla="*/ 722012 h 1043363"/>
              <a:gd name="connsiteX53" fmla="*/ 1687020 w 2524963"/>
              <a:gd name="connsiteY53" fmla="*/ 620564 h 1043363"/>
              <a:gd name="connsiteX54" fmla="*/ 1627344 w 2524963"/>
              <a:gd name="connsiteY54" fmla="*/ 548954 h 1043363"/>
              <a:gd name="connsiteX55" fmla="*/ 1522913 w 2524963"/>
              <a:gd name="connsiteY55" fmla="*/ 462425 h 1043363"/>
              <a:gd name="connsiteX56" fmla="*/ 1427432 w 2524963"/>
              <a:gd name="connsiteY56" fmla="*/ 402749 h 1043363"/>
              <a:gd name="connsiteX57" fmla="*/ 1293163 w 2524963"/>
              <a:gd name="connsiteY57" fmla="*/ 349042 h 1043363"/>
              <a:gd name="connsiteX58" fmla="*/ 1090267 w 2524963"/>
              <a:gd name="connsiteY58" fmla="*/ 319204 h 1043363"/>
              <a:gd name="connsiteX59" fmla="*/ 908258 w 2524963"/>
              <a:gd name="connsiteY59" fmla="*/ 340090 h 1043363"/>
              <a:gd name="connsiteX60" fmla="*/ 714313 w 2524963"/>
              <a:gd name="connsiteY60" fmla="*/ 411701 h 1043363"/>
              <a:gd name="connsiteX61" fmla="*/ 591979 w 2524963"/>
              <a:gd name="connsiteY61" fmla="*/ 498230 h 1043363"/>
              <a:gd name="connsiteX62" fmla="*/ 490531 w 2524963"/>
              <a:gd name="connsiteY62" fmla="*/ 599678 h 1043363"/>
              <a:gd name="connsiteX63" fmla="*/ 415937 w 2524963"/>
              <a:gd name="connsiteY63" fmla="*/ 710077 h 1043363"/>
              <a:gd name="connsiteX64" fmla="*/ 359246 w 2524963"/>
              <a:gd name="connsiteY64" fmla="*/ 838379 h 1043363"/>
              <a:gd name="connsiteX65" fmla="*/ 305538 w 2524963"/>
              <a:gd name="connsiteY65" fmla="*/ 948778 h 1043363"/>
              <a:gd name="connsiteX66" fmla="*/ 192155 w 2524963"/>
              <a:gd name="connsiteY66" fmla="*/ 1026356 h 1043363"/>
              <a:gd name="connsiteX67" fmla="*/ 0 w 2524963"/>
              <a:gd name="connsiteY67" fmla="*/ 1043363 h 104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524963" h="1043363">
                <a:moveTo>
                  <a:pt x="75789" y="730366"/>
                </a:moveTo>
                <a:lnTo>
                  <a:pt x="101151" y="887611"/>
                </a:lnTo>
                <a:lnTo>
                  <a:pt x="180220" y="859265"/>
                </a:lnTo>
                <a:lnTo>
                  <a:pt x="216025" y="790639"/>
                </a:lnTo>
                <a:lnTo>
                  <a:pt x="272717" y="656369"/>
                </a:lnTo>
                <a:lnTo>
                  <a:pt x="338360" y="548954"/>
                </a:lnTo>
                <a:lnTo>
                  <a:pt x="484564" y="387831"/>
                </a:lnTo>
                <a:lnTo>
                  <a:pt x="594963" y="307269"/>
                </a:lnTo>
                <a:lnTo>
                  <a:pt x="714313" y="244610"/>
                </a:lnTo>
                <a:lnTo>
                  <a:pt x="845599" y="199854"/>
                </a:lnTo>
                <a:lnTo>
                  <a:pt x="926161" y="181951"/>
                </a:lnTo>
                <a:lnTo>
                  <a:pt x="997771" y="170016"/>
                </a:lnTo>
                <a:lnTo>
                  <a:pt x="1096235" y="167032"/>
                </a:lnTo>
                <a:lnTo>
                  <a:pt x="1200667" y="175984"/>
                </a:lnTo>
                <a:lnTo>
                  <a:pt x="1325984" y="199854"/>
                </a:lnTo>
                <a:lnTo>
                  <a:pt x="1457270" y="247594"/>
                </a:lnTo>
                <a:lnTo>
                  <a:pt x="1573637" y="313237"/>
                </a:lnTo>
                <a:lnTo>
                  <a:pt x="1660166" y="375896"/>
                </a:lnTo>
                <a:lnTo>
                  <a:pt x="1740727" y="447506"/>
                </a:lnTo>
                <a:lnTo>
                  <a:pt x="1809354" y="528067"/>
                </a:lnTo>
                <a:lnTo>
                  <a:pt x="1872013" y="626532"/>
                </a:lnTo>
                <a:lnTo>
                  <a:pt x="1931688" y="748866"/>
                </a:lnTo>
                <a:lnTo>
                  <a:pt x="1973461" y="850314"/>
                </a:lnTo>
                <a:lnTo>
                  <a:pt x="2054394" y="885746"/>
                </a:lnTo>
                <a:lnTo>
                  <a:pt x="2089826" y="740287"/>
                </a:lnTo>
                <a:cubicBezTo>
                  <a:pt x="2089027" y="700595"/>
                  <a:pt x="2088229" y="660902"/>
                  <a:pt x="2087430" y="621210"/>
                </a:cubicBezTo>
                <a:lnTo>
                  <a:pt x="2086813" y="621210"/>
                </a:lnTo>
                <a:lnTo>
                  <a:pt x="2086813" y="77234"/>
                </a:lnTo>
                <a:lnTo>
                  <a:pt x="79419" y="77234"/>
                </a:lnTo>
                <a:lnTo>
                  <a:pt x="79419" y="609249"/>
                </a:lnTo>
                <a:lnTo>
                  <a:pt x="75789" y="730366"/>
                </a:lnTo>
                <a:close/>
                <a:moveTo>
                  <a:pt x="0" y="1043363"/>
                </a:moveTo>
                <a:cubicBezTo>
                  <a:pt x="375" y="898658"/>
                  <a:pt x="751" y="753954"/>
                  <a:pt x="1126" y="609249"/>
                </a:cubicBezTo>
                <a:lnTo>
                  <a:pt x="838" y="567"/>
                </a:lnTo>
                <a:lnTo>
                  <a:pt x="49400" y="567"/>
                </a:lnTo>
                <a:lnTo>
                  <a:pt x="49400" y="0"/>
                </a:lnTo>
                <a:lnTo>
                  <a:pt x="2121427" y="0"/>
                </a:lnTo>
                <a:lnTo>
                  <a:pt x="2121427" y="243"/>
                </a:lnTo>
                <a:lnTo>
                  <a:pt x="2164047" y="243"/>
                </a:lnTo>
                <a:lnTo>
                  <a:pt x="2164047" y="621210"/>
                </a:lnTo>
                <a:lnTo>
                  <a:pt x="2163005" y="621210"/>
                </a:lnTo>
                <a:cubicBezTo>
                  <a:pt x="2163270" y="727757"/>
                  <a:pt x="2163534" y="834303"/>
                  <a:pt x="2163799" y="940850"/>
                </a:cubicBezTo>
                <a:lnTo>
                  <a:pt x="2524963" y="940850"/>
                </a:lnTo>
                <a:lnTo>
                  <a:pt x="2524963" y="991142"/>
                </a:lnTo>
                <a:lnTo>
                  <a:pt x="2163924" y="991142"/>
                </a:lnTo>
                <a:lnTo>
                  <a:pt x="2164047" y="1040677"/>
                </a:lnTo>
                <a:lnTo>
                  <a:pt x="2101761" y="1041275"/>
                </a:lnTo>
                <a:lnTo>
                  <a:pt x="2051037" y="1041275"/>
                </a:lnTo>
                <a:lnTo>
                  <a:pt x="1973461" y="1026356"/>
                </a:lnTo>
                <a:lnTo>
                  <a:pt x="1886932" y="978616"/>
                </a:lnTo>
                <a:lnTo>
                  <a:pt x="1827256" y="907005"/>
                </a:lnTo>
                <a:lnTo>
                  <a:pt x="1791451" y="808541"/>
                </a:lnTo>
                <a:lnTo>
                  <a:pt x="1752662" y="722012"/>
                </a:lnTo>
                <a:lnTo>
                  <a:pt x="1687020" y="620564"/>
                </a:lnTo>
                <a:lnTo>
                  <a:pt x="1627344" y="548954"/>
                </a:lnTo>
                <a:lnTo>
                  <a:pt x="1522913" y="462425"/>
                </a:lnTo>
                <a:lnTo>
                  <a:pt x="1427432" y="402749"/>
                </a:lnTo>
                <a:lnTo>
                  <a:pt x="1293163" y="349042"/>
                </a:lnTo>
                <a:lnTo>
                  <a:pt x="1090267" y="319204"/>
                </a:lnTo>
                <a:lnTo>
                  <a:pt x="908258" y="340090"/>
                </a:lnTo>
                <a:lnTo>
                  <a:pt x="714313" y="411701"/>
                </a:lnTo>
                <a:lnTo>
                  <a:pt x="591979" y="498230"/>
                </a:lnTo>
                <a:lnTo>
                  <a:pt x="490531" y="599678"/>
                </a:lnTo>
                <a:lnTo>
                  <a:pt x="415937" y="710077"/>
                </a:lnTo>
                <a:lnTo>
                  <a:pt x="359246" y="838379"/>
                </a:lnTo>
                <a:lnTo>
                  <a:pt x="305538" y="948778"/>
                </a:lnTo>
                <a:lnTo>
                  <a:pt x="192155" y="1026356"/>
                </a:lnTo>
                <a:lnTo>
                  <a:pt x="0" y="1043363"/>
                </a:lnTo>
                <a:close/>
              </a:path>
            </a:pathLst>
          </a:cu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Freeform: Shape 12">
            <a:extLst>
              <a:ext uri="{FF2B5EF4-FFF2-40B4-BE49-F238E27FC236}">
                <a16:creationId xmlns:a16="http://schemas.microsoft.com/office/drawing/2014/main" id="{9625DA06-7892-512A-E867-4AB28CB10D9F}"/>
              </a:ext>
            </a:extLst>
          </p:cNvPr>
          <p:cNvSpPr/>
          <p:nvPr/>
        </p:nvSpPr>
        <p:spPr>
          <a:xfrm flipH="1">
            <a:off x="5953747" y="2103537"/>
            <a:ext cx="763843" cy="2279105"/>
          </a:xfrm>
          <a:custGeom>
            <a:avLst/>
            <a:gdLst>
              <a:gd name="connsiteX0" fmla="*/ 901700 w 1625600"/>
              <a:gd name="connsiteY0" fmla="*/ 0 h 4978400"/>
              <a:gd name="connsiteX1" fmla="*/ 1625600 w 1625600"/>
              <a:gd name="connsiteY1" fmla="*/ 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520825 w 1625600"/>
              <a:gd name="connsiteY1" fmla="*/ 22225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978400"/>
              <a:gd name="connsiteX1" fmla="*/ 1616075 w 1625600"/>
              <a:gd name="connsiteY1" fmla="*/ 177800 h 4978400"/>
              <a:gd name="connsiteX2" fmla="*/ 1625600 w 1625600"/>
              <a:gd name="connsiteY2" fmla="*/ 628650 h 4978400"/>
              <a:gd name="connsiteX3" fmla="*/ 1562100 w 1625600"/>
              <a:gd name="connsiteY3" fmla="*/ 1016000 h 4978400"/>
              <a:gd name="connsiteX4" fmla="*/ 1479550 w 1625600"/>
              <a:gd name="connsiteY4" fmla="*/ 1257300 h 4978400"/>
              <a:gd name="connsiteX5" fmla="*/ 1320800 w 1625600"/>
              <a:gd name="connsiteY5" fmla="*/ 1543050 h 4978400"/>
              <a:gd name="connsiteX6" fmla="*/ 1085850 w 1625600"/>
              <a:gd name="connsiteY6" fmla="*/ 1847850 h 4978400"/>
              <a:gd name="connsiteX7" fmla="*/ 946150 w 1625600"/>
              <a:gd name="connsiteY7" fmla="*/ 2209800 h 4978400"/>
              <a:gd name="connsiteX8" fmla="*/ 914400 w 1625600"/>
              <a:gd name="connsiteY8" fmla="*/ 2400300 h 4978400"/>
              <a:gd name="connsiteX9" fmla="*/ 927100 w 1625600"/>
              <a:gd name="connsiteY9" fmla="*/ 2686050 h 4978400"/>
              <a:gd name="connsiteX10" fmla="*/ 996950 w 1625600"/>
              <a:gd name="connsiteY10" fmla="*/ 2946400 h 4978400"/>
              <a:gd name="connsiteX11" fmla="*/ 1104900 w 1625600"/>
              <a:gd name="connsiteY11" fmla="*/ 3168650 h 4978400"/>
              <a:gd name="connsiteX12" fmla="*/ 1270000 w 1625600"/>
              <a:gd name="connsiteY12" fmla="*/ 3390900 h 4978400"/>
              <a:gd name="connsiteX13" fmla="*/ 1416050 w 1625600"/>
              <a:gd name="connsiteY13" fmla="*/ 3606800 h 4978400"/>
              <a:gd name="connsiteX14" fmla="*/ 1524000 w 1625600"/>
              <a:gd name="connsiteY14" fmla="*/ 3841750 h 4978400"/>
              <a:gd name="connsiteX15" fmla="*/ 1587500 w 1625600"/>
              <a:gd name="connsiteY15" fmla="*/ 4057650 h 4978400"/>
              <a:gd name="connsiteX16" fmla="*/ 1619250 w 1625600"/>
              <a:gd name="connsiteY16" fmla="*/ 4324350 h 4978400"/>
              <a:gd name="connsiteX17" fmla="*/ 1619250 w 1625600"/>
              <a:gd name="connsiteY17" fmla="*/ 4978400 h 4978400"/>
              <a:gd name="connsiteX18" fmla="*/ 901700 w 1625600"/>
              <a:gd name="connsiteY18" fmla="*/ 4978400 h 4978400"/>
              <a:gd name="connsiteX19" fmla="*/ 901700 w 1625600"/>
              <a:gd name="connsiteY19" fmla="*/ 4813300 h 4978400"/>
              <a:gd name="connsiteX20" fmla="*/ 1327150 w 1625600"/>
              <a:gd name="connsiteY20" fmla="*/ 4819650 h 4978400"/>
              <a:gd name="connsiteX21" fmla="*/ 1530350 w 1625600"/>
              <a:gd name="connsiteY21" fmla="*/ 4743450 h 4978400"/>
              <a:gd name="connsiteX22" fmla="*/ 1536700 w 1625600"/>
              <a:gd name="connsiteY22" fmla="*/ 4552950 h 4978400"/>
              <a:gd name="connsiteX23" fmla="*/ 1504950 w 1625600"/>
              <a:gd name="connsiteY23" fmla="*/ 4368800 h 4978400"/>
              <a:gd name="connsiteX24" fmla="*/ 1390650 w 1625600"/>
              <a:gd name="connsiteY24" fmla="*/ 4171950 h 4978400"/>
              <a:gd name="connsiteX25" fmla="*/ 1225550 w 1625600"/>
              <a:gd name="connsiteY25" fmla="*/ 4038600 h 4978400"/>
              <a:gd name="connsiteX26" fmla="*/ 952500 w 1625600"/>
              <a:gd name="connsiteY26" fmla="*/ 3937000 h 4978400"/>
              <a:gd name="connsiteX27" fmla="*/ 717550 w 1625600"/>
              <a:gd name="connsiteY27" fmla="*/ 3810000 h 4978400"/>
              <a:gd name="connsiteX28" fmla="*/ 482600 w 1625600"/>
              <a:gd name="connsiteY28" fmla="*/ 3625850 h 4978400"/>
              <a:gd name="connsiteX29" fmla="*/ 254000 w 1625600"/>
              <a:gd name="connsiteY29" fmla="*/ 3346450 h 4978400"/>
              <a:gd name="connsiteX30" fmla="*/ 114300 w 1625600"/>
              <a:gd name="connsiteY30" fmla="*/ 3079750 h 4978400"/>
              <a:gd name="connsiteX31" fmla="*/ 31750 w 1625600"/>
              <a:gd name="connsiteY31" fmla="*/ 2781300 h 4978400"/>
              <a:gd name="connsiteX32" fmla="*/ 0 w 1625600"/>
              <a:gd name="connsiteY32" fmla="*/ 2489200 h 4978400"/>
              <a:gd name="connsiteX33" fmla="*/ 31750 w 1625600"/>
              <a:gd name="connsiteY33" fmla="*/ 2203450 h 4978400"/>
              <a:gd name="connsiteX34" fmla="*/ 120650 w 1625600"/>
              <a:gd name="connsiteY34" fmla="*/ 1905000 h 4978400"/>
              <a:gd name="connsiteX35" fmla="*/ 266700 w 1625600"/>
              <a:gd name="connsiteY35" fmla="*/ 1619250 h 4978400"/>
              <a:gd name="connsiteX36" fmla="*/ 469900 w 1625600"/>
              <a:gd name="connsiteY36" fmla="*/ 1377950 h 4978400"/>
              <a:gd name="connsiteX37" fmla="*/ 679450 w 1625600"/>
              <a:gd name="connsiteY37" fmla="*/ 1212850 h 4978400"/>
              <a:gd name="connsiteX38" fmla="*/ 889000 w 1625600"/>
              <a:gd name="connsiteY38" fmla="*/ 1085850 h 4978400"/>
              <a:gd name="connsiteX39" fmla="*/ 1136650 w 1625600"/>
              <a:gd name="connsiteY39" fmla="*/ 990600 h 4978400"/>
              <a:gd name="connsiteX40" fmla="*/ 1320800 w 1625600"/>
              <a:gd name="connsiteY40" fmla="*/ 882650 h 4978400"/>
              <a:gd name="connsiteX41" fmla="*/ 1441450 w 1625600"/>
              <a:gd name="connsiteY41" fmla="*/ 742950 h 4978400"/>
              <a:gd name="connsiteX42" fmla="*/ 1524000 w 1625600"/>
              <a:gd name="connsiteY42" fmla="*/ 539750 h 4978400"/>
              <a:gd name="connsiteX43" fmla="*/ 1530350 w 1625600"/>
              <a:gd name="connsiteY43" fmla="*/ 247650 h 4978400"/>
              <a:gd name="connsiteX44" fmla="*/ 1320800 w 1625600"/>
              <a:gd name="connsiteY44" fmla="*/ 171450 h 4978400"/>
              <a:gd name="connsiteX45" fmla="*/ 901700 w 1625600"/>
              <a:gd name="connsiteY45" fmla="*/ 171450 h 4978400"/>
              <a:gd name="connsiteX46" fmla="*/ 901700 w 1625600"/>
              <a:gd name="connsiteY46" fmla="*/ 0 h 4978400"/>
              <a:gd name="connsiteX0" fmla="*/ 9017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45" fmla="*/ 901700 w 1625600"/>
              <a:gd name="connsiteY45" fmla="*/ 0 h 4806950"/>
              <a:gd name="connsiteX0" fmla="*/ 1320800 w 1625600"/>
              <a:gd name="connsiteY0" fmla="*/ 0 h 4806950"/>
              <a:gd name="connsiteX1" fmla="*/ 1616075 w 1625600"/>
              <a:gd name="connsiteY1" fmla="*/ 6350 h 4806950"/>
              <a:gd name="connsiteX2" fmla="*/ 1625600 w 1625600"/>
              <a:gd name="connsiteY2" fmla="*/ 457200 h 4806950"/>
              <a:gd name="connsiteX3" fmla="*/ 1562100 w 1625600"/>
              <a:gd name="connsiteY3" fmla="*/ 844550 h 4806950"/>
              <a:gd name="connsiteX4" fmla="*/ 1479550 w 1625600"/>
              <a:gd name="connsiteY4" fmla="*/ 1085850 h 4806950"/>
              <a:gd name="connsiteX5" fmla="*/ 1320800 w 1625600"/>
              <a:gd name="connsiteY5" fmla="*/ 1371600 h 4806950"/>
              <a:gd name="connsiteX6" fmla="*/ 1085850 w 1625600"/>
              <a:gd name="connsiteY6" fmla="*/ 1676400 h 4806950"/>
              <a:gd name="connsiteX7" fmla="*/ 946150 w 1625600"/>
              <a:gd name="connsiteY7" fmla="*/ 2038350 h 4806950"/>
              <a:gd name="connsiteX8" fmla="*/ 914400 w 1625600"/>
              <a:gd name="connsiteY8" fmla="*/ 2228850 h 4806950"/>
              <a:gd name="connsiteX9" fmla="*/ 927100 w 1625600"/>
              <a:gd name="connsiteY9" fmla="*/ 2514600 h 4806950"/>
              <a:gd name="connsiteX10" fmla="*/ 996950 w 1625600"/>
              <a:gd name="connsiteY10" fmla="*/ 2774950 h 4806950"/>
              <a:gd name="connsiteX11" fmla="*/ 1104900 w 1625600"/>
              <a:gd name="connsiteY11" fmla="*/ 2997200 h 4806950"/>
              <a:gd name="connsiteX12" fmla="*/ 1270000 w 1625600"/>
              <a:gd name="connsiteY12" fmla="*/ 3219450 h 4806950"/>
              <a:gd name="connsiteX13" fmla="*/ 1416050 w 1625600"/>
              <a:gd name="connsiteY13" fmla="*/ 3435350 h 4806950"/>
              <a:gd name="connsiteX14" fmla="*/ 1524000 w 1625600"/>
              <a:gd name="connsiteY14" fmla="*/ 3670300 h 4806950"/>
              <a:gd name="connsiteX15" fmla="*/ 1587500 w 1625600"/>
              <a:gd name="connsiteY15" fmla="*/ 3886200 h 4806950"/>
              <a:gd name="connsiteX16" fmla="*/ 1619250 w 1625600"/>
              <a:gd name="connsiteY16" fmla="*/ 4152900 h 4806950"/>
              <a:gd name="connsiteX17" fmla="*/ 1619250 w 1625600"/>
              <a:gd name="connsiteY17" fmla="*/ 4806950 h 4806950"/>
              <a:gd name="connsiteX18" fmla="*/ 901700 w 1625600"/>
              <a:gd name="connsiteY18" fmla="*/ 4806950 h 4806950"/>
              <a:gd name="connsiteX19" fmla="*/ 901700 w 1625600"/>
              <a:gd name="connsiteY19" fmla="*/ 4641850 h 4806950"/>
              <a:gd name="connsiteX20" fmla="*/ 1327150 w 1625600"/>
              <a:gd name="connsiteY20" fmla="*/ 4648200 h 4806950"/>
              <a:gd name="connsiteX21" fmla="*/ 1530350 w 1625600"/>
              <a:gd name="connsiteY21" fmla="*/ 4572000 h 4806950"/>
              <a:gd name="connsiteX22" fmla="*/ 1536700 w 1625600"/>
              <a:gd name="connsiteY22" fmla="*/ 4381500 h 4806950"/>
              <a:gd name="connsiteX23" fmla="*/ 1504950 w 1625600"/>
              <a:gd name="connsiteY23" fmla="*/ 4197350 h 4806950"/>
              <a:gd name="connsiteX24" fmla="*/ 1390650 w 1625600"/>
              <a:gd name="connsiteY24" fmla="*/ 4000500 h 4806950"/>
              <a:gd name="connsiteX25" fmla="*/ 1225550 w 1625600"/>
              <a:gd name="connsiteY25" fmla="*/ 3867150 h 4806950"/>
              <a:gd name="connsiteX26" fmla="*/ 952500 w 1625600"/>
              <a:gd name="connsiteY26" fmla="*/ 3765550 h 4806950"/>
              <a:gd name="connsiteX27" fmla="*/ 717550 w 1625600"/>
              <a:gd name="connsiteY27" fmla="*/ 3638550 h 4806950"/>
              <a:gd name="connsiteX28" fmla="*/ 482600 w 1625600"/>
              <a:gd name="connsiteY28" fmla="*/ 3454400 h 4806950"/>
              <a:gd name="connsiteX29" fmla="*/ 254000 w 1625600"/>
              <a:gd name="connsiteY29" fmla="*/ 3175000 h 4806950"/>
              <a:gd name="connsiteX30" fmla="*/ 114300 w 1625600"/>
              <a:gd name="connsiteY30" fmla="*/ 2908300 h 4806950"/>
              <a:gd name="connsiteX31" fmla="*/ 31750 w 1625600"/>
              <a:gd name="connsiteY31" fmla="*/ 2609850 h 4806950"/>
              <a:gd name="connsiteX32" fmla="*/ 0 w 1625600"/>
              <a:gd name="connsiteY32" fmla="*/ 2317750 h 4806950"/>
              <a:gd name="connsiteX33" fmla="*/ 31750 w 1625600"/>
              <a:gd name="connsiteY33" fmla="*/ 2032000 h 4806950"/>
              <a:gd name="connsiteX34" fmla="*/ 120650 w 1625600"/>
              <a:gd name="connsiteY34" fmla="*/ 1733550 h 4806950"/>
              <a:gd name="connsiteX35" fmla="*/ 266700 w 1625600"/>
              <a:gd name="connsiteY35" fmla="*/ 1447800 h 4806950"/>
              <a:gd name="connsiteX36" fmla="*/ 469900 w 1625600"/>
              <a:gd name="connsiteY36" fmla="*/ 1206500 h 4806950"/>
              <a:gd name="connsiteX37" fmla="*/ 679450 w 1625600"/>
              <a:gd name="connsiteY37" fmla="*/ 1041400 h 4806950"/>
              <a:gd name="connsiteX38" fmla="*/ 889000 w 1625600"/>
              <a:gd name="connsiteY38" fmla="*/ 914400 h 4806950"/>
              <a:gd name="connsiteX39" fmla="*/ 1136650 w 1625600"/>
              <a:gd name="connsiteY39" fmla="*/ 819150 h 4806950"/>
              <a:gd name="connsiteX40" fmla="*/ 1320800 w 1625600"/>
              <a:gd name="connsiteY40" fmla="*/ 711200 h 4806950"/>
              <a:gd name="connsiteX41" fmla="*/ 1441450 w 1625600"/>
              <a:gd name="connsiteY41" fmla="*/ 571500 h 4806950"/>
              <a:gd name="connsiteX42" fmla="*/ 1524000 w 1625600"/>
              <a:gd name="connsiteY42" fmla="*/ 368300 h 4806950"/>
              <a:gd name="connsiteX43" fmla="*/ 1530350 w 1625600"/>
              <a:gd name="connsiteY43" fmla="*/ 76200 h 4806950"/>
              <a:gd name="connsiteX44" fmla="*/ 1320800 w 1625600"/>
              <a:gd name="connsiteY44" fmla="*/ 0 h 4806950"/>
              <a:gd name="connsiteX0" fmla="*/ 1530350 w 1625600"/>
              <a:gd name="connsiteY0" fmla="*/ 69850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30350 w 1625600"/>
              <a:gd name="connsiteY43" fmla="*/ 69850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327150 w 1625600"/>
              <a:gd name="connsiteY20" fmla="*/ 4641850 h 4800600"/>
              <a:gd name="connsiteX21" fmla="*/ 1530350 w 1625600"/>
              <a:gd name="connsiteY21" fmla="*/ 4565650 h 4800600"/>
              <a:gd name="connsiteX22" fmla="*/ 1536700 w 1625600"/>
              <a:gd name="connsiteY22" fmla="*/ 4375150 h 4800600"/>
              <a:gd name="connsiteX23" fmla="*/ 1504950 w 1625600"/>
              <a:gd name="connsiteY23" fmla="*/ 4191000 h 4800600"/>
              <a:gd name="connsiteX24" fmla="*/ 1390650 w 1625600"/>
              <a:gd name="connsiteY24" fmla="*/ 3994150 h 4800600"/>
              <a:gd name="connsiteX25" fmla="*/ 1225550 w 1625600"/>
              <a:gd name="connsiteY25" fmla="*/ 3860800 h 4800600"/>
              <a:gd name="connsiteX26" fmla="*/ 952500 w 1625600"/>
              <a:gd name="connsiteY26" fmla="*/ 3759200 h 4800600"/>
              <a:gd name="connsiteX27" fmla="*/ 717550 w 1625600"/>
              <a:gd name="connsiteY27" fmla="*/ 3632200 h 4800600"/>
              <a:gd name="connsiteX28" fmla="*/ 482600 w 1625600"/>
              <a:gd name="connsiteY28" fmla="*/ 3448050 h 4800600"/>
              <a:gd name="connsiteX29" fmla="*/ 254000 w 1625600"/>
              <a:gd name="connsiteY29" fmla="*/ 3168650 h 4800600"/>
              <a:gd name="connsiteX30" fmla="*/ 114300 w 1625600"/>
              <a:gd name="connsiteY30" fmla="*/ 2901950 h 4800600"/>
              <a:gd name="connsiteX31" fmla="*/ 31750 w 1625600"/>
              <a:gd name="connsiteY31" fmla="*/ 2603500 h 4800600"/>
              <a:gd name="connsiteX32" fmla="*/ 0 w 1625600"/>
              <a:gd name="connsiteY32" fmla="*/ 2311400 h 4800600"/>
              <a:gd name="connsiteX33" fmla="*/ 31750 w 1625600"/>
              <a:gd name="connsiteY33" fmla="*/ 2025650 h 4800600"/>
              <a:gd name="connsiteX34" fmla="*/ 120650 w 1625600"/>
              <a:gd name="connsiteY34" fmla="*/ 1727200 h 4800600"/>
              <a:gd name="connsiteX35" fmla="*/ 266700 w 1625600"/>
              <a:gd name="connsiteY35" fmla="*/ 1441450 h 4800600"/>
              <a:gd name="connsiteX36" fmla="*/ 469900 w 1625600"/>
              <a:gd name="connsiteY36" fmla="*/ 1200150 h 4800600"/>
              <a:gd name="connsiteX37" fmla="*/ 679450 w 1625600"/>
              <a:gd name="connsiteY37" fmla="*/ 1035050 h 4800600"/>
              <a:gd name="connsiteX38" fmla="*/ 889000 w 1625600"/>
              <a:gd name="connsiteY38" fmla="*/ 908050 h 4800600"/>
              <a:gd name="connsiteX39" fmla="*/ 1136650 w 1625600"/>
              <a:gd name="connsiteY39" fmla="*/ 812800 h 4800600"/>
              <a:gd name="connsiteX40" fmla="*/ 1320800 w 1625600"/>
              <a:gd name="connsiteY40" fmla="*/ 704850 h 4800600"/>
              <a:gd name="connsiteX41" fmla="*/ 1441450 w 1625600"/>
              <a:gd name="connsiteY41" fmla="*/ 565150 h 4800600"/>
              <a:gd name="connsiteX42" fmla="*/ 1524000 w 1625600"/>
              <a:gd name="connsiteY42" fmla="*/ 361950 h 4800600"/>
              <a:gd name="connsiteX43" fmla="*/ 1518444 w 1625600"/>
              <a:gd name="connsiteY43"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901700 w 1625600"/>
              <a:gd name="connsiteY19" fmla="*/ 4635500 h 4800600"/>
              <a:gd name="connsiteX20" fmla="*/ 1530350 w 1625600"/>
              <a:gd name="connsiteY20" fmla="*/ 4565650 h 4800600"/>
              <a:gd name="connsiteX21" fmla="*/ 1536700 w 1625600"/>
              <a:gd name="connsiteY21" fmla="*/ 4375150 h 4800600"/>
              <a:gd name="connsiteX22" fmla="*/ 1504950 w 1625600"/>
              <a:gd name="connsiteY22" fmla="*/ 4191000 h 4800600"/>
              <a:gd name="connsiteX23" fmla="*/ 1390650 w 1625600"/>
              <a:gd name="connsiteY23" fmla="*/ 3994150 h 4800600"/>
              <a:gd name="connsiteX24" fmla="*/ 1225550 w 1625600"/>
              <a:gd name="connsiteY24" fmla="*/ 3860800 h 4800600"/>
              <a:gd name="connsiteX25" fmla="*/ 952500 w 1625600"/>
              <a:gd name="connsiteY25" fmla="*/ 3759200 h 4800600"/>
              <a:gd name="connsiteX26" fmla="*/ 717550 w 1625600"/>
              <a:gd name="connsiteY26" fmla="*/ 3632200 h 4800600"/>
              <a:gd name="connsiteX27" fmla="*/ 482600 w 1625600"/>
              <a:gd name="connsiteY27" fmla="*/ 3448050 h 4800600"/>
              <a:gd name="connsiteX28" fmla="*/ 254000 w 1625600"/>
              <a:gd name="connsiteY28" fmla="*/ 3168650 h 4800600"/>
              <a:gd name="connsiteX29" fmla="*/ 114300 w 1625600"/>
              <a:gd name="connsiteY29" fmla="*/ 2901950 h 4800600"/>
              <a:gd name="connsiteX30" fmla="*/ 31750 w 1625600"/>
              <a:gd name="connsiteY30" fmla="*/ 2603500 h 4800600"/>
              <a:gd name="connsiteX31" fmla="*/ 0 w 1625600"/>
              <a:gd name="connsiteY31" fmla="*/ 2311400 h 4800600"/>
              <a:gd name="connsiteX32" fmla="*/ 31750 w 1625600"/>
              <a:gd name="connsiteY32" fmla="*/ 2025650 h 4800600"/>
              <a:gd name="connsiteX33" fmla="*/ 120650 w 1625600"/>
              <a:gd name="connsiteY33" fmla="*/ 1727200 h 4800600"/>
              <a:gd name="connsiteX34" fmla="*/ 266700 w 1625600"/>
              <a:gd name="connsiteY34" fmla="*/ 1441450 h 4800600"/>
              <a:gd name="connsiteX35" fmla="*/ 469900 w 1625600"/>
              <a:gd name="connsiteY35" fmla="*/ 1200150 h 4800600"/>
              <a:gd name="connsiteX36" fmla="*/ 679450 w 1625600"/>
              <a:gd name="connsiteY36" fmla="*/ 1035050 h 4800600"/>
              <a:gd name="connsiteX37" fmla="*/ 889000 w 1625600"/>
              <a:gd name="connsiteY37" fmla="*/ 908050 h 4800600"/>
              <a:gd name="connsiteX38" fmla="*/ 1136650 w 1625600"/>
              <a:gd name="connsiteY38" fmla="*/ 812800 h 4800600"/>
              <a:gd name="connsiteX39" fmla="*/ 1320800 w 1625600"/>
              <a:gd name="connsiteY39" fmla="*/ 704850 h 4800600"/>
              <a:gd name="connsiteX40" fmla="*/ 1441450 w 1625600"/>
              <a:gd name="connsiteY40" fmla="*/ 565150 h 4800600"/>
              <a:gd name="connsiteX41" fmla="*/ 1524000 w 1625600"/>
              <a:gd name="connsiteY41" fmla="*/ 361950 h 4800600"/>
              <a:gd name="connsiteX42" fmla="*/ 1518444 w 1625600"/>
              <a:gd name="connsiteY42"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901700 w 1625600"/>
              <a:gd name="connsiteY18" fmla="*/ 4800600 h 4800600"/>
              <a:gd name="connsiteX19" fmla="*/ 1530350 w 1625600"/>
              <a:gd name="connsiteY19" fmla="*/ 4565650 h 4800600"/>
              <a:gd name="connsiteX20" fmla="*/ 1536700 w 1625600"/>
              <a:gd name="connsiteY20" fmla="*/ 4375150 h 4800600"/>
              <a:gd name="connsiteX21" fmla="*/ 1504950 w 1625600"/>
              <a:gd name="connsiteY21" fmla="*/ 4191000 h 4800600"/>
              <a:gd name="connsiteX22" fmla="*/ 1390650 w 1625600"/>
              <a:gd name="connsiteY22" fmla="*/ 3994150 h 4800600"/>
              <a:gd name="connsiteX23" fmla="*/ 1225550 w 1625600"/>
              <a:gd name="connsiteY23" fmla="*/ 3860800 h 4800600"/>
              <a:gd name="connsiteX24" fmla="*/ 952500 w 1625600"/>
              <a:gd name="connsiteY24" fmla="*/ 3759200 h 4800600"/>
              <a:gd name="connsiteX25" fmla="*/ 717550 w 1625600"/>
              <a:gd name="connsiteY25" fmla="*/ 3632200 h 4800600"/>
              <a:gd name="connsiteX26" fmla="*/ 482600 w 1625600"/>
              <a:gd name="connsiteY26" fmla="*/ 3448050 h 4800600"/>
              <a:gd name="connsiteX27" fmla="*/ 254000 w 1625600"/>
              <a:gd name="connsiteY27" fmla="*/ 3168650 h 4800600"/>
              <a:gd name="connsiteX28" fmla="*/ 114300 w 1625600"/>
              <a:gd name="connsiteY28" fmla="*/ 2901950 h 4800600"/>
              <a:gd name="connsiteX29" fmla="*/ 31750 w 1625600"/>
              <a:gd name="connsiteY29" fmla="*/ 2603500 h 4800600"/>
              <a:gd name="connsiteX30" fmla="*/ 0 w 1625600"/>
              <a:gd name="connsiteY30" fmla="*/ 2311400 h 4800600"/>
              <a:gd name="connsiteX31" fmla="*/ 31750 w 1625600"/>
              <a:gd name="connsiteY31" fmla="*/ 2025650 h 4800600"/>
              <a:gd name="connsiteX32" fmla="*/ 120650 w 1625600"/>
              <a:gd name="connsiteY32" fmla="*/ 1727200 h 4800600"/>
              <a:gd name="connsiteX33" fmla="*/ 266700 w 1625600"/>
              <a:gd name="connsiteY33" fmla="*/ 1441450 h 4800600"/>
              <a:gd name="connsiteX34" fmla="*/ 469900 w 1625600"/>
              <a:gd name="connsiteY34" fmla="*/ 1200150 h 4800600"/>
              <a:gd name="connsiteX35" fmla="*/ 679450 w 1625600"/>
              <a:gd name="connsiteY35" fmla="*/ 1035050 h 4800600"/>
              <a:gd name="connsiteX36" fmla="*/ 889000 w 1625600"/>
              <a:gd name="connsiteY36" fmla="*/ 908050 h 4800600"/>
              <a:gd name="connsiteX37" fmla="*/ 1136650 w 1625600"/>
              <a:gd name="connsiteY37" fmla="*/ 812800 h 4800600"/>
              <a:gd name="connsiteX38" fmla="*/ 1320800 w 1625600"/>
              <a:gd name="connsiteY38" fmla="*/ 704850 h 4800600"/>
              <a:gd name="connsiteX39" fmla="*/ 1441450 w 1625600"/>
              <a:gd name="connsiteY39" fmla="*/ 565150 h 4800600"/>
              <a:gd name="connsiteX40" fmla="*/ 1524000 w 1625600"/>
              <a:gd name="connsiteY40" fmla="*/ 361950 h 4800600"/>
              <a:gd name="connsiteX41" fmla="*/ 1518444 w 1625600"/>
              <a:gd name="connsiteY41"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30350 w 1625600"/>
              <a:gd name="connsiteY18" fmla="*/ 4565650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63687 w 1625600"/>
              <a:gd name="connsiteY18" fmla="*/ 4503737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6700 w 1625600"/>
              <a:gd name="connsiteY19" fmla="*/ 4375150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34319 w 1625600"/>
              <a:gd name="connsiteY19" fmla="*/ 4341812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81944 w 1625600"/>
              <a:gd name="connsiteY19" fmla="*/ 4337049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25600"/>
              <a:gd name="connsiteY0" fmla="*/ 22225 h 4800600"/>
              <a:gd name="connsiteX1" fmla="*/ 1616075 w 1625600"/>
              <a:gd name="connsiteY1" fmla="*/ 0 h 4800600"/>
              <a:gd name="connsiteX2" fmla="*/ 1625600 w 1625600"/>
              <a:gd name="connsiteY2" fmla="*/ 450850 h 4800600"/>
              <a:gd name="connsiteX3" fmla="*/ 1562100 w 1625600"/>
              <a:gd name="connsiteY3" fmla="*/ 838200 h 4800600"/>
              <a:gd name="connsiteX4" fmla="*/ 1479550 w 1625600"/>
              <a:gd name="connsiteY4" fmla="*/ 1079500 h 4800600"/>
              <a:gd name="connsiteX5" fmla="*/ 1320800 w 1625600"/>
              <a:gd name="connsiteY5" fmla="*/ 1365250 h 4800600"/>
              <a:gd name="connsiteX6" fmla="*/ 1085850 w 1625600"/>
              <a:gd name="connsiteY6" fmla="*/ 1670050 h 4800600"/>
              <a:gd name="connsiteX7" fmla="*/ 946150 w 1625600"/>
              <a:gd name="connsiteY7" fmla="*/ 2032000 h 4800600"/>
              <a:gd name="connsiteX8" fmla="*/ 914400 w 1625600"/>
              <a:gd name="connsiteY8" fmla="*/ 2222500 h 4800600"/>
              <a:gd name="connsiteX9" fmla="*/ 927100 w 1625600"/>
              <a:gd name="connsiteY9" fmla="*/ 2508250 h 4800600"/>
              <a:gd name="connsiteX10" fmla="*/ 996950 w 1625600"/>
              <a:gd name="connsiteY10" fmla="*/ 2768600 h 4800600"/>
              <a:gd name="connsiteX11" fmla="*/ 1104900 w 1625600"/>
              <a:gd name="connsiteY11" fmla="*/ 2990850 h 4800600"/>
              <a:gd name="connsiteX12" fmla="*/ 1270000 w 1625600"/>
              <a:gd name="connsiteY12" fmla="*/ 3213100 h 4800600"/>
              <a:gd name="connsiteX13" fmla="*/ 1416050 w 1625600"/>
              <a:gd name="connsiteY13" fmla="*/ 3429000 h 4800600"/>
              <a:gd name="connsiteX14" fmla="*/ 1524000 w 1625600"/>
              <a:gd name="connsiteY14" fmla="*/ 3663950 h 4800600"/>
              <a:gd name="connsiteX15" fmla="*/ 1587500 w 1625600"/>
              <a:gd name="connsiteY15" fmla="*/ 3879850 h 4800600"/>
              <a:gd name="connsiteX16" fmla="*/ 1619250 w 1625600"/>
              <a:gd name="connsiteY16" fmla="*/ 4146550 h 4800600"/>
              <a:gd name="connsiteX17" fmla="*/ 1619250 w 1625600"/>
              <a:gd name="connsiteY17" fmla="*/ 4800600 h 4800600"/>
              <a:gd name="connsiteX18" fmla="*/ 1523206 w 1625600"/>
              <a:gd name="connsiteY18" fmla="*/ 4601368 h 4800600"/>
              <a:gd name="connsiteX19" fmla="*/ 1515269 w 1625600"/>
              <a:gd name="connsiteY19" fmla="*/ 4306093 h 4800600"/>
              <a:gd name="connsiteX20" fmla="*/ 1504950 w 1625600"/>
              <a:gd name="connsiteY20" fmla="*/ 4191000 h 4800600"/>
              <a:gd name="connsiteX21" fmla="*/ 1390650 w 1625600"/>
              <a:gd name="connsiteY21" fmla="*/ 3994150 h 4800600"/>
              <a:gd name="connsiteX22" fmla="*/ 1225550 w 1625600"/>
              <a:gd name="connsiteY22" fmla="*/ 3860800 h 4800600"/>
              <a:gd name="connsiteX23" fmla="*/ 952500 w 1625600"/>
              <a:gd name="connsiteY23" fmla="*/ 3759200 h 4800600"/>
              <a:gd name="connsiteX24" fmla="*/ 717550 w 1625600"/>
              <a:gd name="connsiteY24" fmla="*/ 3632200 h 4800600"/>
              <a:gd name="connsiteX25" fmla="*/ 482600 w 1625600"/>
              <a:gd name="connsiteY25" fmla="*/ 3448050 h 4800600"/>
              <a:gd name="connsiteX26" fmla="*/ 254000 w 1625600"/>
              <a:gd name="connsiteY26" fmla="*/ 3168650 h 4800600"/>
              <a:gd name="connsiteX27" fmla="*/ 114300 w 1625600"/>
              <a:gd name="connsiteY27" fmla="*/ 2901950 h 4800600"/>
              <a:gd name="connsiteX28" fmla="*/ 31750 w 1625600"/>
              <a:gd name="connsiteY28" fmla="*/ 2603500 h 4800600"/>
              <a:gd name="connsiteX29" fmla="*/ 0 w 1625600"/>
              <a:gd name="connsiteY29" fmla="*/ 2311400 h 4800600"/>
              <a:gd name="connsiteX30" fmla="*/ 31750 w 1625600"/>
              <a:gd name="connsiteY30" fmla="*/ 2025650 h 4800600"/>
              <a:gd name="connsiteX31" fmla="*/ 120650 w 1625600"/>
              <a:gd name="connsiteY31" fmla="*/ 1727200 h 4800600"/>
              <a:gd name="connsiteX32" fmla="*/ 266700 w 1625600"/>
              <a:gd name="connsiteY32" fmla="*/ 1441450 h 4800600"/>
              <a:gd name="connsiteX33" fmla="*/ 469900 w 1625600"/>
              <a:gd name="connsiteY33" fmla="*/ 1200150 h 4800600"/>
              <a:gd name="connsiteX34" fmla="*/ 679450 w 1625600"/>
              <a:gd name="connsiteY34" fmla="*/ 1035050 h 4800600"/>
              <a:gd name="connsiteX35" fmla="*/ 889000 w 1625600"/>
              <a:gd name="connsiteY35" fmla="*/ 908050 h 4800600"/>
              <a:gd name="connsiteX36" fmla="*/ 1136650 w 1625600"/>
              <a:gd name="connsiteY36" fmla="*/ 812800 h 4800600"/>
              <a:gd name="connsiteX37" fmla="*/ 1320800 w 1625600"/>
              <a:gd name="connsiteY37" fmla="*/ 704850 h 4800600"/>
              <a:gd name="connsiteX38" fmla="*/ 1441450 w 1625600"/>
              <a:gd name="connsiteY38" fmla="*/ 565150 h 4800600"/>
              <a:gd name="connsiteX39" fmla="*/ 1524000 w 1625600"/>
              <a:gd name="connsiteY39" fmla="*/ 361950 h 4800600"/>
              <a:gd name="connsiteX40" fmla="*/ 1518444 w 1625600"/>
              <a:gd name="connsiteY40" fmla="*/ 22225 h 4800600"/>
              <a:gd name="connsiteX0" fmla="*/ 1518444 w 1647825"/>
              <a:gd name="connsiteY0" fmla="*/ 22225 h 4601368"/>
              <a:gd name="connsiteX1" fmla="*/ 1616075 w 1647825"/>
              <a:gd name="connsiteY1" fmla="*/ 0 h 4601368"/>
              <a:gd name="connsiteX2" fmla="*/ 1625600 w 1647825"/>
              <a:gd name="connsiteY2" fmla="*/ 450850 h 4601368"/>
              <a:gd name="connsiteX3" fmla="*/ 1562100 w 1647825"/>
              <a:gd name="connsiteY3" fmla="*/ 838200 h 4601368"/>
              <a:gd name="connsiteX4" fmla="*/ 1479550 w 1647825"/>
              <a:gd name="connsiteY4" fmla="*/ 1079500 h 4601368"/>
              <a:gd name="connsiteX5" fmla="*/ 1320800 w 1647825"/>
              <a:gd name="connsiteY5" fmla="*/ 1365250 h 4601368"/>
              <a:gd name="connsiteX6" fmla="*/ 1085850 w 1647825"/>
              <a:gd name="connsiteY6" fmla="*/ 1670050 h 4601368"/>
              <a:gd name="connsiteX7" fmla="*/ 946150 w 1647825"/>
              <a:gd name="connsiteY7" fmla="*/ 2032000 h 4601368"/>
              <a:gd name="connsiteX8" fmla="*/ 914400 w 1647825"/>
              <a:gd name="connsiteY8" fmla="*/ 2222500 h 4601368"/>
              <a:gd name="connsiteX9" fmla="*/ 927100 w 1647825"/>
              <a:gd name="connsiteY9" fmla="*/ 2508250 h 4601368"/>
              <a:gd name="connsiteX10" fmla="*/ 996950 w 1647825"/>
              <a:gd name="connsiteY10" fmla="*/ 2768600 h 4601368"/>
              <a:gd name="connsiteX11" fmla="*/ 1104900 w 1647825"/>
              <a:gd name="connsiteY11" fmla="*/ 2990850 h 4601368"/>
              <a:gd name="connsiteX12" fmla="*/ 1270000 w 1647825"/>
              <a:gd name="connsiteY12" fmla="*/ 3213100 h 4601368"/>
              <a:gd name="connsiteX13" fmla="*/ 1416050 w 1647825"/>
              <a:gd name="connsiteY13" fmla="*/ 3429000 h 4601368"/>
              <a:gd name="connsiteX14" fmla="*/ 1524000 w 1647825"/>
              <a:gd name="connsiteY14" fmla="*/ 3663950 h 4601368"/>
              <a:gd name="connsiteX15" fmla="*/ 1587500 w 1647825"/>
              <a:gd name="connsiteY15" fmla="*/ 3879850 h 4601368"/>
              <a:gd name="connsiteX16" fmla="*/ 1619250 w 1647825"/>
              <a:gd name="connsiteY16" fmla="*/ 4146550 h 4601368"/>
              <a:gd name="connsiteX17" fmla="*/ 1647825 w 1647825"/>
              <a:gd name="connsiteY17" fmla="*/ 4524375 h 4601368"/>
              <a:gd name="connsiteX18" fmla="*/ 1523206 w 1647825"/>
              <a:gd name="connsiteY18" fmla="*/ 4601368 h 4601368"/>
              <a:gd name="connsiteX19" fmla="*/ 1515269 w 1647825"/>
              <a:gd name="connsiteY19" fmla="*/ 4306093 h 4601368"/>
              <a:gd name="connsiteX20" fmla="*/ 1504950 w 1647825"/>
              <a:gd name="connsiteY20" fmla="*/ 4191000 h 4601368"/>
              <a:gd name="connsiteX21" fmla="*/ 1390650 w 1647825"/>
              <a:gd name="connsiteY21" fmla="*/ 3994150 h 4601368"/>
              <a:gd name="connsiteX22" fmla="*/ 1225550 w 1647825"/>
              <a:gd name="connsiteY22" fmla="*/ 3860800 h 4601368"/>
              <a:gd name="connsiteX23" fmla="*/ 952500 w 1647825"/>
              <a:gd name="connsiteY23" fmla="*/ 3759200 h 4601368"/>
              <a:gd name="connsiteX24" fmla="*/ 717550 w 1647825"/>
              <a:gd name="connsiteY24" fmla="*/ 3632200 h 4601368"/>
              <a:gd name="connsiteX25" fmla="*/ 482600 w 1647825"/>
              <a:gd name="connsiteY25" fmla="*/ 3448050 h 4601368"/>
              <a:gd name="connsiteX26" fmla="*/ 254000 w 1647825"/>
              <a:gd name="connsiteY26" fmla="*/ 3168650 h 4601368"/>
              <a:gd name="connsiteX27" fmla="*/ 114300 w 1647825"/>
              <a:gd name="connsiteY27" fmla="*/ 2901950 h 4601368"/>
              <a:gd name="connsiteX28" fmla="*/ 31750 w 1647825"/>
              <a:gd name="connsiteY28" fmla="*/ 2603500 h 4601368"/>
              <a:gd name="connsiteX29" fmla="*/ 0 w 1647825"/>
              <a:gd name="connsiteY29" fmla="*/ 2311400 h 4601368"/>
              <a:gd name="connsiteX30" fmla="*/ 31750 w 1647825"/>
              <a:gd name="connsiteY30" fmla="*/ 2025650 h 4601368"/>
              <a:gd name="connsiteX31" fmla="*/ 120650 w 1647825"/>
              <a:gd name="connsiteY31" fmla="*/ 1727200 h 4601368"/>
              <a:gd name="connsiteX32" fmla="*/ 266700 w 1647825"/>
              <a:gd name="connsiteY32" fmla="*/ 1441450 h 4601368"/>
              <a:gd name="connsiteX33" fmla="*/ 469900 w 1647825"/>
              <a:gd name="connsiteY33" fmla="*/ 1200150 h 4601368"/>
              <a:gd name="connsiteX34" fmla="*/ 679450 w 1647825"/>
              <a:gd name="connsiteY34" fmla="*/ 1035050 h 4601368"/>
              <a:gd name="connsiteX35" fmla="*/ 889000 w 1647825"/>
              <a:gd name="connsiteY35" fmla="*/ 908050 h 4601368"/>
              <a:gd name="connsiteX36" fmla="*/ 1136650 w 1647825"/>
              <a:gd name="connsiteY36" fmla="*/ 812800 h 4601368"/>
              <a:gd name="connsiteX37" fmla="*/ 1320800 w 1647825"/>
              <a:gd name="connsiteY37" fmla="*/ 704850 h 4601368"/>
              <a:gd name="connsiteX38" fmla="*/ 1441450 w 1647825"/>
              <a:gd name="connsiteY38" fmla="*/ 565150 h 4601368"/>
              <a:gd name="connsiteX39" fmla="*/ 1524000 w 1647825"/>
              <a:gd name="connsiteY39" fmla="*/ 361950 h 4601368"/>
              <a:gd name="connsiteX40" fmla="*/ 1518444 w 1647825"/>
              <a:gd name="connsiteY40" fmla="*/ 22225 h 4601368"/>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3206 w 1625600"/>
              <a:gd name="connsiteY18" fmla="*/ 4601368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25600"/>
              <a:gd name="connsiteY0" fmla="*/ 22225 h 4617244"/>
              <a:gd name="connsiteX1" fmla="*/ 1616075 w 1625600"/>
              <a:gd name="connsiteY1" fmla="*/ 0 h 4617244"/>
              <a:gd name="connsiteX2" fmla="*/ 1625600 w 1625600"/>
              <a:gd name="connsiteY2" fmla="*/ 450850 h 4617244"/>
              <a:gd name="connsiteX3" fmla="*/ 1562100 w 1625600"/>
              <a:gd name="connsiteY3" fmla="*/ 838200 h 4617244"/>
              <a:gd name="connsiteX4" fmla="*/ 1479550 w 1625600"/>
              <a:gd name="connsiteY4" fmla="*/ 1079500 h 4617244"/>
              <a:gd name="connsiteX5" fmla="*/ 1320800 w 1625600"/>
              <a:gd name="connsiteY5" fmla="*/ 1365250 h 4617244"/>
              <a:gd name="connsiteX6" fmla="*/ 1085850 w 1625600"/>
              <a:gd name="connsiteY6" fmla="*/ 1670050 h 4617244"/>
              <a:gd name="connsiteX7" fmla="*/ 946150 w 1625600"/>
              <a:gd name="connsiteY7" fmla="*/ 2032000 h 4617244"/>
              <a:gd name="connsiteX8" fmla="*/ 914400 w 1625600"/>
              <a:gd name="connsiteY8" fmla="*/ 2222500 h 4617244"/>
              <a:gd name="connsiteX9" fmla="*/ 927100 w 1625600"/>
              <a:gd name="connsiteY9" fmla="*/ 2508250 h 4617244"/>
              <a:gd name="connsiteX10" fmla="*/ 996950 w 1625600"/>
              <a:gd name="connsiteY10" fmla="*/ 2768600 h 4617244"/>
              <a:gd name="connsiteX11" fmla="*/ 1104900 w 1625600"/>
              <a:gd name="connsiteY11" fmla="*/ 2990850 h 4617244"/>
              <a:gd name="connsiteX12" fmla="*/ 1270000 w 1625600"/>
              <a:gd name="connsiteY12" fmla="*/ 3213100 h 4617244"/>
              <a:gd name="connsiteX13" fmla="*/ 1416050 w 1625600"/>
              <a:gd name="connsiteY13" fmla="*/ 3429000 h 4617244"/>
              <a:gd name="connsiteX14" fmla="*/ 1524000 w 1625600"/>
              <a:gd name="connsiteY14" fmla="*/ 3663950 h 4617244"/>
              <a:gd name="connsiteX15" fmla="*/ 1587500 w 1625600"/>
              <a:gd name="connsiteY15" fmla="*/ 3879850 h 4617244"/>
              <a:gd name="connsiteX16" fmla="*/ 1619250 w 1625600"/>
              <a:gd name="connsiteY16" fmla="*/ 4146550 h 4617244"/>
              <a:gd name="connsiteX17" fmla="*/ 1614488 w 1625600"/>
              <a:gd name="connsiteY17" fmla="*/ 4617244 h 4617244"/>
              <a:gd name="connsiteX18" fmla="*/ 1525587 w 1625600"/>
              <a:gd name="connsiteY18" fmla="*/ 4594224 h 4617244"/>
              <a:gd name="connsiteX19" fmla="*/ 1515269 w 1625600"/>
              <a:gd name="connsiteY19" fmla="*/ 4306093 h 4617244"/>
              <a:gd name="connsiteX20" fmla="*/ 1504950 w 1625600"/>
              <a:gd name="connsiteY20" fmla="*/ 4191000 h 4617244"/>
              <a:gd name="connsiteX21" fmla="*/ 1390650 w 1625600"/>
              <a:gd name="connsiteY21" fmla="*/ 3994150 h 4617244"/>
              <a:gd name="connsiteX22" fmla="*/ 1225550 w 1625600"/>
              <a:gd name="connsiteY22" fmla="*/ 3860800 h 4617244"/>
              <a:gd name="connsiteX23" fmla="*/ 952500 w 1625600"/>
              <a:gd name="connsiteY23" fmla="*/ 3759200 h 4617244"/>
              <a:gd name="connsiteX24" fmla="*/ 717550 w 1625600"/>
              <a:gd name="connsiteY24" fmla="*/ 3632200 h 4617244"/>
              <a:gd name="connsiteX25" fmla="*/ 482600 w 1625600"/>
              <a:gd name="connsiteY25" fmla="*/ 3448050 h 4617244"/>
              <a:gd name="connsiteX26" fmla="*/ 254000 w 1625600"/>
              <a:gd name="connsiteY26" fmla="*/ 3168650 h 4617244"/>
              <a:gd name="connsiteX27" fmla="*/ 114300 w 1625600"/>
              <a:gd name="connsiteY27" fmla="*/ 2901950 h 4617244"/>
              <a:gd name="connsiteX28" fmla="*/ 31750 w 1625600"/>
              <a:gd name="connsiteY28" fmla="*/ 2603500 h 4617244"/>
              <a:gd name="connsiteX29" fmla="*/ 0 w 1625600"/>
              <a:gd name="connsiteY29" fmla="*/ 2311400 h 4617244"/>
              <a:gd name="connsiteX30" fmla="*/ 31750 w 1625600"/>
              <a:gd name="connsiteY30" fmla="*/ 2025650 h 4617244"/>
              <a:gd name="connsiteX31" fmla="*/ 120650 w 1625600"/>
              <a:gd name="connsiteY31" fmla="*/ 1727200 h 4617244"/>
              <a:gd name="connsiteX32" fmla="*/ 266700 w 1625600"/>
              <a:gd name="connsiteY32" fmla="*/ 1441450 h 4617244"/>
              <a:gd name="connsiteX33" fmla="*/ 469900 w 1625600"/>
              <a:gd name="connsiteY33" fmla="*/ 1200150 h 4617244"/>
              <a:gd name="connsiteX34" fmla="*/ 679450 w 1625600"/>
              <a:gd name="connsiteY34" fmla="*/ 1035050 h 4617244"/>
              <a:gd name="connsiteX35" fmla="*/ 889000 w 1625600"/>
              <a:gd name="connsiteY35" fmla="*/ 908050 h 4617244"/>
              <a:gd name="connsiteX36" fmla="*/ 1136650 w 1625600"/>
              <a:gd name="connsiteY36" fmla="*/ 812800 h 4617244"/>
              <a:gd name="connsiteX37" fmla="*/ 1320800 w 1625600"/>
              <a:gd name="connsiteY37" fmla="*/ 704850 h 4617244"/>
              <a:gd name="connsiteX38" fmla="*/ 1441450 w 1625600"/>
              <a:gd name="connsiteY38" fmla="*/ 565150 h 4617244"/>
              <a:gd name="connsiteX39" fmla="*/ 1524000 w 1625600"/>
              <a:gd name="connsiteY39" fmla="*/ 361950 h 4617244"/>
              <a:gd name="connsiteX40" fmla="*/ 1518444 w 1625600"/>
              <a:gd name="connsiteY40" fmla="*/ 22225 h 4617244"/>
              <a:gd name="connsiteX0" fmla="*/ 1518444 w 1641412"/>
              <a:gd name="connsiteY0" fmla="*/ 103309 h 4698328"/>
              <a:gd name="connsiteX1" fmla="*/ 1641412 w 1641412"/>
              <a:gd name="connsiteY1" fmla="*/ 0 h 4698328"/>
              <a:gd name="connsiteX2" fmla="*/ 1625600 w 1641412"/>
              <a:gd name="connsiteY2" fmla="*/ 531934 h 4698328"/>
              <a:gd name="connsiteX3" fmla="*/ 1562100 w 1641412"/>
              <a:gd name="connsiteY3" fmla="*/ 919284 h 4698328"/>
              <a:gd name="connsiteX4" fmla="*/ 1479550 w 1641412"/>
              <a:gd name="connsiteY4" fmla="*/ 1160584 h 4698328"/>
              <a:gd name="connsiteX5" fmla="*/ 1320800 w 1641412"/>
              <a:gd name="connsiteY5" fmla="*/ 1446334 h 4698328"/>
              <a:gd name="connsiteX6" fmla="*/ 1085850 w 1641412"/>
              <a:gd name="connsiteY6" fmla="*/ 1751134 h 4698328"/>
              <a:gd name="connsiteX7" fmla="*/ 946150 w 1641412"/>
              <a:gd name="connsiteY7" fmla="*/ 2113084 h 4698328"/>
              <a:gd name="connsiteX8" fmla="*/ 914400 w 1641412"/>
              <a:gd name="connsiteY8" fmla="*/ 2303584 h 4698328"/>
              <a:gd name="connsiteX9" fmla="*/ 927100 w 1641412"/>
              <a:gd name="connsiteY9" fmla="*/ 2589334 h 4698328"/>
              <a:gd name="connsiteX10" fmla="*/ 996950 w 1641412"/>
              <a:gd name="connsiteY10" fmla="*/ 2849684 h 4698328"/>
              <a:gd name="connsiteX11" fmla="*/ 1104900 w 1641412"/>
              <a:gd name="connsiteY11" fmla="*/ 3071934 h 4698328"/>
              <a:gd name="connsiteX12" fmla="*/ 1270000 w 1641412"/>
              <a:gd name="connsiteY12" fmla="*/ 3294184 h 4698328"/>
              <a:gd name="connsiteX13" fmla="*/ 1416050 w 1641412"/>
              <a:gd name="connsiteY13" fmla="*/ 3510084 h 4698328"/>
              <a:gd name="connsiteX14" fmla="*/ 1524000 w 1641412"/>
              <a:gd name="connsiteY14" fmla="*/ 3745034 h 4698328"/>
              <a:gd name="connsiteX15" fmla="*/ 1587500 w 1641412"/>
              <a:gd name="connsiteY15" fmla="*/ 3960934 h 4698328"/>
              <a:gd name="connsiteX16" fmla="*/ 1619250 w 1641412"/>
              <a:gd name="connsiteY16" fmla="*/ 4227634 h 4698328"/>
              <a:gd name="connsiteX17" fmla="*/ 1614488 w 1641412"/>
              <a:gd name="connsiteY17" fmla="*/ 4698328 h 4698328"/>
              <a:gd name="connsiteX18" fmla="*/ 1525587 w 1641412"/>
              <a:gd name="connsiteY18" fmla="*/ 4675308 h 4698328"/>
              <a:gd name="connsiteX19" fmla="*/ 1515269 w 1641412"/>
              <a:gd name="connsiteY19" fmla="*/ 4387177 h 4698328"/>
              <a:gd name="connsiteX20" fmla="*/ 1504950 w 1641412"/>
              <a:gd name="connsiteY20" fmla="*/ 4272084 h 4698328"/>
              <a:gd name="connsiteX21" fmla="*/ 1390650 w 1641412"/>
              <a:gd name="connsiteY21" fmla="*/ 4075234 h 4698328"/>
              <a:gd name="connsiteX22" fmla="*/ 1225550 w 1641412"/>
              <a:gd name="connsiteY22" fmla="*/ 3941884 h 4698328"/>
              <a:gd name="connsiteX23" fmla="*/ 952500 w 1641412"/>
              <a:gd name="connsiteY23" fmla="*/ 3840284 h 4698328"/>
              <a:gd name="connsiteX24" fmla="*/ 717550 w 1641412"/>
              <a:gd name="connsiteY24" fmla="*/ 3713284 h 4698328"/>
              <a:gd name="connsiteX25" fmla="*/ 482600 w 1641412"/>
              <a:gd name="connsiteY25" fmla="*/ 3529134 h 4698328"/>
              <a:gd name="connsiteX26" fmla="*/ 254000 w 1641412"/>
              <a:gd name="connsiteY26" fmla="*/ 3249734 h 4698328"/>
              <a:gd name="connsiteX27" fmla="*/ 114300 w 1641412"/>
              <a:gd name="connsiteY27" fmla="*/ 2983034 h 4698328"/>
              <a:gd name="connsiteX28" fmla="*/ 31750 w 1641412"/>
              <a:gd name="connsiteY28" fmla="*/ 2684584 h 4698328"/>
              <a:gd name="connsiteX29" fmla="*/ 0 w 1641412"/>
              <a:gd name="connsiteY29" fmla="*/ 2392484 h 4698328"/>
              <a:gd name="connsiteX30" fmla="*/ 31750 w 1641412"/>
              <a:gd name="connsiteY30" fmla="*/ 2106734 h 4698328"/>
              <a:gd name="connsiteX31" fmla="*/ 120650 w 1641412"/>
              <a:gd name="connsiteY31" fmla="*/ 1808284 h 4698328"/>
              <a:gd name="connsiteX32" fmla="*/ 266700 w 1641412"/>
              <a:gd name="connsiteY32" fmla="*/ 1522534 h 4698328"/>
              <a:gd name="connsiteX33" fmla="*/ 469900 w 1641412"/>
              <a:gd name="connsiteY33" fmla="*/ 1281234 h 4698328"/>
              <a:gd name="connsiteX34" fmla="*/ 679450 w 1641412"/>
              <a:gd name="connsiteY34" fmla="*/ 1116134 h 4698328"/>
              <a:gd name="connsiteX35" fmla="*/ 889000 w 1641412"/>
              <a:gd name="connsiteY35" fmla="*/ 989134 h 4698328"/>
              <a:gd name="connsiteX36" fmla="*/ 1136650 w 1641412"/>
              <a:gd name="connsiteY36" fmla="*/ 893884 h 4698328"/>
              <a:gd name="connsiteX37" fmla="*/ 1320800 w 1641412"/>
              <a:gd name="connsiteY37" fmla="*/ 785934 h 4698328"/>
              <a:gd name="connsiteX38" fmla="*/ 1441450 w 1641412"/>
              <a:gd name="connsiteY38" fmla="*/ 646234 h 4698328"/>
              <a:gd name="connsiteX39" fmla="*/ 1524000 w 1641412"/>
              <a:gd name="connsiteY39" fmla="*/ 443034 h 4698328"/>
              <a:gd name="connsiteX40" fmla="*/ 1518444 w 1641412"/>
              <a:gd name="connsiteY40" fmla="*/ 103309 h 4698328"/>
              <a:gd name="connsiteX0" fmla="*/ 1518444 w 1625600"/>
              <a:gd name="connsiteY0" fmla="*/ 179326 h 4774345"/>
              <a:gd name="connsiteX1" fmla="*/ 1616074 w 1625600"/>
              <a:gd name="connsiteY1" fmla="*/ 0 h 4774345"/>
              <a:gd name="connsiteX2" fmla="*/ 1625600 w 1625600"/>
              <a:gd name="connsiteY2" fmla="*/ 607951 h 4774345"/>
              <a:gd name="connsiteX3" fmla="*/ 1562100 w 1625600"/>
              <a:gd name="connsiteY3" fmla="*/ 995301 h 4774345"/>
              <a:gd name="connsiteX4" fmla="*/ 1479550 w 1625600"/>
              <a:gd name="connsiteY4" fmla="*/ 1236601 h 4774345"/>
              <a:gd name="connsiteX5" fmla="*/ 1320800 w 1625600"/>
              <a:gd name="connsiteY5" fmla="*/ 1522351 h 4774345"/>
              <a:gd name="connsiteX6" fmla="*/ 1085850 w 1625600"/>
              <a:gd name="connsiteY6" fmla="*/ 1827151 h 4774345"/>
              <a:gd name="connsiteX7" fmla="*/ 946150 w 1625600"/>
              <a:gd name="connsiteY7" fmla="*/ 2189101 h 4774345"/>
              <a:gd name="connsiteX8" fmla="*/ 914400 w 1625600"/>
              <a:gd name="connsiteY8" fmla="*/ 2379601 h 4774345"/>
              <a:gd name="connsiteX9" fmla="*/ 927100 w 1625600"/>
              <a:gd name="connsiteY9" fmla="*/ 2665351 h 4774345"/>
              <a:gd name="connsiteX10" fmla="*/ 996950 w 1625600"/>
              <a:gd name="connsiteY10" fmla="*/ 2925701 h 4774345"/>
              <a:gd name="connsiteX11" fmla="*/ 1104900 w 1625600"/>
              <a:gd name="connsiteY11" fmla="*/ 3147951 h 4774345"/>
              <a:gd name="connsiteX12" fmla="*/ 1270000 w 1625600"/>
              <a:gd name="connsiteY12" fmla="*/ 3370201 h 4774345"/>
              <a:gd name="connsiteX13" fmla="*/ 1416050 w 1625600"/>
              <a:gd name="connsiteY13" fmla="*/ 3586101 h 4774345"/>
              <a:gd name="connsiteX14" fmla="*/ 1524000 w 1625600"/>
              <a:gd name="connsiteY14" fmla="*/ 3821051 h 4774345"/>
              <a:gd name="connsiteX15" fmla="*/ 1587500 w 1625600"/>
              <a:gd name="connsiteY15" fmla="*/ 4036951 h 4774345"/>
              <a:gd name="connsiteX16" fmla="*/ 1619250 w 1625600"/>
              <a:gd name="connsiteY16" fmla="*/ 4303651 h 4774345"/>
              <a:gd name="connsiteX17" fmla="*/ 1614488 w 1625600"/>
              <a:gd name="connsiteY17" fmla="*/ 4774345 h 4774345"/>
              <a:gd name="connsiteX18" fmla="*/ 1525587 w 1625600"/>
              <a:gd name="connsiteY18" fmla="*/ 4751325 h 4774345"/>
              <a:gd name="connsiteX19" fmla="*/ 1515269 w 1625600"/>
              <a:gd name="connsiteY19" fmla="*/ 4463194 h 4774345"/>
              <a:gd name="connsiteX20" fmla="*/ 1504950 w 1625600"/>
              <a:gd name="connsiteY20" fmla="*/ 4348101 h 4774345"/>
              <a:gd name="connsiteX21" fmla="*/ 1390650 w 1625600"/>
              <a:gd name="connsiteY21" fmla="*/ 4151251 h 4774345"/>
              <a:gd name="connsiteX22" fmla="*/ 1225550 w 1625600"/>
              <a:gd name="connsiteY22" fmla="*/ 4017901 h 4774345"/>
              <a:gd name="connsiteX23" fmla="*/ 952500 w 1625600"/>
              <a:gd name="connsiteY23" fmla="*/ 3916301 h 4774345"/>
              <a:gd name="connsiteX24" fmla="*/ 717550 w 1625600"/>
              <a:gd name="connsiteY24" fmla="*/ 3789301 h 4774345"/>
              <a:gd name="connsiteX25" fmla="*/ 482600 w 1625600"/>
              <a:gd name="connsiteY25" fmla="*/ 3605151 h 4774345"/>
              <a:gd name="connsiteX26" fmla="*/ 254000 w 1625600"/>
              <a:gd name="connsiteY26" fmla="*/ 3325751 h 4774345"/>
              <a:gd name="connsiteX27" fmla="*/ 114300 w 1625600"/>
              <a:gd name="connsiteY27" fmla="*/ 3059051 h 4774345"/>
              <a:gd name="connsiteX28" fmla="*/ 31750 w 1625600"/>
              <a:gd name="connsiteY28" fmla="*/ 2760601 h 4774345"/>
              <a:gd name="connsiteX29" fmla="*/ 0 w 1625600"/>
              <a:gd name="connsiteY29" fmla="*/ 2468501 h 4774345"/>
              <a:gd name="connsiteX30" fmla="*/ 31750 w 1625600"/>
              <a:gd name="connsiteY30" fmla="*/ 2182751 h 4774345"/>
              <a:gd name="connsiteX31" fmla="*/ 120650 w 1625600"/>
              <a:gd name="connsiteY31" fmla="*/ 1884301 h 4774345"/>
              <a:gd name="connsiteX32" fmla="*/ 266700 w 1625600"/>
              <a:gd name="connsiteY32" fmla="*/ 1598551 h 4774345"/>
              <a:gd name="connsiteX33" fmla="*/ 469900 w 1625600"/>
              <a:gd name="connsiteY33" fmla="*/ 1357251 h 4774345"/>
              <a:gd name="connsiteX34" fmla="*/ 679450 w 1625600"/>
              <a:gd name="connsiteY34" fmla="*/ 1192151 h 4774345"/>
              <a:gd name="connsiteX35" fmla="*/ 889000 w 1625600"/>
              <a:gd name="connsiteY35" fmla="*/ 1065151 h 4774345"/>
              <a:gd name="connsiteX36" fmla="*/ 1136650 w 1625600"/>
              <a:gd name="connsiteY36" fmla="*/ 969901 h 4774345"/>
              <a:gd name="connsiteX37" fmla="*/ 1320800 w 1625600"/>
              <a:gd name="connsiteY37" fmla="*/ 861951 h 4774345"/>
              <a:gd name="connsiteX38" fmla="*/ 1441450 w 1625600"/>
              <a:gd name="connsiteY38" fmla="*/ 722251 h 4774345"/>
              <a:gd name="connsiteX39" fmla="*/ 1524000 w 1625600"/>
              <a:gd name="connsiteY39" fmla="*/ 519051 h 4774345"/>
              <a:gd name="connsiteX40" fmla="*/ 1518444 w 1625600"/>
              <a:gd name="connsiteY40" fmla="*/ 179326 h 4774345"/>
              <a:gd name="connsiteX0" fmla="*/ 1518444 w 1625600"/>
              <a:gd name="connsiteY0" fmla="*/ 179326 h 4850362"/>
              <a:gd name="connsiteX1" fmla="*/ 1616074 w 1625600"/>
              <a:gd name="connsiteY1" fmla="*/ 0 h 4850362"/>
              <a:gd name="connsiteX2" fmla="*/ 1625600 w 1625600"/>
              <a:gd name="connsiteY2" fmla="*/ 607951 h 4850362"/>
              <a:gd name="connsiteX3" fmla="*/ 1562100 w 1625600"/>
              <a:gd name="connsiteY3" fmla="*/ 995301 h 4850362"/>
              <a:gd name="connsiteX4" fmla="*/ 1479550 w 1625600"/>
              <a:gd name="connsiteY4" fmla="*/ 1236601 h 4850362"/>
              <a:gd name="connsiteX5" fmla="*/ 1320800 w 1625600"/>
              <a:gd name="connsiteY5" fmla="*/ 1522351 h 4850362"/>
              <a:gd name="connsiteX6" fmla="*/ 1085850 w 1625600"/>
              <a:gd name="connsiteY6" fmla="*/ 1827151 h 4850362"/>
              <a:gd name="connsiteX7" fmla="*/ 946150 w 1625600"/>
              <a:gd name="connsiteY7" fmla="*/ 2189101 h 4850362"/>
              <a:gd name="connsiteX8" fmla="*/ 914400 w 1625600"/>
              <a:gd name="connsiteY8" fmla="*/ 2379601 h 4850362"/>
              <a:gd name="connsiteX9" fmla="*/ 927100 w 1625600"/>
              <a:gd name="connsiteY9" fmla="*/ 2665351 h 4850362"/>
              <a:gd name="connsiteX10" fmla="*/ 996950 w 1625600"/>
              <a:gd name="connsiteY10" fmla="*/ 2925701 h 4850362"/>
              <a:gd name="connsiteX11" fmla="*/ 1104900 w 1625600"/>
              <a:gd name="connsiteY11" fmla="*/ 3147951 h 4850362"/>
              <a:gd name="connsiteX12" fmla="*/ 1270000 w 1625600"/>
              <a:gd name="connsiteY12" fmla="*/ 3370201 h 4850362"/>
              <a:gd name="connsiteX13" fmla="*/ 1416050 w 1625600"/>
              <a:gd name="connsiteY13" fmla="*/ 3586101 h 4850362"/>
              <a:gd name="connsiteX14" fmla="*/ 1524000 w 1625600"/>
              <a:gd name="connsiteY14" fmla="*/ 3821051 h 4850362"/>
              <a:gd name="connsiteX15" fmla="*/ 1587500 w 1625600"/>
              <a:gd name="connsiteY15" fmla="*/ 4036951 h 4850362"/>
              <a:gd name="connsiteX16" fmla="*/ 1619250 w 1625600"/>
              <a:gd name="connsiteY16" fmla="*/ 4303651 h 4850362"/>
              <a:gd name="connsiteX17" fmla="*/ 1614489 w 1625600"/>
              <a:gd name="connsiteY17" fmla="*/ 4850362 h 4850362"/>
              <a:gd name="connsiteX18" fmla="*/ 1525587 w 1625600"/>
              <a:gd name="connsiteY18" fmla="*/ 4751325 h 4850362"/>
              <a:gd name="connsiteX19" fmla="*/ 1515269 w 1625600"/>
              <a:gd name="connsiteY19" fmla="*/ 4463194 h 4850362"/>
              <a:gd name="connsiteX20" fmla="*/ 1504950 w 1625600"/>
              <a:gd name="connsiteY20" fmla="*/ 4348101 h 4850362"/>
              <a:gd name="connsiteX21" fmla="*/ 1390650 w 1625600"/>
              <a:gd name="connsiteY21" fmla="*/ 4151251 h 4850362"/>
              <a:gd name="connsiteX22" fmla="*/ 1225550 w 1625600"/>
              <a:gd name="connsiteY22" fmla="*/ 4017901 h 4850362"/>
              <a:gd name="connsiteX23" fmla="*/ 952500 w 1625600"/>
              <a:gd name="connsiteY23" fmla="*/ 3916301 h 4850362"/>
              <a:gd name="connsiteX24" fmla="*/ 717550 w 1625600"/>
              <a:gd name="connsiteY24" fmla="*/ 3789301 h 4850362"/>
              <a:gd name="connsiteX25" fmla="*/ 482600 w 1625600"/>
              <a:gd name="connsiteY25" fmla="*/ 3605151 h 4850362"/>
              <a:gd name="connsiteX26" fmla="*/ 254000 w 1625600"/>
              <a:gd name="connsiteY26" fmla="*/ 3325751 h 4850362"/>
              <a:gd name="connsiteX27" fmla="*/ 114300 w 1625600"/>
              <a:gd name="connsiteY27" fmla="*/ 3059051 h 4850362"/>
              <a:gd name="connsiteX28" fmla="*/ 31750 w 1625600"/>
              <a:gd name="connsiteY28" fmla="*/ 2760601 h 4850362"/>
              <a:gd name="connsiteX29" fmla="*/ 0 w 1625600"/>
              <a:gd name="connsiteY29" fmla="*/ 2468501 h 4850362"/>
              <a:gd name="connsiteX30" fmla="*/ 31750 w 1625600"/>
              <a:gd name="connsiteY30" fmla="*/ 2182751 h 4850362"/>
              <a:gd name="connsiteX31" fmla="*/ 120650 w 1625600"/>
              <a:gd name="connsiteY31" fmla="*/ 1884301 h 4850362"/>
              <a:gd name="connsiteX32" fmla="*/ 266700 w 1625600"/>
              <a:gd name="connsiteY32" fmla="*/ 1598551 h 4850362"/>
              <a:gd name="connsiteX33" fmla="*/ 469900 w 1625600"/>
              <a:gd name="connsiteY33" fmla="*/ 1357251 h 4850362"/>
              <a:gd name="connsiteX34" fmla="*/ 679450 w 1625600"/>
              <a:gd name="connsiteY34" fmla="*/ 1192151 h 4850362"/>
              <a:gd name="connsiteX35" fmla="*/ 889000 w 1625600"/>
              <a:gd name="connsiteY35" fmla="*/ 1065151 h 4850362"/>
              <a:gd name="connsiteX36" fmla="*/ 1136650 w 1625600"/>
              <a:gd name="connsiteY36" fmla="*/ 969901 h 4850362"/>
              <a:gd name="connsiteX37" fmla="*/ 1320800 w 1625600"/>
              <a:gd name="connsiteY37" fmla="*/ 861951 h 4850362"/>
              <a:gd name="connsiteX38" fmla="*/ 1441450 w 1625600"/>
              <a:gd name="connsiteY38" fmla="*/ 722251 h 4850362"/>
              <a:gd name="connsiteX39" fmla="*/ 1524000 w 1625600"/>
              <a:gd name="connsiteY39" fmla="*/ 519051 h 4850362"/>
              <a:gd name="connsiteX40" fmla="*/ 1518444 w 1625600"/>
              <a:gd name="connsiteY40" fmla="*/ 179326 h 485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5600" h="4850362">
                <a:moveTo>
                  <a:pt x="1518444" y="179326"/>
                </a:moveTo>
                <a:lnTo>
                  <a:pt x="1616074" y="0"/>
                </a:lnTo>
                <a:lnTo>
                  <a:pt x="1625600" y="607951"/>
                </a:lnTo>
                <a:lnTo>
                  <a:pt x="1562100" y="995301"/>
                </a:lnTo>
                <a:lnTo>
                  <a:pt x="1479550" y="1236601"/>
                </a:lnTo>
                <a:lnTo>
                  <a:pt x="1320800" y="1522351"/>
                </a:lnTo>
                <a:lnTo>
                  <a:pt x="1085850" y="1827151"/>
                </a:lnTo>
                <a:lnTo>
                  <a:pt x="946150" y="2189101"/>
                </a:lnTo>
                <a:lnTo>
                  <a:pt x="914400" y="2379601"/>
                </a:lnTo>
                <a:lnTo>
                  <a:pt x="927100" y="2665351"/>
                </a:lnTo>
                <a:lnTo>
                  <a:pt x="996950" y="2925701"/>
                </a:lnTo>
                <a:lnTo>
                  <a:pt x="1104900" y="3147951"/>
                </a:lnTo>
                <a:lnTo>
                  <a:pt x="1270000" y="3370201"/>
                </a:lnTo>
                <a:lnTo>
                  <a:pt x="1416050" y="3586101"/>
                </a:lnTo>
                <a:lnTo>
                  <a:pt x="1524000" y="3821051"/>
                </a:lnTo>
                <a:lnTo>
                  <a:pt x="1587500" y="4036951"/>
                </a:lnTo>
                <a:lnTo>
                  <a:pt x="1619250" y="4303651"/>
                </a:lnTo>
                <a:cubicBezTo>
                  <a:pt x="1617663" y="4460549"/>
                  <a:pt x="1616076" y="4693464"/>
                  <a:pt x="1614489" y="4850362"/>
                </a:cubicBezTo>
                <a:lnTo>
                  <a:pt x="1525587" y="4751325"/>
                </a:lnTo>
                <a:lnTo>
                  <a:pt x="1515269" y="4463194"/>
                </a:lnTo>
                <a:lnTo>
                  <a:pt x="1504950" y="4348101"/>
                </a:lnTo>
                <a:lnTo>
                  <a:pt x="1390650" y="4151251"/>
                </a:lnTo>
                <a:lnTo>
                  <a:pt x="1225550" y="4017901"/>
                </a:lnTo>
                <a:lnTo>
                  <a:pt x="952500" y="3916301"/>
                </a:lnTo>
                <a:lnTo>
                  <a:pt x="717550" y="3789301"/>
                </a:lnTo>
                <a:lnTo>
                  <a:pt x="482600" y="3605151"/>
                </a:lnTo>
                <a:lnTo>
                  <a:pt x="254000" y="3325751"/>
                </a:lnTo>
                <a:lnTo>
                  <a:pt x="114300" y="3059051"/>
                </a:lnTo>
                <a:lnTo>
                  <a:pt x="31750" y="2760601"/>
                </a:lnTo>
                <a:lnTo>
                  <a:pt x="0" y="2468501"/>
                </a:lnTo>
                <a:lnTo>
                  <a:pt x="31750" y="2182751"/>
                </a:lnTo>
                <a:lnTo>
                  <a:pt x="120650" y="1884301"/>
                </a:lnTo>
                <a:lnTo>
                  <a:pt x="266700" y="1598551"/>
                </a:lnTo>
                <a:lnTo>
                  <a:pt x="469900" y="1357251"/>
                </a:lnTo>
                <a:lnTo>
                  <a:pt x="679450" y="1192151"/>
                </a:lnTo>
                <a:lnTo>
                  <a:pt x="889000" y="1065151"/>
                </a:lnTo>
                <a:lnTo>
                  <a:pt x="1136650" y="969901"/>
                </a:lnTo>
                <a:lnTo>
                  <a:pt x="1320800" y="861951"/>
                </a:lnTo>
                <a:lnTo>
                  <a:pt x="1441450" y="722251"/>
                </a:lnTo>
                <a:lnTo>
                  <a:pt x="1524000" y="519051"/>
                </a:lnTo>
                <a:lnTo>
                  <a:pt x="1518444" y="179326"/>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812970AA-596F-9FD3-0639-2CA601FDCF28}"/>
              </a:ext>
            </a:extLst>
          </p:cNvPr>
          <p:cNvSpPr/>
          <p:nvPr/>
        </p:nvSpPr>
        <p:spPr>
          <a:xfrm flipH="1">
            <a:off x="7313876" y="1729995"/>
            <a:ext cx="1650657" cy="2987917"/>
          </a:xfrm>
          <a:custGeom>
            <a:avLst/>
            <a:gdLst>
              <a:gd name="connsiteX0" fmla="*/ 1173988 w 1650657"/>
              <a:gd name="connsiteY0" fmla="*/ 97639 h 2987917"/>
              <a:gd name="connsiteX1" fmla="*/ 1250982 w 1650657"/>
              <a:gd name="connsiteY1" fmla="*/ 174631 h 2987917"/>
              <a:gd name="connsiteX2" fmla="*/ 1252619 w 1650657"/>
              <a:gd name="connsiteY2" fmla="*/ 291804 h 2987917"/>
              <a:gd name="connsiteX3" fmla="*/ 968922 w 1650657"/>
              <a:gd name="connsiteY3" fmla="*/ 575501 h 2987917"/>
              <a:gd name="connsiteX4" fmla="*/ 968922 w 1650657"/>
              <a:gd name="connsiteY4" fmla="*/ 2384588 h 2987917"/>
              <a:gd name="connsiteX5" fmla="*/ 1252619 w 1650657"/>
              <a:gd name="connsiteY5" fmla="*/ 2668285 h 2987917"/>
              <a:gd name="connsiteX6" fmla="*/ 1250189 w 1650657"/>
              <a:gd name="connsiteY6" fmla="*/ 2755115 h 2987917"/>
              <a:gd name="connsiteX7" fmla="*/ 1197801 w 1650657"/>
              <a:gd name="connsiteY7" fmla="*/ 2814646 h 2987917"/>
              <a:gd name="connsiteX8" fmla="*/ 907913 w 1650657"/>
              <a:gd name="connsiteY8" fmla="*/ 2815761 h 2987917"/>
              <a:gd name="connsiteX9" fmla="*/ 752508 w 1650657"/>
              <a:gd name="connsiteY9" fmla="*/ 2814643 h 2987917"/>
              <a:gd name="connsiteX10" fmla="*/ 752485 w 1650657"/>
              <a:gd name="connsiteY10" fmla="*/ 2815796 h 2987917"/>
              <a:gd name="connsiteX11" fmla="*/ 452856 w 1650657"/>
              <a:gd name="connsiteY11" fmla="*/ 2814646 h 2987917"/>
              <a:gd name="connsiteX12" fmla="*/ 400468 w 1650657"/>
              <a:gd name="connsiteY12" fmla="*/ 2755115 h 2987917"/>
              <a:gd name="connsiteX13" fmla="*/ 398038 w 1650657"/>
              <a:gd name="connsiteY13" fmla="*/ 2668285 h 2987917"/>
              <a:gd name="connsiteX14" fmla="*/ 681735 w 1650657"/>
              <a:gd name="connsiteY14" fmla="*/ 2384588 h 2987917"/>
              <a:gd name="connsiteX15" fmla="*/ 681735 w 1650657"/>
              <a:gd name="connsiteY15" fmla="*/ 575501 h 2987917"/>
              <a:gd name="connsiteX16" fmla="*/ 398038 w 1650657"/>
              <a:gd name="connsiteY16" fmla="*/ 291804 h 2987917"/>
              <a:gd name="connsiteX17" fmla="*/ 399675 w 1650657"/>
              <a:gd name="connsiteY17" fmla="*/ 174631 h 2987917"/>
              <a:gd name="connsiteX18" fmla="*/ 476669 w 1650657"/>
              <a:gd name="connsiteY18" fmla="*/ 97639 h 2987917"/>
              <a:gd name="connsiteX19" fmla="*/ 711930 w 1650657"/>
              <a:gd name="connsiteY19" fmla="*/ 98851 h 2987917"/>
              <a:gd name="connsiteX20" fmla="*/ 1173989 w 1650657"/>
              <a:gd name="connsiteY20" fmla="*/ 7 h 2987917"/>
              <a:gd name="connsiteX21" fmla="*/ 825329 w 1650657"/>
              <a:gd name="connsiteY21" fmla="*/ 1796 h 2987917"/>
              <a:gd name="connsiteX22" fmla="*/ 476668 w 1650657"/>
              <a:gd name="connsiteY22" fmla="*/ 7 h 2987917"/>
              <a:gd name="connsiteX23" fmla="*/ 281406 w 1650657"/>
              <a:gd name="connsiteY23" fmla="*/ 173838 h 2987917"/>
              <a:gd name="connsiteX24" fmla="*/ 283697 w 1650657"/>
              <a:gd name="connsiteY24" fmla="*/ 291804 h 2987917"/>
              <a:gd name="connsiteX25" fmla="*/ 0 w 1650657"/>
              <a:gd name="connsiteY25" fmla="*/ 575501 h 2987917"/>
              <a:gd name="connsiteX26" fmla="*/ 0 w 1650657"/>
              <a:gd name="connsiteY26" fmla="*/ 2384588 h 2987917"/>
              <a:gd name="connsiteX27" fmla="*/ 283697 w 1650657"/>
              <a:gd name="connsiteY27" fmla="*/ 2668285 h 2987917"/>
              <a:gd name="connsiteX28" fmla="*/ 281405 w 1650657"/>
              <a:gd name="connsiteY28" fmla="*/ 2752734 h 2987917"/>
              <a:gd name="connsiteX29" fmla="*/ 452856 w 1650657"/>
              <a:gd name="connsiteY29" fmla="*/ 2905132 h 2987917"/>
              <a:gd name="connsiteX30" fmla="*/ 740141 w 1650657"/>
              <a:gd name="connsiteY30" fmla="*/ 2905085 h 2987917"/>
              <a:gd name="connsiteX31" fmla="*/ 753556 w 1650657"/>
              <a:gd name="connsiteY31" fmla="*/ 2905087 h 2987917"/>
              <a:gd name="connsiteX32" fmla="*/ 753556 w 1650657"/>
              <a:gd name="connsiteY32" fmla="*/ 2987917 h 2987917"/>
              <a:gd name="connsiteX33" fmla="*/ 803848 w 1650657"/>
              <a:gd name="connsiteY33" fmla="*/ 2987917 h 2987917"/>
              <a:gd name="connsiteX34" fmla="*/ 803848 w 1650657"/>
              <a:gd name="connsiteY34" fmla="*/ 2905092 h 2987917"/>
              <a:gd name="connsiteX35" fmla="*/ 1197801 w 1650657"/>
              <a:gd name="connsiteY35" fmla="*/ 2905132 h 2987917"/>
              <a:gd name="connsiteX36" fmla="*/ 1369252 w 1650657"/>
              <a:gd name="connsiteY36" fmla="*/ 2752734 h 2987917"/>
              <a:gd name="connsiteX37" fmla="*/ 1366960 w 1650657"/>
              <a:gd name="connsiteY37" fmla="*/ 2668285 h 2987917"/>
              <a:gd name="connsiteX38" fmla="*/ 1650657 w 1650657"/>
              <a:gd name="connsiteY38" fmla="*/ 2384588 h 2987917"/>
              <a:gd name="connsiteX39" fmla="*/ 1650657 w 1650657"/>
              <a:gd name="connsiteY39" fmla="*/ 575501 h 2987917"/>
              <a:gd name="connsiteX40" fmla="*/ 1366960 w 1650657"/>
              <a:gd name="connsiteY40" fmla="*/ 291804 h 2987917"/>
              <a:gd name="connsiteX41" fmla="*/ 1369251 w 1650657"/>
              <a:gd name="connsiteY41" fmla="*/ 173838 h 2987917"/>
              <a:gd name="connsiteX42" fmla="*/ 1173989 w 1650657"/>
              <a:gd name="connsiteY42" fmla="*/ 7 h 298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657" h="2987917">
                <a:moveTo>
                  <a:pt x="1173988" y="97639"/>
                </a:moveTo>
                <a:cubicBezTo>
                  <a:pt x="1256803" y="99491"/>
                  <a:pt x="1244367" y="103723"/>
                  <a:pt x="1250982" y="174631"/>
                </a:cubicBezTo>
                <a:cubicBezTo>
                  <a:pt x="1251528" y="213689"/>
                  <a:pt x="1252073" y="252746"/>
                  <a:pt x="1252619" y="291804"/>
                </a:cubicBezTo>
                <a:cubicBezTo>
                  <a:pt x="1095937" y="291804"/>
                  <a:pt x="968922" y="418819"/>
                  <a:pt x="968922" y="575501"/>
                </a:cubicBezTo>
                <a:lnTo>
                  <a:pt x="968922" y="2384588"/>
                </a:lnTo>
                <a:cubicBezTo>
                  <a:pt x="968922" y="2541270"/>
                  <a:pt x="1095937" y="2668285"/>
                  <a:pt x="1252619" y="2668285"/>
                </a:cubicBezTo>
                <a:lnTo>
                  <a:pt x="1250189" y="2755115"/>
                </a:lnTo>
                <a:cubicBezTo>
                  <a:pt x="1249395" y="2801153"/>
                  <a:pt x="1248600" y="2813851"/>
                  <a:pt x="1197801" y="2814646"/>
                </a:cubicBezTo>
                <a:cubicBezTo>
                  <a:pt x="1140007" y="2813158"/>
                  <a:pt x="1015085" y="2815080"/>
                  <a:pt x="907913" y="2815761"/>
                </a:cubicBezTo>
                <a:lnTo>
                  <a:pt x="752508" y="2814643"/>
                </a:lnTo>
                <a:cubicBezTo>
                  <a:pt x="752500" y="2815027"/>
                  <a:pt x="752493" y="2815412"/>
                  <a:pt x="752485" y="2815796"/>
                </a:cubicBezTo>
                <a:lnTo>
                  <a:pt x="452856" y="2814646"/>
                </a:lnTo>
                <a:cubicBezTo>
                  <a:pt x="402057" y="2813851"/>
                  <a:pt x="401262" y="2801153"/>
                  <a:pt x="400468" y="2755115"/>
                </a:cubicBezTo>
                <a:lnTo>
                  <a:pt x="398038" y="2668285"/>
                </a:lnTo>
                <a:cubicBezTo>
                  <a:pt x="554720" y="2668285"/>
                  <a:pt x="681735" y="2541270"/>
                  <a:pt x="681735" y="2384588"/>
                </a:cubicBezTo>
                <a:lnTo>
                  <a:pt x="681735" y="575501"/>
                </a:lnTo>
                <a:cubicBezTo>
                  <a:pt x="681735" y="418819"/>
                  <a:pt x="554720" y="291804"/>
                  <a:pt x="398038" y="291804"/>
                </a:cubicBezTo>
                <a:cubicBezTo>
                  <a:pt x="398584" y="252746"/>
                  <a:pt x="399129" y="213689"/>
                  <a:pt x="399675" y="174631"/>
                </a:cubicBezTo>
                <a:cubicBezTo>
                  <a:pt x="406290" y="103723"/>
                  <a:pt x="393854" y="99491"/>
                  <a:pt x="476669" y="97639"/>
                </a:cubicBezTo>
                <a:lnTo>
                  <a:pt x="711930" y="98851"/>
                </a:lnTo>
                <a:close/>
                <a:moveTo>
                  <a:pt x="1173989" y="7"/>
                </a:moveTo>
                <a:lnTo>
                  <a:pt x="825329" y="1796"/>
                </a:lnTo>
                <a:lnTo>
                  <a:pt x="476668" y="7"/>
                </a:lnTo>
                <a:cubicBezTo>
                  <a:pt x="308393" y="-786"/>
                  <a:pt x="294900" y="69857"/>
                  <a:pt x="281406" y="173838"/>
                </a:cubicBezTo>
                <a:cubicBezTo>
                  <a:pt x="282170" y="213160"/>
                  <a:pt x="282933" y="252482"/>
                  <a:pt x="283697" y="291804"/>
                </a:cubicBezTo>
                <a:cubicBezTo>
                  <a:pt x="127015" y="291804"/>
                  <a:pt x="0" y="418819"/>
                  <a:pt x="0" y="575501"/>
                </a:cubicBezTo>
                <a:lnTo>
                  <a:pt x="0" y="2384588"/>
                </a:lnTo>
                <a:cubicBezTo>
                  <a:pt x="0" y="2541270"/>
                  <a:pt x="127015" y="2668285"/>
                  <a:pt x="283697" y="2668285"/>
                </a:cubicBezTo>
                <a:lnTo>
                  <a:pt x="281405" y="2752734"/>
                </a:lnTo>
                <a:cubicBezTo>
                  <a:pt x="281405" y="2879733"/>
                  <a:pt x="288550" y="2894815"/>
                  <a:pt x="452856" y="2905132"/>
                </a:cubicBezTo>
                <a:cubicBezTo>
                  <a:pt x="500481" y="2903643"/>
                  <a:pt x="629962" y="2904016"/>
                  <a:pt x="740141" y="2905085"/>
                </a:cubicBezTo>
                <a:lnTo>
                  <a:pt x="753556" y="2905087"/>
                </a:lnTo>
                <a:lnTo>
                  <a:pt x="753556" y="2987917"/>
                </a:lnTo>
                <a:lnTo>
                  <a:pt x="803848" y="2987917"/>
                </a:lnTo>
                <a:lnTo>
                  <a:pt x="803848" y="2905092"/>
                </a:lnTo>
                <a:lnTo>
                  <a:pt x="1197801" y="2905132"/>
                </a:lnTo>
                <a:cubicBezTo>
                  <a:pt x="1362107" y="2894815"/>
                  <a:pt x="1369252" y="2879733"/>
                  <a:pt x="1369252" y="2752734"/>
                </a:cubicBezTo>
                <a:lnTo>
                  <a:pt x="1366960" y="2668285"/>
                </a:lnTo>
                <a:cubicBezTo>
                  <a:pt x="1523642" y="2668285"/>
                  <a:pt x="1650657" y="2541270"/>
                  <a:pt x="1650657" y="2384588"/>
                </a:cubicBezTo>
                <a:lnTo>
                  <a:pt x="1650657" y="575501"/>
                </a:lnTo>
                <a:cubicBezTo>
                  <a:pt x="1650657" y="418819"/>
                  <a:pt x="1523642" y="291804"/>
                  <a:pt x="1366960" y="291804"/>
                </a:cubicBezTo>
                <a:cubicBezTo>
                  <a:pt x="1367724" y="252482"/>
                  <a:pt x="1368487" y="213160"/>
                  <a:pt x="1369251" y="173838"/>
                </a:cubicBezTo>
                <a:cubicBezTo>
                  <a:pt x="1355757" y="69857"/>
                  <a:pt x="1342264" y="-786"/>
                  <a:pt x="1173989" y="7"/>
                </a:cubicBezTo>
                <a:close/>
              </a:path>
            </a:pathLst>
          </a:custGeom>
          <a:gradFill>
            <a:gsLst>
              <a:gs pos="20000">
                <a:srgbClr val="FF0800"/>
              </a:gs>
              <a:gs pos="0">
                <a:srgbClr val="FF0000"/>
              </a:gs>
              <a:gs pos="90000">
                <a:srgbClr val="FFFF00"/>
              </a:gs>
              <a:gs pos="50000">
                <a:srgbClr val="FFC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00FB80E7-3ECD-3EC3-241B-081B959440D2}"/>
              </a:ext>
            </a:extLst>
          </p:cNvPr>
          <p:cNvSpPr/>
          <p:nvPr/>
        </p:nvSpPr>
        <p:spPr>
          <a:xfrm>
            <a:off x="8369037" y="2229787"/>
            <a:ext cx="4794513" cy="1982659"/>
          </a:xfrm>
          <a:custGeom>
            <a:avLst/>
            <a:gdLst>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74063 w 4794513"/>
              <a:gd name="connsiteY38" fmla="*/ 1982659 h 1982659"/>
              <a:gd name="connsiteX39" fmla="*/ 148961 w 4794513"/>
              <a:gd name="connsiteY39" fmla="*/ 1982659 h 1982659"/>
              <a:gd name="connsiteX40" fmla="*/ 148961 w 4794513"/>
              <a:gd name="connsiteY40" fmla="*/ 1980016 h 1982659"/>
              <a:gd name="connsiteX41" fmla="*/ 139399 w 4794513"/>
              <a:gd name="connsiteY41" fmla="*/ 1979009 h 1982659"/>
              <a:gd name="connsiteX42" fmla="*/ 2064 w 4794513"/>
              <a:gd name="connsiteY42" fmla="*/ 1803005 h 1982659"/>
              <a:gd name="connsiteX43" fmla="*/ 174063 w 4794513"/>
              <a:gd name="connsiteY43" fmla="*/ 1623350 h 1982659"/>
              <a:gd name="connsiteX44" fmla="*/ 341086 w 4794513"/>
              <a:gd name="connsiteY44" fmla="*/ 1621637 h 1982659"/>
              <a:gd name="connsiteX45" fmla="*/ 361575 w 4794513"/>
              <a:gd name="connsiteY45" fmla="*/ 1621395 h 1982659"/>
              <a:gd name="connsiteX46" fmla="*/ 361575 w 4794513"/>
              <a:gd name="connsiteY46" fmla="*/ 1620718 h 1982659"/>
              <a:gd name="connsiteX47" fmla="*/ 454725 w 4794513"/>
              <a:gd name="connsiteY47" fmla="*/ 1530892 h 1982659"/>
              <a:gd name="connsiteX48" fmla="*/ 361575 w 4794513"/>
              <a:gd name="connsiteY48" fmla="*/ 1441064 h 1982659"/>
              <a:gd name="connsiteX49" fmla="*/ 171998 w 4794513"/>
              <a:gd name="connsiteY49" fmla="*/ 1439479 h 1982659"/>
              <a:gd name="connsiteX50" fmla="*/ 105049 w 4794513"/>
              <a:gd name="connsiteY50" fmla="*/ 1427164 h 1982659"/>
              <a:gd name="connsiteX51" fmla="*/ 0 w 4794513"/>
              <a:gd name="connsiteY51" fmla="*/ 1261628 h 1982659"/>
              <a:gd name="connsiteX52" fmla="*/ 171998 w 4794513"/>
              <a:gd name="connsiteY52" fmla="*/ 1081973 h 1982659"/>
              <a:gd name="connsiteX53" fmla="*/ 339021 w 4794513"/>
              <a:gd name="connsiteY53" fmla="*/ 1080260 h 1982659"/>
              <a:gd name="connsiteX54" fmla="*/ 359510 w 4794513"/>
              <a:gd name="connsiteY54" fmla="*/ 1080018 h 1982659"/>
              <a:gd name="connsiteX55" fmla="*/ 359510 w 4794513"/>
              <a:gd name="connsiteY55" fmla="*/ 1079341 h 1982659"/>
              <a:gd name="connsiteX56" fmla="*/ 452660 w 4794513"/>
              <a:gd name="connsiteY56" fmla="*/ 989514 h 1982659"/>
              <a:gd name="connsiteX57" fmla="*/ 359510 w 4794513"/>
              <a:gd name="connsiteY57" fmla="*/ 899687 h 1982659"/>
              <a:gd name="connsiteX58" fmla="*/ 153593 w 4794513"/>
              <a:gd name="connsiteY58" fmla="*/ 891012 h 1982659"/>
              <a:gd name="connsiteX59" fmla="*/ 107114 w 4794513"/>
              <a:gd name="connsiteY59" fmla="*/ 886964 h 1982659"/>
              <a:gd name="connsiteX60" fmla="*/ 2064 w 4794513"/>
              <a:gd name="connsiteY60" fmla="*/ 721428 h 1982659"/>
              <a:gd name="connsiteX61" fmla="*/ 174063 w 4794513"/>
              <a:gd name="connsiteY61" fmla="*/ 541774 h 1982659"/>
              <a:gd name="connsiteX62" fmla="*/ 341086 w 4794513"/>
              <a:gd name="connsiteY62" fmla="*/ 540060 h 1982659"/>
              <a:gd name="connsiteX63" fmla="*/ 361575 w 4794513"/>
              <a:gd name="connsiteY63" fmla="*/ 539818 h 1982659"/>
              <a:gd name="connsiteX64" fmla="*/ 361575 w 4794513"/>
              <a:gd name="connsiteY64" fmla="*/ 539142 h 1982659"/>
              <a:gd name="connsiteX65" fmla="*/ 454725 w 4794513"/>
              <a:gd name="connsiteY65" fmla="*/ 449315 h 1982659"/>
              <a:gd name="connsiteX66" fmla="*/ 361575 w 4794513"/>
              <a:gd name="connsiteY66" fmla="*/ 359487 h 1982659"/>
              <a:gd name="connsiteX67" fmla="*/ 171998 w 4794513"/>
              <a:gd name="connsiteY67" fmla="*/ 357903 h 1982659"/>
              <a:gd name="connsiteX68" fmla="*/ 105049 w 4794513"/>
              <a:gd name="connsiteY68" fmla="*/ 345587 h 1982659"/>
              <a:gd name="connsiteX69" fmla="*/ 0 w 4794513"/>
              <a:gd name="connsiteY69" fmla="*/ 180051 h 1982659"/>
              <a:gd name="connsiteX70" fmla="*/ 171998 w 4794513"/>
              <a:gd name="connsiteY70" fmla="*/ 396 h 1982659"/>
              <a:gd name="connsiteX71" fmla="*/ 308550 w 4794513"/>
              <a:gd name="connsiteY71" fmla="*/ 508 h 1982659"/>
              <a:gd name="connsiteX72" fmla="*/ 320144 w 4794513"/>
              <a:gd name="connsiteY72" fmla="*/ 641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48961 w 4794513"/>
              <a:gd name="connsiteY39" fmla="*/ 1980016 h 1982659"/>
              <a:gd name="connsiteX40" fmla="*/ 139399 w 4794513"/>
              <a:gd name="connsiteY40" fmla="*/ 1979009 h 1982659"/>
              <a:gd name="connsiteX41" fmla="*/ 2064 w 4794513"/>
              <a:gd name="connsiteY41" fmla="*/ 1803005 h 1982659"/>
              <a:gd name="connsiteX42" fmla="*/ 174063 w 4794513"/>
              <a:gd name="connsiteY42" fmla="*/ 1623350 h 1982659"/>
              <a:gd name="connsiteX43" fmla="*/ 341086 w 4794513"/>
              <a:gd name="connsiteY43" fmla="*/ 1621637 h 1982659"/>
              <a:gd name="connsiteX44" fmla="*/ 361575 w 4794513"/>
              <a:gd name="connsiteY44" fmla="*/ 1621395 h 1982659"/>
              <a:gd name="connsiteX45" fmla="*/ 361575 w 4794513"/>
              <a:gd name="connsiteY45" fmla="*/ 1620718 h 1982659"/>
              <a:gd name="connsiteX46" fmla="*/ 454725 w 4794513"/>
              <a:gd name="connsiteY46" fmla="*/ 1530892 h 1982659"/>
              <a:gd name="connsiteX47" fmla="*/ 361575 w 4794513"/>
              <a:gd name="connsiteY47" fmla="*/ 1441064 h 1982659"/>
              <a:gd name="connsiteX48" fmla="*/ 171998 w 4794513"/>
              <a:gd name="connsiteY48" fmla="*/ 1439479 h 1982659"/>
              <a:gd name="connsiteX49" fmla="*/ 105049 w 4794513"/>
              <a:gd name="connsiteY49" fmla="*/ 1427164 h 1982659"/>
              <a:gd name="connsiteX50" fmla="*/ 0 w 4794513"/>
              <a:gd name="connsiteY50" fmla="*/ 1261628 h 1982659"/>
              <a:gd name="connsiteX51" fmla="*/ 171998 w 4794513"/>
              <a:gd name="connsiteY51" fmla="*/ 1081973 h 1982659"/>
              <a:gd name="connsiteX52" fmla="*/ 339021 w 4794513"/>
              <a:gd name="connsiteY52" fmla="*/ 1080260 h 1982659"/>
              <a:gd name="connsiteX53" fmla="*/ 359510 w 4794513"/>
              <a:gd name="connsiteY53" fmla="*/ 1080018 h 1982659"/>
              <a:gd name="connsiteX54" fmla="*/ 359510 w 4794513"/>
              <a:gd name="connsiteY54" fmla="*/ 1079341 h 1982659"/>
              <a:gd name="connsiteX55" fmla="*/ 452660 w 4794513"/>
              <a:gd name="connsiteY55" fmla="*/ 989514 h 1982659"/>
              <a:gd name="connsiteX56" fmla="*/ 359510 w 4794513"/>
              <a:gd name="connsiteY56" fmla="*/ 899687 h 1982659"/>
              <a:gd name="connsiteX57" fmla="*/ 153593 w 4794513"/>
              <a:gd name="connsiteY57" fmla="*/ 891012 h 1982659"/>
              <a:gd name="connsiteX58" fmla="*/ 107114 w 4794513"/>
              <a:gd name="connsiteY58" fmla="*/ 886964 h 1982659"/>
              <a:gd name="connsiteX59" fmla="*/ 2064 w 4794513"/>
              <a:gd name="connsiteY59" fmla="*/ 721428 h 1982659"/>
              <a:gd name="connsiteX60" fmla="*/ 174063 w 4794513"/>
              <a:gd name="connsiteY60" fmla="*/ 541774 h 1982659"/>
              <a:gd name="connsiteX61" fmla="*/ 341086 w 4794513"/>
              <a:gd name="connsiteY61" fmla="*/ 540060 h 1982659"/>
              <a:gd name="connsiteX62" fmla="*/ 361575 w 4794513"/>
              <a:gd name="connsiteY62" fmla="*/ 539818 h 1982659"/>
              <a:gd name="connsiteX63" fmla="*/ 361575 w 4794513"/>
              <a:gd name="connsiteY63" fmla="*/ 539142 h 1982659"/>
              <a:gd name="connsiteX64" fmla="*/ 454725 w 4794513"/>
              <a:gd name="connsiteY64" fmla="*/ 449315 h 1982659"/>
              <a:gd name="connsiteX65" fmla="*/ 361575 w 4794513"/>
              <a:gd name="connsiteY65" fmla="*/ 359487 h 1982659"/>
              <a:gd name="connsiteX66" fmla="*/ 171998 w 4794513"/>
              <a:gd name="connsiteY66" fmla="*/ 357903 h 1982659"/>
              <a:gd name="connsiteX67" fmla="*/ 105049 w 4794513"/>
              <a:gd name="connsiteY67" fmla="*/ 345587 h 1982659"/>
              <a:gd name="connsiteX68" fmla="*/ 0 w 4794513"/>
              <a:gd name="connsiteY68" fmla="*/ 180051 h 1982659"/>
              <a:gd name="connsiteX69" fmla="*/ 171998 w 4794513"/>
              <a:gd name="connsiteY69" fmla="*/ 396 h 1982659"/>
              <a:gd name="connsiteX70" fmla="*/ 308550 w 4794513"/>
              <a:gd name="connsiteY70" fmla="*/ 508 h 1982659"/>
              <a:gd name="connsiteX71" fmla="*/ 320144 w 4794513"/>
              <a:gd name="connsiteY71" fmla="*/ 641 h 1982659"/>
              <a:gd name="connsiteX72" fmla="*/ 320144 w 4794513"/>
              <a:gd name="connsiteY72"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48961 w 4794513"/>
              <a:gd name="connsiteY38" fmla="*/ 1982659 h 1982659"/>
              <a:gd name="connsiteX39" fmla="*/ 139399 w 4794513"/>
              <a:gd name="connsiteY39" fmla="*/ 1979009 h 1982659"/>
              <a:gd name="connsiteX40" fmla="*/ 2064 w 4794513"/>
              <a:gd name="connsiteY40" fmla="*/ 1803005 h 1982659"/>
              <a:gd name="connsiteX41" fmla="*/ 174063 w 4794513"/>
              <a:gd name="connsiteY41" fmla="*/ 1623350 h 1982659"/>
              <a:gd name="connsiteX42" fmla="*/ 341086 w 4794513"/>
              <a:gd name="connsiteY42" fmla="*/ 1621637 h 1982659"/>
              <a:gd name="connsiteX43" fmla="*/ 361575 w 4794513"/>
              <a:gd name="connsiteY43" fmla="*/ 1621395 h 1982659"/>
              <a:gd name="connsiteX44" fmla="*/ 361575 w 4794513"/>
              <a:gd name="connsiteY44" fmla="*/ 1620718 h 1982659"/>
              <a:gd name="connsiteX45" fmla="*/ 454725 w 4794513"/>
              <a:gd name="connsiteY45" fmla="*/ 1530892 h 1982659"/>
              <a:gd name="connsiteX46" fmla="*/ 361575 w 4794513"/>
              <a:gd name="connsiteY46" fmla="*/ 1441064 h 1982659"/>
              <a:gd name="connsiteX47" fmla="*/ 171998 w 4794513"/>
              <a:gd name="connsiteY47" fmla="*/ 1439479 h 1982659"/>
              <a:gd name="connsiteX48" fmla="*/ 105049 w 4794513"/>
              <a:gd name="connsiteY48" fmla="*/ 1427164 h 1982659"/>
              <a:gd name="connsiteX49" fmla="*/ 0 w 4794513"/>
              <a:gd name="connsiteY49" fmla="*/ 1261628 h 1982659"/>
              <a:gd name="connsiteX50" fmla="*/ 171998 w 4794513"/>
              <a:gd name="connsiteY50" fmla="*/ 1081973 h 1982659"/>
              <a:gd name="connsiteX51" fmla="*/ 339021 w 4794513"/>
              <a:gd name="connsiteY51" fmla="*/ 1080260 h 1982659"/>
              <a:gd name="connsiteX52" fmla="*/ 359510 w 4794513"/>
              <a:gd name="connsiteY52" fmla="*/ 1080018 h 1982659"/>
              <a:gd name="connsiteX53" fmla="*/ 359510 w 4794513"/>
              <a:gd name="connsiteY53" fmla="*/ 1079341 h 1982659"/>
              <a:gd name="connsiteX54" fmla="*/ 452660 w 4794513"/>
              <a:gd name="connsiteY54" fmla="*/ 989514 h 1982659"/>
              <a:gd name="connsiteX55" fmla="*/ 359510 w 4794513"/>
              <a:gd name="connsiteY55" fmla="*/ 899687 h 1982659"/>
              <a:gd name="connsiteX56" fmla="*/ 153593 w 4794513"/>
              <a:gd name="connsiteY56" fmla="*/ 891012 h 1982659"/>
              <a:gd name="connsiteX57" fmla="*/ 107114 w 4794513"/>
              <a:gd name="connsiteY57" fmla="*/ 886964 h 1982659"/>
              <a:gd name="connsiteX58" fmla="*/ 2064 w 4794513"/>
              <a:gd name="connsiteY58" fmla="*/ 721428 h 1982659"/>
              <a:gd name="connsiteX59" fmla="*/ 174063 w 4794513"/>
              <a:gd name="connsiteY59" fmla="*/ 541774 h 1982659"/>
              <a:gd name="connsiteX60" fmla="*/ 341086 w 4794513"/>
              <a:gd name="connsiteY60" fmla="*/ 540060 h 1982659"/>
              <a:gd name="connsiteX61" fmla="*/ 361575 w 4794513"/>
              <a:gd name="connsiteY61" fmla="*/ 539818 h 1982659"/>
              <a:gd name="connsiteX62" fmla="*/ 361575 w 4794513"/>
              <a:gd name="connsiteY62" fmla="*/ 539142 h 1982659"/>
              <a:gd name="connsiteX63" fmla="*/ 454725 w 4794513"/>
              <a:gd name="connsiteY63" fmla="*/ 449315 h 1982659"/>
              <a:gd name="connsiteX64" fmla="*/ 361575 w 4794513"/>
              <a:gd name="connsiteY64" fmla="*/ 359487 h 1982659"/>
              <a:gd name="connsiteX65" fmla="*/ 171998 w 4794513"/>
              <a:gd name="connsiteY65" fmla="*/ 357903 h 1982659"/>
              <a:gd name="connsiteX66" fmla="*/ 105049 w 4794513"/>
              <a:gd name="connsiteY66" fmla="*/ 345587 h 1982659"/>
              <a:gd name="connsiteX67" fmla="*/ 0 w 4794513"/>
              <a:gd name="connsiteY67" fmla="*/ 180051 h 1982659"/>
              <a:gd name="connsiteX68" fmla="*/ 171998 w 4794513"/>
              <a:gd name="connsiteY68" fmla="*/ 396 h 1982659"/>
              <a:gd name="connsiteX69" fmla="*/ 308550 w 4794513"/>
              <a:gd name="connsiteY69" fmla="*/ 508 h 1982659"/>
              <a:gd name="connsiteX70" fmla="*/ 320144 w 4794513"/>
              <a:gd name="connsiteY70" fmla="*/ 641 h 1982659"/>
              <a:gd name="connsiteX71" fmla="*/ 320144 w 4794513"/>
              <a:gd name="connsiteY71"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361898 w 4794513"/>
              <a:gd name="connsiteY4" fmla="*/ 88648 h 1982659"/>
              <a:gd name="connsiteX5" fmla="*/ 171998 w 4794513"/>
              <a:gd name="connsiteY5" fmla="*/ 90224 h 1982659"/>
              <a:gd name="connsiteX6" fmla="*/ 78848 w 4794513"/>
              <a:gd name="connsiteY6" fmla="*/ 180051 h 1982659"/>
              <a:gd name="connsiteX7" fmla="*/ 135740 w 4794513"/>
              <a:gd name="connsiteY7" fmla="*/ 262819 h 1982659"/>
              <a:gd name="connsiteX8" fmla="*/ 159526 w 4794513"/>
              <a:gd name="connsiteY8" fmla="*/ 267450 h 1982659"/>
              <a:gd name="connsiteX9" fmla="*/ 170386 w 4794513"/>
              <a:gd name="connsiteY9" fmla="*/ 267661 h 1982659"/>
              <a:gd name="connsiteX10" fmla="*/ 361575 w 4794513"/>
              <a:gd name="connsiteY10" fmla="*/ 269660 h 1982659"/>
              <a:gd name="connsiteX11" fmla="*/ 533573 w 4794513"/>
              <a:gd name="connsiteY11" fmla="*/ 449315 h 1982659"/>
              <a:gd name="connsiteX12" fmla="*/ 428524 w 4794513"/>
              <a:gd name="connsiteY12" fmla="*/ 614851 h 1982659"/>
              <a:gd name="connsiteX13" fmla="*/ 379980 w 4794513"/>
              <a:gd name="connsiteY13" fmla="*/ 625089 h 1982659"/>
              <a:gd name="connsiteX14" fmla="*/ 174063 w 4794513"/>
              <a:gd name="connsiteY14" fmla="*/ 631601 h 1982659"/>
              <a:gd name="connsiteX15" fmla="*/ 80913 w 4794513"/>
              <a:gd name="connsiteY15" fmla="*/ 721428 h 1982659"/>
              <a:gd name="connsiteX16" fmla="*/ 137805 w 4794513"/>
              <a:gd name="connsiteY16" fmla="*/ 804196 h 1982659"/>
              <a:gd name="connsiteX17" fmla="*/ 155329 w 4794513"/>
              <a:gd name="connsiteY17" fmla="*/ 807609 h 1982659"/>
              <a:gd name="connsiteX18" fmla="*/ 168321 w 4794513"/>
              <a:gd name="connsiteY18" fmla="*/ 807861 h 1982659"/>
              <a:gd name="connsiteX19" fmla="*/ 359510 w 4794513"/>
              <a:gd name="connsiteY19" fmla="*/ 809860 h 1982659"/>
              <a:gd name="connsiteX20" fmla="*/ 531508 w 4794513"/>
              <a:gd name="connsiteY20" fmla="*/ 989514 h 1982659"/>
              <a:gd name="connsiteX21" fmla="*/ 426459 w 4794513"/>
              <a:gd name="connsiteY21" fmla="*/ 1155051 h 1982659"/>
              <a:gd name="connsiteX22" fmla="*/ 377915 w 4794513"/>
              <a:gd name="connsiteY22" fmla="*/ 1165288 h 1982659"/>
              <a:gd name="connsiteX23" fmla="*/ 171998 w 4794513"/>
              <a:gd name="connsiteY23" fmla="*/ 1171801 h 1982659"/>
              <a:gd name="connsiteX24" fmla="*/ 78848 w 4794513"/>
              <a:gd name="connsiteY24" fmla="*/ 1261628 h 1982659"/>
              <a:gd name="connsiteX25" fmla="*/ 135740 w 4794513"/>
              <a:gd name="connsiteY25" fmla="*/ 1344396 h 1982659"/>
              <a:gd name="connsiteX26" fmla="*/ 159526 w 4794513"/>
              <a:gd name="connsiteY26" fmla="*/ 1349027 h 1982659"/>
              <a:gd name="connsiteX27" fmla="*/ 170386 w 4794513"/>
              <a:gd name="connsiteY27" fmla="*/ 1349238 h 1982659"/>
              <a:gd name="connsiteX28" fmla="*/ 361575 w 4794513"/>
              <a:gd name="connsiteY28" fmla="*/ 1351237 h 1982659"/>
              <a:gd name="connsiteX29" fmla="*/ 533573 w 4794513"/>
              <a:gd name="connsiteY29" fmla="*/ 1530892 h 1982659"/>
              <a:gd name="connsiteX30" fmla="*/ 428524 w 4794513"/>
              <a:gd name="connsiteY30" fmla="*/ 1696428 h 1982659"/>
              <a:gd name="connsiteX31" fmla="*/ 379980 w 4794513"/>
              <a:gd name="connsiteY31" fmla="*/ 1706665 h 1982659"/>
              <a:gd name="connsiteX32" fmla="*/ 174063 w 4794513"/>
              <a:gd name="connsiteY32" fmla="*/ 1713178 h 1982659"/>
              <a:gd name="connsiteX33" fmla="*/ 80913 w 4794513"/>
              <a:gd name="connsiteY33" fmla="*/ 1803005 h 1982659"/>
              <a:gd name="connsiteX34" fmla="*/ 174063 w 4794513"/>
              <a:gd name="connsiteY34" fmla="*/ 1892832 h 1982659"/>
              <a:gd name="connsiteX35" fmla="*/ 174063 w 4794513"/>
              <a:gd name="connsiteY35" fmla="*/ 1893109 h 1982659"/>
              <a:gd name="connsiteX36" fmla="*/ 4623330 w 4794513"/>
              <a:gd name="connsiteY36" fmla="*/ 1893109 h 1982659"/>
              <a:gd name="connsiteX37" fmla="*/ 4623330 w 4794513"/>
              <a:gd name="connsiteY37" fmla="*/ 1982659 h 1982659"/>
              <a:gd name="connsiteX38" fmla="*/ 139399 w 4794513"/>
              <a:gd name="connsiteY38" fmla="*/ 1979009 h 1982659"/>
              <a:gd name="connsiteX39" fmla="*/ 2064 w 4794513"/>
              <a:gd name="connsiteY39" fmla="*/ 1803005 h 1982659"/>
              <a:gd name="connsiteX40" fmla="*/ 174063 w 4794513"/>
              <a:gd name="connsiteY40" fmla="*/ 1623350 h 1982659"/>
              <a:gd name="connsiteX41" fmla="*/ 341086 w 4794513"/>
              <a:gd name="connsiteY41" fmla="*/ 1621637 h 1982659"/>
              <a:gd name="connsiteX42" fmla="*/ 361575 w 4794513"/>
              <a:gd name="connsiteY42" fmla="*/ 1621395 h 1982659"/>
              <a:gd name="connsiteX43" fmla="*/ 361575 w 4794513"/>
              <a:gd name="connsiteY43" fmla="*/ 1620718 h 1982659"/>
              <a:gd name="connsiteX44" fmla="*/ 454725 w 4794513"/>
              <a:gd name="connsiteY44" fmla="*/ 1530892 h 1982659"/>
              <a:gd name="connsiteX45" fmla="*/ 361575 w 4794513"/>
              <a:gd name="connsiteY45" fmla="*/ 1441064 h 1982659"/>
              <a:gd name="connsiteX46" fmla="*/ 171998 w 4794513"/>
              <a:gd name="connsiteY46" fmla="*/ 1439479 h 1982659"/>
              <a:gd name="connsiteX47" fmla="*/ 105049 w 4794513"/>
              <a:gd name="connsiteY47" fmla="*/ 1427164 h 1982659"/>
              <a:gd name="connsiteX48" fmla="*/ 0 w 4794513"/>
              <a:gd name="connsiteY48" fmla="*/ 1261628 h 1982659"/>
              <a:gd name="connsiteX49" fmla="*/ 171998 w 4794513"/>
              <a:gd name="connsiteY49" fmla="*/ 1081973 h 1982659"/>
              <a:gd name="connsiteX50" fmla="*/ 339021 w 4794513"/>
              <a:gd name="connsiteY50" fmla="*/ 1080260 h 1982659"/>
              <a:gd name="connsiteX51" fmla="*/ 359510 w 4794513"/>
              <a:gd name="connsiteY51" fmla="*/ 1080018 h 1982659"/>
              <a:gd name="connsiteX52" fmla="*/ 359510 w 4794513"/>
              <a:gd name="connsiteY52" fmla="*/ 1079341 h 1982659"/>
              <a:gd name="connsiteX53" fmla="*/ 452660 w 4794513"/>
              <a:gd name="connsiteY53" fmla="*/ 989514 h 1982659"/>
              <a:gd name="connsiteX54" fmla="*/ 359510 w 4794513"/>
              <a:gd name="connsiteY54" fmla="*/ 899687 h 1982659"/>
              <a:gd name="connsiteX55" fmla="*/ 153593 w 4794513"/>
              <a:gd name="connsiteY55" fmla="*/ 891012 h 1982659"/>
              <a:gd name="connsiteX56" fmla="*/ 107114 w 4794513"/>
              <a:gd name="connsiteY56" fmla="*/ 886964 h 1982659"/>
              <a:gd name="connsiteX57" fmla="*/ 2064 w 4794513"/>
              <a:gd name="connsiteY57" fmla="*/ 721428 h 1982659"/>
              <a:gd name="connsiteX58" fmla="*/ 174063 w 4794513"/>
              <a:gd name="connsiteY58" fmla="*/ 541774 h 1982659"/>
              <a:gd name="connsiteX59" fmla="*/ 341086 w 4794513"/>
              <a:gd name="connsiteY59" fmla="*/ 540060 h 1982659"/>
              <a:gd name="connsiteX60" fmla="*/ 361575 w 4794513"/>
              <a:gd name="connsiteY60" fmla="*/ 539818 h 1982659"/>
              <a:gd name="connsiteX61" fmla="*/ 361575 w 4794513"/>
              <a:gd name="connsiteY61" fmla="*/ 539142 h 1982659"/>
              <a:gd name="connsiteX62" fmla="*/ 454725 w 4794513"/>
              <a:gd name="connsiteY62" fmla="*/ 449315 h 1982659"/>
              <a:gd name="connsiteX63" fmla="*/ 361575 w 4794513"/>
              <a:gd name="connsiteY63" fmla="*/ 359487 h 1982659"/>
              <a:gd name="connsiteX64" fmla="*/ 171998 w 4794513"/>
              <a:gd name="connsiteY64" fmla="*/ 357903 h 1982659"/>
              <a:gd name="connsiteX65" fmla="*/ 105049 w 4794513"/>
              <a:gd name="connsiteY65" fmla="*/ 345587 h 1982659"/>
              <a:gd name="connsiteX66" fmla="*/ 0 w 4794513"/>
              <a:gd name="connsiteY66" fmla="*/ 180051 h 1982659"/>
              <a:gd name="connsiteX67" fmla="*/ 171998 w 4794513"/>
              <a:gd name="connsiteY67" fmla="*/ 396 h 1982659"/>
              <a:gd name="connsiteX68" fmla="*/ 308550 w 4794513"/>
              <a:gd name="connsiteY68" fmla="*/ 508 h 1982659"/>
              <a:gd name="connsiteX69" fmla="*/ 320144 w 4794513"/>
              <a:gd name="connsiteY69" fmla="*/ 641 h 1982659"/>
              <a:gd name="connsiteX70" fmla="*/ 320144 w 4794513"/>
              <a:gd name="connsiteY70" fmla="*/ 0 h 1982659"/>
              <a:gd name="connsiteX0" fmla="*/ 320144 w 4794513"/>
              <a:gd name="connsiteY0" fmla="*/ 0 h 1982659"/>
              <a:gd name="connsiteX1" fmla="*/ 4794513 w 4794513"/>
              <a:gd name="connsiteY1" fmla="*/ 0 h 1982659"/>
              <a:gd name="connsiteX2" fmla="*/ 4794513 w 4794513"/>
              <a:gd name="connsiteY2" fmla="*/ 87169 h 1982659"/>
              <a:gd name="connsiteX3" fmla="*/ 361898 w 4794513"/>
              <a:gd name="connsiteY3" fmla="*/ 87169 h 1982659"/>
              <a:gd name="connsiteX4" fmla="*/ 171998 w 4794513"/>
              <a:gd name="connsiteY4" fmla="*/ 90224 h 1982659"/>
              <a:gd name="connsiteX5" fmla="*/ 78848 w 4794513"/>
              <a:gd name="connsiteY5" fmla="*/ 180051 h 1982659"/>
              <a:gd name="connsiteX6" fmla="*/ 135740 w 4794513"/>
              <a:gd name="connsiteY6" fmla="*/ 262819 h 1982659"/>
              <a:gd name="connsiteX7" fmla="*/ 159526 w 4794513"/>
              <a:gd name="connsiteY7" fmla="*/ 267450 h 1982659"/>
              <a:gd name="connsiteX8" fmla="*/ 170386 w 4794513"/>
              <a:gd name="connsiteY8" fmla="*/ 267661 h 1982659"/>
              <a:gd name="connsiteX9" fmla="*/ 361575 w 4794513"/>
              <a:gd name="connsiteY9" fmla="*/ 269660 h 1982659"/>
              <a:gd name="connsiteX10" fmla="*/ 533573 w 4794513"/>
              <a:gd name="connsiteY10" fmla="*/ 449315 h 1982659"/>
              <a:gd name="connsiteX11" fmla="*/ 428524 w 4794513"/>
              <a:gd name="connsiteY11" fmla="*/ 614851 h 1982659"/>
              <a:gd name="connsiteX12" fmla="*/ 379980 w 4794513"/>
              <a:gd name="connsiteY12" fmla="*/ 625089 h 1982659"/>
              <a:gd name="connsiteX13" fmla="*/ 174063 w 4794513"/>
              <a:gd name="connsiteY13" fmla="*/ 631601 h 1982659"/>
              <a:gd name="connsiteX14" fmla="*/ 80913 w 4794513"/>
              <a:gd name="connsiteY14" fmla="*/ 721428 h 1982659"/>
              <a:gd name="connsiteX15" fmla="*/ 137805 w 4794513"/>
              <a:gd name="connsiteY15" fmla="*/ 804196 h 1982659"/>
              <a:gd name="connsiteX16" fmla="*/ 155329 w 4794513"/>
              <a:gd name="connsiteY16" fmla="*/ 807609 h 1982659"/>
              <a:gd name="connsiteX17" fmla="*/ 168321 w 4794513"/>
              <a:gd name="connsiteY17" fmla="*/ 807861 h 1982659"/>
              <a:gd name="connsiteX18" fmla="*/ 359510 w 4794513"/>
              <a:gd name="connsiteY18" fmla="*/ 809860 h 1982659"/>
              <a:gd name="connsiteX19" fmla="*/ 531508 w 4794513"/>
              <a:gd name="connsiteY19" fmla="*/ 989514 h 1982659"/>
              <a:gd name="connsiteX20" fmla="*/ 426459 w 4794513"/>
              <a:gd name="connsiteY20" fmla="*/ 1155051 h 1982659"/>
              <a:gd name="connsiteX21" fmla="*/ 377915 w 4794513"/>
              <a:gd name="connsiteY21" fmla="*/ 1165288 h 1982659"/>
              <a:gd name="connsiteX22" fmla="*/ 171998 w 4794513"/>
              <a:gd name="connsiteY22" fmla="*/ 1171801 h 1982659"/>
              <a:gd name="connsiteX23" fmla="*/ 78848 w 4794513"/>
              <a:gd name="connsiteY23" fmla="*/ 1261628 h 1982659"/>
              <a:gd name="connsiteX24" fmla="*/ 135740 w 4794513"/>
              <a:gd name="connsiteY24" fmla="*/ 1344396 h 1982659"/>
              <a:gd name="connsiteX25" fmla="*/ 159526 w 4794513"/>
              <a:gd name="connsiteY25" fmla="*/ 1349027 h 1982659"/>
              <a:gd name="connsiteX26" fmla="*/ 170386 w 4794513"/>
              <a:gd name="connsiteY26" fmla="*/ 1349238 h 1982659"/>
              <a:gd name="connsiteX27" fmla="*/ 361575 w 4794513"/>
              <a:gd name="connsiteY27" fmla="*/ 1351237 h 1982659"/>
              <a:gd name="connsiteX28" fmla="*/ 533573 w 4794513"/>
              <a:gd name="connsiteY28" fmla="*/ 1530892 h 1982659"/>
              <a:gd name="connsiteX29" fmla="*/ 428524 w 4794513"/>
              <a:gd name="connsiteY29" fmla="*/ 1696428 h 1982659"/>
              <a:gd name="connsiteX30" fmla="*/ 379980 w 4794513"/>
              <a:gd name="connsiteY30" fmla="*/ 1706665 h 1982659"/>
              <a:gd name="connsiteX31" fmla="*/ 174063 w 4794513"/>
              <a:gd name="connsiteY31" fmla="*/ 1713178 h 1982659"/>
              <a:gd name="connsiteX32" fmla="*/ 80913 w 4794513"/>
              <a:gd name="connsiteY32" fmla="*/ 1803005 h 1982659"/>
              <a:gd name="connsiteX33" fmla="*/ 174063 w 4794513"/>
              <a:gd name="connsiteY33" fmla="*/ 1892832 h 1982659"/>
              <a:gd name="connsiteX34" fmla="*/ 174063 w 4794513"/>
              <a:gd name="connsiteY34" fmla="*/ 1893109 h 1982659"/>
              <a:gd name="connsiteX35" fmla="*/ 4623330 w 4794513"/>
              <a:gd name="connsiteY35" fmla="*/ 1893109 h 1982659"/>
              <a:gd name="connsiteX36" fmla="*/ 4623330 w 4794513"/>
              <a:gd name="connsiteY36" fmla="*/ 1982659 h 1982659"/>
              <a:gd name="connsiteX37" fmla="*/ 139399 w 4794513"/>
              <a:gd name="connsiteY37" fmla="*/ 1979009 h 1982659"/>
              <a:gd name="connsiteX38" fmla="*/ 2064 w 4794513"/>
              <a:gd name="connsiteY38" fmla="*/ 1803005 h 1982659"/>
              <a:gd name="connsiteX39" fmla="*/ 174063 w 4794513"/>
              <a:gd name="connsiteY39" fmla="*/ 1623350 h 1982659"/>
              <a:gd name="connsiteX40" fmla="*/ 341086 w 4794513"/>
              <a:gd name="connsiteY40" fmla="*/ 1621637 h 1982659"/>
              <a:gd name="connsiteX41" fmla="*/ 361575 w 4794513"/>
              <a:gd name="connsiteY41" fmla="*/ 1621395 h 1982659"/>
              <a:gd name="connsiteX42" fmla="*/ 361575 w 4794513"/>
              <a:gd name="connsiteY42" fmla="*/ 1620718 h 1982659"/>
              <a:gd name="connsiteX43" fmla="*/ 454725 w 4794513"/>
              <a:gd name="connsiteY43" fmla="*/ 1530892 h 1982659"/>
              <a:gd name="connsiteX44" fmla="*/ 361575 w 4794513"/>
              <a:gd name="connsiteY44" fmla="*/ 1441064 h 1982659"/>
              <a:gd name="connsiteX45" fmla="*/ 171998 w 4794513"/>
              <a:gd name="connsiteY45" fmla="*/ 1439479 h 1982659"/>
              <a:gd name="connsiteX46" fmla="*/ 105049 w 4794513"/>
              <a:gd name="connsiteY46" fmla="*/ 1427164 h 1982659"/>
              <a:gd name="connsiteX47" fmla="*/ 0 w 4794513"/>
              <a:gd name="connsiteY47" fmla="*/ 1261628 h 1982659"/>
              <a:gd name="connsiteX48" fmla="*/ 171998 w 4794513"/>
              <a:gd name="connsiteY48" fmla="*/ 1081973 h 1982659"/>
              <a:gd name="connsiteX49" fmla="*/ 339021 w 4794513"/>
              <a:gd name="connsiteY49" fmla="*/ 1080260 h 1982659"/>
              <a:gd name="connsiteX50" fmla="*/ 359510 w 4794513"/>
              <a:gd name="connsiteY50" fmla="*/ 1080018 h 1982659"/>
              <a:gd name="connsiteX51" fmla="*/ 359510 w 4794513"/>
              <a:gd name="connsiteY51" fmla="*/ 1079341 h 1982659"/>
              <a:gd name="connsiteX52" fmla="*/ 452660 w 4794513"/>
              <a:gd name="connsiteY52" fmla="*/ 989514 h 1982659"/>
              <a:gd name="connsiteX53" fmla="*/ 359510 w 4794513"/>
              <a:gd name="connsiteY53" fmla="*/ 899687 h 1982659"/>
              <a:gd name="connsiteX54" fmla="*/ 153593 w 4794513"/>
              <a:gd name="connsiteY54" fmla="*/ 891012 h 1982659"/>
              <a:gd name="connsiteX55" fmla="*/ 107114 w 4794513"/>
              <a:gd name="connsiteY55" fmla="*/ 886964 h 1982659"/>
              <a:gd name="connsiteX56" fmla="*/ 2064 w 4794513"/>
              <a:gd name="connsiteY56" fmla="*/ 721428 h 1982659"/>
              <a:gd name="connsiteX57" fmla="*/ 174063 w 4794513"/>
              <a:gd name="connsiteY57" fmla="*/ 541774 h 1982659"/>
              <a:gd name="connsiteX58" fmla="*/ 341086 w 4794513"/>
              <a:gd name="connsiteY58" fmla="*/ 540060 h 1982659"/>
              <a:gd name="connsiteX59" fmla="*/ 361575 w 4794513"/>
              <a:gd name="connsiteY59" fmla="*/ 539818 h 1982659"/>
              <a:gd name="connsiteX60" fmla="*/ 361575 w 4794513"/>
              <a:gd name="connsiteY60" fmla="*/ 539142 h 1982659"/>
              <a:gd name="connsiteX61" fmla="*/ 454725 w 4794513"/>
              <a:gd name="connsiteY61" fmla="*/ 449315 h 1982659"/>
              <a:gd name="connsiteX62" fmla="*/ 361575 w 4794513"/>
              <a:gd name="connsiteY62" fmla="*/ 359487 h 1982659"/>
              <a:gd name="connsiteX63" fmla="*/ 171998 w 4794513"/>
              <a:gd name="connsiteY63" fmla="*/ 357903 h 1982659"/>
              <a:gd name="connsiteX64" fmla="*/ 105049 w 4794513"/>
              <a:gd name="connsiteY64" fmla="*/ 345587 h 1982659"/>
              <a:gd name="connsiteX65" fmla="*/ 0 w 4794513"/>
              <a:gd name="connsiteY65" fmla="*/ 180051 h 1982659"/>
              <a:gd name="connsiteX66" fmla="*/ 171998 w 4794513"/>
              <a:gd name="connsiteY66" fmla="*/ 396 h 1982659"/>
              <a:gd name="connsiteX67" fmla="*/ 308550 w 4794513"/>
              <a:gd name="connsiteY67" fmla="*/ 508 h 1982659"/>
              <a:gd name="connsiteX68" fmla="*/ 320144 w 4794513"/>
              <a:gd name="connsiteY68" fmla="*/ 641 h 1982659"/>
              <a:gd name="connsiteX69" fmla="*/ 320144 w 4794513"/>
              <a:gd name="connsiteY69"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08550 w 4794513"/>
              <a:gd name="connsiteY66" fmla="*/ 508 h 1982659"/>
              <a:gd name="connsiteX67" fmla="*/ 320144 w 4794513"/>
              <a:gd name="connsiteY67" fmla="*/ 641 h 1982659"/>
              <a:gd name="connsiteX68" fmla="*/ 320144 w 4794513"/>
              <a:gd name="connsiteY68" fmla="*/ 0 h 1982659"/>
              <a:gd name="connsiteX0" fmla="*/ 320144 w 4794513"/>
              <a:gd name="connsiteY0" fmla="*/ 0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 name="connsiteX67" fmla="*/ 320144 w 4794513"/>
              <a:gd name="connsiteY67" fmla="*/ 0 h 1982659"/>
              <a:gd name="connsiteX0" fmla="*/ 320144 w 4794513"/>
              <a:gd name="connsiteY0" fmla="*/ 641 h 1982659"/>
              <a:gd name="connsiteX1" fmla="*/ 4794513 w 4794513"/>
              <a:gd name="connsiteY1" fmla="*/ 0 h 1982659"/>
              <a:gd name="connsiteX2" fmla="*/ 4794513 w 4794513"/>
              <a:gd name="connsiteY2" fmla="*/ 87169 h 1982659"/>
              <a:gd name="connsiteX3" fmla="*/ 171998 w 4794513"/>
              <a:gd name="connsiteY3" fmla="*/ 90224 h 1982659"/>
              <a:gd name="connsiteX4" fmla="*/ 78848 w 4794513"/>
              <a:gd name="connsiteY4" fmla="*/ 180051 h 1982659"/>
              <a:gd name="connsiteX5" fmla="*/ 135740 w 4794513"/>
              <a:gd name="connsiteY5" fmla="*/ 262819 h 1982659"/>
              <a:gd name="connsiteX6" fmla="*/ 159526 w 4794513"/>
              <a:gd name="connsiteY6" fmla="*/ 267450 h 1982659"/>
              <a:gd name="connsiteX7" fmla="*/ 170386 w 4794513"/>
              <a:gd name="connsiteY7" fmla="*/ 267661 h 1982659"/>
              <a:gd name="connsiteX8" fmla="*/ 361575 w 4794513"/>
              <a:gd name="connsiteY8" fmla="*/ 269660 h 1982659"/>
              <a:gd name="connsiteX9" fmla="*/ 533573 w 4794513"/>
              <a:gd name="connsiteY9" fmla="*/ 449315 h 1982659"/>
              <a:gd name="connsiteX10" fmla="*/ 428524 w 4794513"/>
              <a:gd name="connsiteY10" fmla="*/ 614851 h 1982659"/>
              <a:gd name="connsiteX11" fmla="*/ 379980 w 4794513"/>
              <a:gd name="connsiteY11" fmla="*/ 625089 h 1982659"/>
              <a:gd name="connsiteX12" fmla="*/ 174063 w 4794513"/>
              <a:gd name="connsiteY12" fmla="*/ 631601 h 1982659"/>
              <a:gd name="connsiteX13" fmla="*/ 80913 w 4794513"/>
              <a:gd name="connsiteY13" fmla="*/ 721428 h 1982659"/>
              <a:gd name="connsiteX14" fmla="*/ 137805 w 4794513"/>
              <a:gd name="connsiteY14" fmla="*/ 804196 h 1982659"/>
              <a:gd name="connsiteX15" fmla="*/ 155329 w 4794513"/>
              <a:gd name="connsiteY15" fmla="*/ 807609 h 1982659"/>
              <a:gd name="connsiteX16" fmla="*/ 168321 w 4794513"/>
              <a:gd name="connsiteY16" fmla="*/ 807861 h 1982659"/>
              <a:gd name="connsiteX17" fmla="*/ 359510 w 4794513"/>
              <a:gd name="connsiteY17" fmla="*/ 809860 h 1982659"/>
              <a:gd name="connsiteX18" fmla="*/ 531508 w 4794513"/>
              <a:gd name="connsiteY18" fmla="*/ 989514 h 1982659"/>
              <a:gd name="connsiteX19" fmla="*/ 426459 w 4794513"/>
              <a:gd name="connsiteY19" fmla="*/ 1155051 h 1982659"/>
              <a:gd name="connsiteX20" fmla="*/ 377915 w 4794513"/>
              <a:gd name="connsiteY20" fmla="*/ 1165288 h 1982659"/>
              <a:gd name="connsiteX21" fmla="*/ 171998 w 4794513"/>
              <a:gd name="connsiteY21" fmla="*/ 1171801 h 1982659"/>
              <a:gd name="connsiteX22" fmla="*/ 78848 w 4794513"/>
              <a:gd name="connsiteY22" fmla="*/ 1261628 h 1982659"/>
              <a:gd name="connsiteX23" fmla="*/ 135740 w 4794513"/>
              <a:gd name="connsiteY23" fmla="*/ 1344396 h 1982659"/>
              <a:gd name="connsiteX24" fmla="*/ 159526 w 4794513"/>
              <a:gd name="connsiteY24" fmla="*/ 1349027 h 1982659"/>
              <a:gd name="connsiteX25" fmla="*/ 170386 w 4794513"/>
              <a:gd name="connsiteY25" fmla="*/ 1349238 h 1982659"/>
              <a:gd name="connsiteX26" fmla="*/ 361575 w 4794513"/>
              <a:gd name="connsiteY26" fmla="*/ 1351237 h 1982659"/>
              <a:gd name="connsiteX27" fmla="*/ 533573 w 4794513"/>
              <a:gd name="connsiteY27" fmla="*/ 1530892 h 1982659"/>
              <a:gd name="connsiteX28" fmla="*/ 428524 w 4794513"/>
              <a:gd name="connsiteY28" fmla="*/ 1696428 h 1982659"/>
              <a:gd name="connsiteX29" fmla="*/ 379980 w 4794513"/>
              <a:gd name="connsiteY29" fmla="*/ 1706665 h 1982659"/>
              <a:gd name="connsiteX30" fmla="*/ 174063 w 4794513"/>
              <a:gd name="connsiteY30" fmla="*/ 1713178 h 1982659"/>
              <a:gd name="connsiteX31" fmla="*/ 80913 w 4794513"/>
              <a:gd name="connsiteY31" fmla="*/ 1803005 h 1982659"/>
              <a:gd name="connsiteX32" fmla="*/ 174063 w 4794513"/>
              <a:gd name="connsiteY32" fmla="*/ 1892832 h 1982659"/>
              <a:gd name="connsiteX33" fmla="*/ 174063 w 4794513"/>
              <a:gd name="connsiteY33" fmla="*/ 1893109 h 1982659"/>
              <a:gd name="connsiteX34" fmla="*/ 4623330 w 4794513"/>
              <a:gd name="connsiteY34" fmla="*/ 1893109 h 1982659"/>
              <a:gd name="connsiteX35" fmla="*/ 4623330 w 4794513"/>
              <a:gd name="connsiteY35" fmla="*/ 1982659 h 1982659"/>
              <a:gd name="connsiteX36" fmla="*/ 139399 w 4794513"/>
              <a:gd name="connsiteY36" fmla="*/ 1979009 h 1982659"/>
              <a:gd name="connsiteX37" fmla="*/ 2064 w 4794513"/>
              <a:gd name="connsiteY37" fmla="*/ 1803005 h 1982659"/>
              <a:gd name="connsiteX38" fmla="*/ 174063 w 4794513"/>
              <a:gd name="connsiteY38" fmla="*/ 1623350 h 1982659"/>
              <a:gd name="connsiteX39" fmla="*/ 341086 w 4794513"/>
              <a:gd name="connsiteY39" fmla="*/ 1621637 h 1982659"/>
              <a:gd name="connsiteX40" fmla="*/ 361575 w 4794513"/>
              <a:gd name="connsiteY40" fmla="*/ 1621395 h 1982659"/>
              <a:gd name="connsiteX41" fmla="*/ 361575 w 4794513"/>
              <a:gd name="connsiteY41" fmla="*/ 1620718 h 1982659"/>
              <a:gd name="connsiteX42" fmla="*/ 454725 w 4794513"/>
              <a:gd name="connsiteY42" fmla="*/ 1530892 h 1982659"/>
              <a:gd name="connsiteX43" fmla="*/ 361575 w 4794513"/>
              <a:gd name="connsiteY43" fmla="*/ 1441064 h 1982659"/>
              <a:gd name="connsiteX44" fmla="*/ 171998 w 4794513"/>
              <a:gd name="connsiteY44" fmla="*/ 1439479 h 1982659"/>
              <a:gd name="connsiteX45" fmla="*/ 105049 w 4794513"/>
              <a:gd name="connsiteY45" fmla="*/ 1427164 h 1982659"/>
              <a:gd name="connsiteX46" fmla="*/ 0 w 4794513"/>
              <a:gd name="connsiteY46" fmla="*/ 1261628 h 1982659"/>
              <a:gd name="connsiteX47" fmla="*/ 171998 w 4794513"/>
              <a:gd name="connsiteY47" fmla="*/ 1081973 h 1982659"/>
              <a:gd name="connsiteX48" fmla="*/ 339021 w 4794513"/>
              <a:gd name="connsiteY48" fmla="*/ 1080260 h 1982659"/>
              <a:gd name="connsiteX49" fmla="*/ 359510 w 4794513"/>
              <a:gd name="connsiteY49" fmla="*/ 1080018 h 1982659"/>
              <a:gd name="connsiteX50" fmla="*/ 359510 w 4794513"/>
              <a:gd name="connsiteY50" fmla="*/ 1079341 h 1982659"/>
              <a:gd name="connsiteX51" fmla="*/ 452660 w 4794513"/>
              <a:gd name="connsiteY51" fmla="*/ 989514 h 1982659"/>
              <a:gd name="connsiteX52" fmla="*/ 359510 w 4794513"/>
              <a:gd name="connsiteY52" fmla="*/ 899687 h 1982659"/>
              <a:gd name="connsiteX53" fmla="*/ 153593 w 4794513"/>
              <a:gd name="connsiteY53" fmla="*/ 891012 h 1982659"/>
              <a:gd name="connsiteX54" fmla="*/ 107114 w 4794513"/>
              <a:gd name="connsiteY54" fmla="*/ 886964 h 1982659"/>
              <a:gd name="connsiteX55" fmla="*/ 2064 w 4794513"/>
              <a:gd name="connsiteY55" fmla="*/ 721428 h 1982659"/>
              <a:gd name="connsiteX56" fmla="*/ 174063 w 4794513"/>
              <a:gd name="connsiteY56" fmla="*/ 541774 h 1982659"/>
              <a:gd name="connsiteX57" fmla="*/ 341086 w 4794513"/>
              <a:gd name="connsiteY57" fmla="*/ 540060 h 1982659"/>
              <a:gd name="connsiteX58" fmla="*/ 361575 w 4794513"/>
              <a:gd name="connsiteY58" fmla="*/ 539818 h 1982659"/>
              <a:gd name="connsiteX59" fmla="*/ 361575 w 4794513"/>
              <a:gd name="connsiteY59" fmla="*/ 539142 h 1982659"/>
              <a:gd name="connsiteX60" fmla="*/ 454725 w 4794513"/>
              <a:gd name="connsiteY60" fmla="*/ 449315 h 1982659"/>
              <a:gd name="connsiteX61" fmla="*/ 361575 w 4794513"/>
              <a:gd name="connsiteY61" fmla="*/ 359487 h 1982659"/>
              <a:gd name="connsiteX62" fmla="*/ 171998 w 4794513"/>
              <a:gd name="connsiteY62" fmla="*/ 357903 h 1982659"/>
              <a:gd name="connsiteX63" fmla="*/ 105049 w 4794513"/>
              <a:gd name="connsiteY63" fmla="*/ 345587 h 1982659"/>
              <a:gd name="connsiteX64" fmla="*/ 0 w 4794513"/>
              <a:gd name="connsiteY64" fmla="*/ 180051 h 1982659"/>
              <a:gd name="connsiteX65" fmla="*/ 171998 w 4794513"/>
              <a:gd name="connsiteY65" fmla="*/ 396 h 1982659"/>
              <a:gd name="connsiteX66" fmla="*/ 320144 w 4794513"/>
              <a:gd name="connsiteY66" fmla="*/ 641 h 198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794513" h="1982659">
                <a:moveTo>
                  <a:pt x="320144" y="641"/>
                </a:moveTo>
                <a:lnTo>
                  <a:pt x="4794513" y="0"/>
                </a:lnTo>
                <a:lnTo>
                  <a:pt x="4794513" y="87169"/>
                </a:lnTo>
                <a:lnTo>
                  <a:pt x="171998" y="90224"/>
                </a:lnTo>
                <a:cubicBezTo>
                  <a:pt x="131444" y="86947"/>
                  <a:pt x="78848" y="130440"/>
                  <a:pt x="78848" y="180051"/>
                </a:cubicBezTo>
                <a:cubicBezTo>
                  <a:pt x="78848" y="217258"/>
                  <a:pt x="102308" y="249183"/>
                  <a:pt x="135740" y="262819"/>
                </a:cubicBezTo>
                <a:lnTo>
                  <a:pt x="159526" y="267450"/>
                </a:lnTo>
                <a:lnTo>
                  <a:pt x="170386" y="267661"/>
                </a:lnTo>
                <a:lnTo>
                  <a:pt x="361575" y="269660"/>
                </a:lnTo>
                <a:cubicBezTo>
                  <a:pt x="456567" y="269660"/>
                  <a:pt x="533573" y="350095"/>
                  <a:pt x="533573" y="449315"/>
                </a:cubicBezTo>
                <a:cubicBezTo>
                  <a:pt x="533573" y="523731"/>
                  <a:pt x="490257" y="587578"/>
                  <a:pt x="428524" y="614851"/>
                </a:cubicBezTo>
                <a:lnTo>
                  <a:pt x="379980" y="625089"/>
                </a:lnTo>
                <a:lnTo>
                  <a:pt x="174063" y="631601"/>
                </a:lnTo>
                <a:cubicBezTo>
                  <a:pt x="133509" y="628324"/>
                  <a:pt x="80913" y="671817"/>
                  <a:pt x="80913" y="721428"/>
                </a:cubicBezTo>
                <a:cubicBezTo>
                  <a:pt x="80913" y="758635"/>
                  <a:pt x="104373" y="790560"/>
                  <a:pt x="137805" y="804196"/>
                </a:cubicBezTo>
                <a:lnTo>
                  <a:pt x="155329" y="807609"/>
                </a:lnTo>
                <a:lnTo>
                  <a:pt x="168321" y="807861"/>
                </a:lnTo>
                <a:lnTo>
                  <a:pt x="359510" y="809860"/>
                </a:lnTo>
                <a:cubicBezTo>
                  <a:pt x="454503" y="809860"/>
                  <a:pt x="531508" y="890294"/>
                  <a:pt x="531508" y="989514"/>
                </a:cubicBezTo>
                <a:cubicBezTo>
                  <a:pt x="531508" y="1063930"/>
                  <a:pt x="488192" y="1127778"/>
                  <a:pt x="426459" y="1155051"/>
                </a:cubicBezTo>
                <a:lnTo>
                  <a:pt x="377915" y="1165288"/>
                </a:lnTo>
                <a:lnTo>
                  <a:pt x="171998" y="1171801"/>
                </a:lnTo>
                <a:cubicBezTo>
                  <a:pt x="131444" y="1168524"/>
                  <a:pt x="78848" y="1212017"/>
                  <a:pt x="78848" y="1261628"/>
                </a:cubicBezTo>
                <a:cubicBezTo>
                  <a:pt x="78848" y="1298835"/>
                  <a:pt x="102308" y="1330759"/>
                  <a:pt x="135740" y="1344396"/>
                </a:cubicBezTo>
                <a:lnTo>
                  <a:pt x="159526" y="1349027"/>
                </a:lnTo>
                <a:lnTo>
                  <a:pt x="170386" y="1349238"/>
                </a:lnTo>
                <a:lnTo>
                  <a:pt x="361575" y="1351237"/>
                </a:lnTo>
                <a:cubicBezTo>
                  <a:pt x="456567" y="1351237"/>
                  <a:pt x="533573" y="1431671"/>
                  <a:pt x="533573" y="1530892"/>
                </a:cubicBezTo>
                <a:cubicBezTo>
                  <a:pt x="533573" y="1605308"/>
                  <a:pt x="490257" y="1669155"/>
                  <a:pt x="428524" y="1696428"/>
                </a:cubicBezTo>
                <a:lnTo>
                  <a:pt x="379980" y="1706665"/>
                </a:lnTo>
                <a:lnTo>
                  <a:pt x="174063" y="1713178"/>
                </a:lnTo>
                <a:cubicBezTo>
                  <a:pt x="133509" y="1709901"/>
                  <a:pt x="80913" y="1753394"/>
                  <a:pt x="80913" y="1803005"/>
                </a:cubicBezTo>
                <a:cubicBezTo>
                  <a:pt x="80913" y="1852615"/>
                  <a:pt x="122618" y="1892832"/>
                  <a:pt x="174063" y="1892832"/>
                </a:cubicBezTo>
                <a:lnTo>
                  <a:pt x="174063" y="1893109"/>
                </a:lnTo>
                <a:lnTo>
                  <a:pt x="4623330" y="1893109"/>
                </a:lnTo>
                <a:lnTo>
                  <a:pt x="4623330" y="1982659"/>
                </a:lnTo>
                <a:lnTo>
                  <a:pt x="139399" y="1979009"/>
                </a:lnTo>
                <a:cubicBezTo>
                  <a:pt x="61022" y="1962257"/>
                  <a:pt x="2064" y="1889823"/>
                  <a:pt x="2064" y="1803005"/>
                </a:cubicBezTo>
                <a:cubicBezTo>
                  <a:pt x="2064" y="1703784"/>
                  <a:pt x="79071" y="1623350"/>
                  <a:pt x="174063" y="1623350"/>
                </a:cubicBezTo>
                <a:cubicBezTo>
                  <a:pt x="191988" y="1622777"/>
                  <a:pt x="285411" y="1622209"/>
                  <a:pt x="341086" y="1621637"/>
                </a:cubicBezTo>
                <a:lnTo>
                  <a:pt x="361575" y="1621395"/>
                </a:lnTo>
                <a:lnTo>
                  <a:pt x="361575" y="1620718"/>
                </a:lnTo>
                <a:cubicBezTo>
                  <a:pt x="413020" y="1620718"/>
                  <a:pt x="454725" y="1580502"/>
                  <a:pt x="454725" y="1530892"/>
                </a:cubicBezTo>
                <a:cubicBezTo>
                  <a:pt x="454725" y="1481281"/>
                  <a:pt x="402129" y="1437788"/>
                  <a:pt x="361575" y="1441064"/>
                </a:cubicBezTo>
                <a:lnTo>
                  <a:pt x="171998" y="1439479"/>
                </a:lnTo>
                <a:lnTo>
                  <a:pt x="105049" y="1427164"/>
                </a:lnTo>
                <a:cubicBezTo>
                  <a:pt x="43316" y="1399891"/>
                  <a:pt x="0" y="1336044"/>
                  <a:pt x="0" y="1261628"/>
                </a:cubicBezTo>
                <a:cubicBezTo>
                  <a:pt x="0" y="1162407"/>
                  <a:pt x="77006" y="1081973"/>
                  <a:pt x="171998" y="1081973"/>
                </a:cubicBezTo>
                <a:cubicBezTo>
                  <a:pt x="189923" y="1081400"/>
                  <a:pt x="283346" y="1080831"/>
                  <a:pt x="339021" y="1080260"/>
                </a:cubicBezTo>
                <a:lnTo>
                  <a:pt x="359510" y="1080018"/>
                </a:lnTo>
                <a:lnTo>
                  <a:pt x="359510" y="1079341"/>
                </a:lnTo>
                <a:cubicBezTo>
                  <a:pt x="410955" y="1079341"/>
                  <a:pt x="452660" y="1039125"/>
                  <a:pt x="452660" y="989514"/>
                </a:cubicBezTo>
                <a:cubicBezTo>
                  <a:pt x="452660" y="939904"/>
                  <a:pt x="400064" y="896410"/>
                  <a:pt x="359510" y="899687"/>
                </a:cubicBezTo>
                <a:cubicBezTo>
                  <a:pt x="309666" y="884429"/>
                  <a:pt x="195659" y="893132"/>
                  <a:pt x="153593" y="891012"/>
                </a:cubicBezTo>
                <a:lnTo>
                  <a:pt x="107114" y="886964"/>
                </a:lnTo>
                <a:cubicBezTo>
                  <a:pt x="45381" y="859692"/>
                  <a:pt x="2064" y="795844"/>
                  <a:pt x="2064" y="721428"/>
                </a:cubicBezTo>
                <a:cubicBezTo>
                  <a:pt x="2064" y="622208"/>
                  <a:pt x="79071" y="541774"/>
                  <a:pt x="174063" y="541774"/>
                </a:cubicBezTo>
                <a:cubicBezTo>
                  <a:pt x="191988" y="541200"/>
                  <a:pt x="285411" y="540632"/>
                  <a:pt x="341086" y="540060"/>
                </a:cubicBezTo>
                <a:lnTo>
                  <a:pt x="361575" y="539818"/>
                </a:lnTo>
                <a:lnTo>
                  <a:pt x="361575" y="539142"/>
                </a:lnTo>
                <a:cubicBezTo>
                  <a:pt x="413020" y="539142"/>
                  <a:pt x="454725" y="498926"/>
                  <a:pt x="454725" y="449315"/>
                </a:cubicBezTo>
                <a:cubicBezTo>
                  <a:pt x="454725" y="399704"/>
                  <a:pt x="402129" y="356211"/>
                  <a:pt x="361575" y="359487"/>
                </a:cubicBezTo>
                <a:lnTo>
                  <a:pt x="171998" y="357903"/>
                </a:lnTo>
                <a:lnTo>
                  <a:pt x="105049" y="345587"/>
                </a:lnTo>
                <a:cubicBezTo>
                  <a:pt x="43316" y="318314"/>
                  <a:pt x="0" y="254467"/>
                  <a:pt x="0" y="180051"/>
                </a:cubicBezTo>
                <a:cubicBezTo>
                  <a:pt x="0" y="80830"/>
                  <a:pt x="77006" y="396"/>
                  <a:pt x="171998" y="396"/>
                </a:cubicBezTo>
                <a:lnTo>
                  <a:pt x="320144" y="641"/>
                </a:lnTo>
                <a:close/>
              </a:path>
            </a:pathLst>
          </a:custGeom>
          <a:gradFill>
            <a:gsLst>
              <a:gs pos="0">
                <a:srgbClr val="FF0000"/>
              </a:gs>
              <a:gs pos="50000">
                <a:srgbClr val="FFC000"/>
              </a:gs>
              <a:gs pos="10000">
                <a:srgbClr val="FF0000"/>
              </a:gs>
              <a:gs pos="90000">
                <a:srgbClr val="FFFF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Freeform: Shape 62">
            <a:extLst>
              <a:ext uri="{FF2B5EF4-FFF2-40B4-BE49-F238E27FC236}">
                <a16:creationId xmlns:a16="http://schemas.microsoft.com/office/drawing/2014/main" id="{C77626A4-2729-B595-E36D-4440D49970A5}"/>
              </a:ext>
            </a:extLst>
          </p:cNvPr>
          <p:cNvSpPr/>
          <p:nvPr/>
        </p:nvSpPr>
        <p:spPr>
          <a:xfrm>
            <a:off x="-326354" y="1729309"/>
            <a:ext cx="3457410" cy="2976039"/>
          </a:xfrm>
          <a:custGeom>
            <a:avLst/>
            <a:gdLst>
              <a:gd name="connsiteX0" fmla="*/ 59654 w 3457410"/>
              <a:gd name="connsiteY0" fmla="*/ 0 h 2976039"/>
              <a:gd name="connsiteX1" fmla="*/ 2607712 w 3457410"/>
              <a:gd name="connsiteY1" fmla="*/ 0 h 2976039"/>
              <a:gd name="connsiteX2" fmla="*/ 2717129 w 3457410"/>
              <a:gd name="connsiteY2" fmla="*/ 0 h 2976039"/>
              <a:gd name="connsiteX3" fmla="*/ 2717129 w 3457410"/>
              <a:gd name="connsiteY3" fmla="*/ 203 h 2976039"/>
              <a:gd name="connsiteX4" fmla="*/ 2980742 w 3457410"/>
              <a:gd name="connsiteY4" fmla="*/ 693 h 2976039"/>
              <a:gd name="connsiteX5" fmla="*/ 3176004 w 3457410"/>
              <a:gd name="connsiteY5" fmla="*/ 174524 h 2976039"/>
              <a:gd name="connsiteX6" fmla="*/ 3173713 w 3457410"/>
              <a:gd name="connsiteY6" fmla="*/ 292490 h 2976039"/>
              <a:gd name="connsiteX7" fmla="*/ 3457410 w 3457410"/>
              <a:gd name="connsiteY7" fmla="*/ 576187 h 2976039"/>
              <a:gd name="connsiteX8" fmla="*/ 3457410 w 3457410"/>
              <a:gd name="connsiteY8" fmla="*/ 2385274 h 2976039"/>
              <a:gd name="connsiteX9" fmla="*/ 3173713 w 3457410"/>
              <a:gd name="connsiteY9" fmla="*/ 2668971 h 2976039"/>
              <a:gd name="connsiteX10" fmla="*/ 3176005 w 3457410"/>
              <a:gd name="connsiteY10" fmla="*/ 2753420 h 2976039"/>
              <a:gd name="connsiteX11" fmla="*/ 3004554 w 3457410"/>
              <a:gd name="connsiteY11" fmla="*/ 2905818 h 2976039"/>
              <a:gd name="connsiteX12" fmla="*/ 2884369 w 3457410"/>
              <a:gd name="connsiteY12" fmla="*/ 2904835 h 2976039"/>
              <a:gd name="connsiteX13" fmla="*/ 2839059 w 3457410"/>
              <a:gd name="connsiteY13" fmla="*/ 2904991 h 2976039"/>
              <a:gd name="connsiteX14" fmla="*/ 2839059 w 3457410"/>
              <a:gd name="connsiteY14" fmla="*/ 2976039 h 2976039"/>
              <a:gd name="connsiteX15" fmla="*/ 2793340 w 3457410"/>
              <a:gd name="connsiteY15" fmla="*/ 2976039 h 2976039"/>
              <a:gd name="connsiteX16" fmla="*/ 2793340 w 3457410"/>
              <a:gd name="connsiteY16" fmla="*/ 2905185 h 2976039"/>
              <a:gd name="connsiteX17" fmla="*/ 2717269 w 3457410"/>
              <a:gd name="connsiteY17" fmla="*/ 2905771 h 2976039"/>
              <a:gd name="connsiteX18" fmla="*/ 2657475 w 3457410"/>
              <a:gd name="connsiteY18" fmla="*/ 2905778 h 2976039"/>
              <a:gd name="connsiteX19" fmla="*/ 2657475 w 3457410"/>
              <a:gd name="connsiteY19" fmla="*/ 2905818 h 2976039"/>
              <a:gd name="connsiteX20" fmla="*/ 0 w 3457410"/>
              <a:gd name="connsiteY20" fmla="*/ 2905818 h 2976039"/>
              <a:gd name="connsiteX21" fmla="*/ 0 w 3457410"/>
              <a:gd name="connsiteY21" fmla="*/ 2817069 h 2976039"/>
              <a:gd name="connsiteX22" fmla="*/ 2612475 w 3457410"/>
              <a:gd name="connsiteY22" fmla="*/ 2817069 h 2976039"/>
              <a:gd name="connsiteX23" fmla="*/ 2612475 w 3457410"/>
              <a:gd name="connsiteY23" fmla="*/ 2815994 h 2976039"/>
              <a:gd name="connsiteX24" fmla="*/ 2704902 w 3457410"/>
              <a:gd name="connsiteY24" fmla="*/ 2815329 h 2976039"/>
              <a:gd name="connsiteX25" fmla="*/ 2704925 w 3457410"/>
              <a:gd name="connsiteY25" fmla="*/ 2816482 h 2976039"/>
              <a:gd name="connsiteX26" fmla="*/ 3004554 w 3457410"/>
              <a:gd name="connsiteY26" fmla="*/ 2815332 h 2976039"/>
              <a:gd name="connsiteX27" fmla="*/ 3056942 w 3457410"/>
              <a:gd name="connsiteY27" fmla="*/ 2755801 h 2976039"/>
              <a:gd name="connsiteX28" fmla="*/ 3059372 w 3457410"/>
              <a:gd name="connsiteY28" fmla="*/ 2668971 h 2976039"/>
              <a:gd name="connsiteX29" fmla="*/ 2775675 w 3457410"/>
              <a:gd name="connsiteY29" fmla="*/ 2385274 h 2976039"/>
              <a:gd name="connsiteX30" fmla="*/ 2775675 w 3457410"/>
              <a:gd name="connsiteY30" fmla="*/ 576187 h 2976039"/>
              <a:gd name="connsiteX31" fmla="*/ 3059372 w 3457410"/>
              <a:gd name="connsiteY31" fmla="*/ 292490 h 2976039"/>
              <a:gd name="connsiteX32" fmla="*/ 3057735 w 3457410"/>
              <a:gd name="connsiteY32" fmla="*/ 175317 h 2976039"/>
              <a:gd name="connsiteX33" fmla="*/ 2980741 w 3457410"/>
              <a:gd name="connsiteY33" fmla="*/ 98325 h 2976039"/>
              <a:gd name="connsiteX34" fmla="*/ 2745480 w 3457410"/>
              <a:gd name="connsiteY34" fmla="*/ 99537 h 2976039"/>
              <a:gd name="connsiteX35" fmla="*/ 2717129 w 3457410"/>
              <a:gd name="connsiteY35" fmla="*/ 99463 h 2976039"/>
              <a:gd name="connsiteX36" fmla="*/ 2717129 w 3457410"/>
              <a:gd name="connsiteY36" fmla="*/ 99491 h 2976039"/>
              <a:gd name="connsiteX37" fmla="*/ 59654 w 3457410"/>
              <a:gd name="connsiteY37" fmla="*/ 99491 h 297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57410" h="2976039">
                <a:moveTo>
                  <a:pt x="59654" y="0"/>
                </a:moveTo>
                <a:lnTo>
                  <a:pt x="2607712" y="0"/>
                </a:lnTo>
                <a:lnTo>
                  <a:pt x="2717129" y="0"/>
                </a:lnTo>
                <a:lnTo>
                  <a:pt x="2717129" y="203"/>
                </a:lnTo>
                <a:lnTo>
                  <a:pt x="2980742" y="693"/>
                </a:lnTo>
                <a:cubicBezTo>
                  <a:pt x="3149017" y="-100"/>
                  <a:pt x="3162510" y="70543"/>
                  <a:pt x="3176004" y="174524"/>
                </a:cubicBezTo>
                <a:cubicBezTo>
                  <a:pt x="3175240" y="213846"/>
                  <a:pt x="3174477" y="253168"/>
                  <a:pt x="3173713" y="292490"/>
                </a:cubicBezTo>
                <a:cubicBezTo>
                  <a:pt x="3330395" y="292490"/>
                  <a:pt x="3457410" y="419505"/>
                  <a:pt x="3457410" y="576187"/>
                </a:cubicBezTo>
                <a:lnTo>
                  <a:pt x="3457410" y="2385274"/>
                </a:lnTo>
                <a:cubicBezTo>
                  <a:pt x="3457410" y="2541956"/>
                  <a:pt x="3330395" y="2668971"/>
                  <a:pt x="3173713" y="2668971"/>
                </a:cubicBezTo>
                <a:lnTo>
                  <a:pt x="3176005" y="2753420"/>
                </a:lnTo>
                <a:cubicBezTo>
                  <a:pt x="3176005" y="2880419"/>
                  <a:pt x="3168860" y="2895501"/>
                  <a:pt x="3004554" y="2905818"/>
                </a:cubicBezTo>
                <a:cubicBezTo>
                  <a:pt x="2980742" y="2905074"/>
                  <a:pt x="2936465" y="2904795"/>
                  <a:pt x="2884369" y="2904835"/>
                </a:cubicBezTo>
                <a:lnTo>
                  <a:pt x="2839059" y="2904991"/>
                </a:lnTo>
                <a:lnTo>
                  <a:pt x="2839059" y="2976039"/>
                </a:lnTo>
                <a:lnTo>
                  <a:pt x="2793340" y="2976039"/>
                </a:lnTo>
                <a:lnTo>
                  <a:pt x="2793340" y="2905185"/>
                </a:lnTo>
                <a:lnTo>
                  <a:pt x="2717269" y="2905771"/>
                </a:lnTo>
                <a:lnTo>
                  <a:pt x="2657475" y="2905778"/>
                </a:lnTo>
                <a:lnTo>
                  <a:pt x="2657475" y="2905818"/>
                </a:lnTo>
                <a:lnTo>
                  <a:pt x="0" y="2905818"/>
                </a:lnTo>
                <a:lnTo>
                  <a:pt x="0" y="2817069"/>
                </a:lnTo>
                <a:lnTo>
                  <a:pt x="2612475" y="2817069"/>
                </a:lnTo>
                <a:lnTo>
                  <a:pt x="2612475" y="2815994"/>
                </a:lnTo>
                <a:lnTo>
                  <a:pt x="2704902" y="2815329"/>
                </a:lnTo>
                <a:cubicBezTo>
                  <a:pt x="2704910" y="2815713"/>
                  <a:pt x="2704917" y="2816098"/>
                  <a:pt x="2704925" y="2816482"/>
                </a:cubicBezTo>
                <a:lnTo>
                  <a:pt x="3004554" y="2815332"/>
                </a:lnTo>
                <a:cubicBezTo>
                  <a:pt x="3055353" y="2814537"/>
                  <a:pt x="3056148" y="2801839"/>
                  <a:pt x="3056942" y="2755801"/>
                </a:cubicBezTo>
                <a:lnTo>
                  <a:pt x="3059372" y="2668971"/>
                </a:lnTo>
                <a:cubicBezTo>
                  <a:pt x="2902690" y="2668971"/>
                  <a:pt x="2775675" y="2541956"/>
                  <a:pt x="2775675" y="2385274"/>
                </a:cubicBezTo>
                <a:lnTo>
                  <a:pt x="2775675" y="576187"/>
                </a:lnTo>
                <a:cubicBezTo>
                  <a:pt x="2775675" y="419505"/>
                  <a:pt x="2902690" y="292490"/>
                  <a:pt x="3059372" y="292490"/>
                </a:cubicBezTo>
                <a:cubicBezTo>
                  <a:pt x="3058826" y="253432"/>
                  <a:pt x="3058281" y="214375"/>
                  <a:pt x="3057735" y="175317"/>
                </a:cubicBezTo>
                <a:cubicBezTo>
                  <a:pt x="3051120" y="104409"/>
                  <a:pt x="3063556" y="100177"/>
                  <a:pt x="2980741" y="98325"/>
                </a:cubicBezTo>
                <a:lnTo>
                  <a:pt x="2745480" y="99537"/>
                </a:lnTo>
                <a:lnTo>
                  <a:pt x="2717129" y="99463"/>
                </a:lnTo>
                <a:lnTo>
                  <a:pt x="2717129" y="99491"/>
                </a:lnTo>
                <a:lnTo>
                  <a:pt x="59654" y="99491"/>
                </a:lnTo>
                <a:close/>
              </a:path>
            </a:pathLst>
          </a:custGeom>
          <a:gradFill>
            <a:gsLst>
              <a:gs pos="0">
                <a:schemeClr val="accent4">
                  <a:lumMod val="40000"/>
                  <a:lumOff val="60000"/>
                </a:schemeClr>
              </a:gs>
              <a:gs pos="100000">
                <a:schemeClr val="accent4">
                  <a:lumMod val="50000"/>
                </a:schemeClr>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1" name="Free-form: Shape 140">
            <a:extLst>
              <a:ext uri="{FF2B5EF4-FFF2-40B4-BE49-F238E27FC236}">
                <a16:creationId xmlns:a16="http://schemas.microsoft.com/office/drawing/2014/main" id="{C2ACAF6F-5CA4-4A8A-8E0D-CA9EB4E07CB8}"/>
              </a:ext>
            </a:extLst>
          </p:cNvPr>
          <p:cNvSpPr/>
          <p:nvPr/>
        </p:nvSpPr>
        <p:spPr>
          <a:xfrm>
            <a:off x="2519361" y="2083432"/>
            <a:ext cx="3092447" cy="2621916"/>
          </a:xfrm>
          <a:custGeom>
            <a:avLst/>
            <a:gdLst>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2749941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2752298 w 3092447"/>
              <a:gd name="connsiteY68" fmla="*/ 0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130" fmla="*/ 2752234 w 3092447"/>
              <a:gd name="connsiteY130" fmla="*/ 2541 h 2621916"/>
              <a:gd name="connsiteX131" fmla="*/ 2752298 w 3092447"/>
              <a:gd name="connsiteY131" fmla="*/ 0 h 2621916"/>
              <a:gd name="connsiteX0" fmla="*/ 1853878 w 3092447"/>
              <a:gd name="connsiteY0" fmla="*/ 115593 h 2643587"/>
              <a:gd name="connsiteX1" fmla="*/ 1853878 w 3092447"/>
              <a:gd name="connsiteY1" fmla="*/ 246644 h 2643587"/>
              <a:gd name="connsiteX2" fmla="*/ 1853879 w 3092447"/>
              <a:gd name="connsiteY2" fmla="*/ 246644 h 2643587"/>
              <a:gd name="connsiteX3" fmla="*/ 1853879 w 3092447"/>
              <a:gd name="connsiteY3" fmla="*/ 335334 h 2643587"/>
              <a:gd name="connsiteX4" fmla="*/ 171998 w 3092447"/>
              <a:gd name="connsiteY4" fmla="*/ 336445 h 2643587"/>
              <a:gd name="connsiteX5" fmla="*/ 78848 w 3092447"/>
              <a:gd name="connsiteY5" fmla="*/ 426272 h 2643587"/>
              <a:gd name="connsiteX6" fmla="*/ 135740 w 3092447"/>
              <a:gd name="connsiteY6" fmla="*/ 509040 h 2643587"/>
              <a:gd name="connsiteX7" fmla="*/ 159526 w 3092447"/>
              <a:gd name="connsiteY7" fmla="*/ 513671 h 2643587"/>
              <a:gd name="connsiteX8" fmla="*/ 170386 w 3092447"/>
              <a:gd name="connsiteY8" fmla="*/ 513882 h 2643587"/>
              <a:gd name="connsiteX9" fmla="*/ 361575 w 3092447"/>
              <a:gd name="connsiteY9" fmla="*/ 515881 h 2643587"/>
              <a:gd name="connsiteX10" fmla="*/ 533573 w 3092447"/>
              <a:gd name="connsiteY10" fmla="*/ 695536 h 2643587"/>
              <a:gd name="connsiteX11" fmla="*/ 428524 w 3092447"/>
              <a:gd name="connsiteY11" fmla="*/ 861072 h 2643587"/>
              <a:gd name="connsiteX12" fmla="*/ 379980 w 3092447"/>
              <a:gd name="connsiteY12" fmla="*/ 871310 h 2643587"/>
              <a:gd name="connsiteX13" fmla="*/ 174063 w 3092447"/>
              <a:gd name="connsiteY13" fmla="*/ 877822 h 2643587"/>
              <a:gd name="connsiteX14" fmla="*/ 80913 w 3092447"/>
              <a:gd name="connsiteY14" fmla="*/ 967649 h 2643587"/>
              <a:gd name="connsiteX15" fmla="*/ 137805 w 3092447"/>
              <a:gd name="connsiteY15" fmla="*/ 1050417 h 2643587"/>
              <a:gd name="connsiteX16" fmla="*/ 155329 w 3092447"/>
              <a:gd name="connsiteY16" fmla="*/ 1053830 h 2643587"/>
              <a:gd name="connsiteX17" fmla="*/ 168321 w 3092447"/>
              <a:gd name="connsiteY17" fmla="*/ 1054082 h 2643587"/>
              <a:gd name="connsiteX18" fmla="*/ 359510 w 3092447"/>
              <a:gd name="connsiteY18" fmla="*/ 1056081 h 2643587"/>
              <a:gd name="connsiteX19" fmla="*/ 531508 w 3092447"/>
              <a:gd name="connsiteY19" fmla="*/ 1235735 h 2643587"/>
              <a:gd name="connsiteX20" fmla="*/ 426459 w 3092447"/>
              <a:gd name="connsiteY20" fmla="*/ 1401272 h 2643587"/>
              <a:gd name="connsiteX21" fmla="*/ 377915 w 3092447"/>
              <a:gd name="connsiteY21" fmla="*/ 1411509 h 2643587"/>
              <a:gd name="connsiteX22" fmla="*/ 171998 w 3092447"/>
              <a:gd name="connsiteY22" fmla="*/ 1418022 h 2643587"/>
              <a:gd name="connsiteX23" fmla="*/ 78848 w 3092447"/>
              <a:gd name="connsiteY23" fmla="*/ 1507849 h 2643587"/>
              <a:gd name="connsiteX24" fmla="*/ 135740 w 3092447"/>
              <a:gd name="connsiteY24" fmla="*/ 1590617 h 2643587"/>
              <a:gd name="connsiteX25" fmla="*/ 159526 w 3092447"/>
              <a:gd name="connsiteY25" fmla="*/ 1595248 h 2643587"/>
              <a:gd name="connsiteX26" fmla="*/ 170386 w 3092447"/>
              <a:gd name="connsiteY26" fmla="*/ 1595459 h 2643587"/>
              <a:gd name="connsiteX27" fmla="*/ 361575 w 3092447"/>
              <a:gd name="connsiteY27" fmla="*/ 1597458 h 2643587"/>
              <a:gd name="connsiteX28" fmla="*/ 533573 w 3092447"/>
              <a:gd name="connsiteY28" fmla="*/ 1777113 h 2643587"/>
              <a:gd name="connsiteX29" fmla="*/ 428524 w 3092447"/>
              <a:gd name="connsiteY29" fmla="*/ 1942649 h 2643587"/>
              <a:gd name="connsiteX30" fmla="*/ 379980 w 3092447"/>
              <a:gd name="connsiteY30" fmla="*/ 1952886 h 2643587"/>
              <a:gd name="connsiteX31" fmla="*/ 174063 w 3092447"/>
              <a:gd name="connsiteY31" fmla="*/ 1959399 h 2643587"/>
              <a:gd name="connsiteX32" fmla="*/ 80913 w 3092447"/>
              <a:gd name="connsiteY32" fmla="*/ 2049226 h 2643587"/>
              <a:gd name="connsiteX33" fmla="*/ 174063 w 3092447"/>
              <a:gd name="connsiteY33" fmla="*/ 2139053 h 2643587"/>
              <a:gd name="connsiteX34" fmla="*/ 174063 w 3092447"/>
              <a:gd name="connsiteY34" fmla="*/ 2139330 h 2643587"/>
              <a:gd name="connsiteX35" fmla="*/ 1853879 w 3092447"/>
              <a:gd name="connsiteY35" fmla="*/ 2139330 h 2643587"/>
              <a:gd name="connsiteX36" fmla="*/ 1853879 w 3092447"/>
              <a:gd name="connsiteY36" fmla="*/ 2226627 h 2643587"/>
              <a:gd name="connsiteX37" fmla="*/ 1853876 w 3092447"/>
              <a:gd name="connsiteY37" fmla="*/ 2226627 h 2643587"/>
              <a:gd name="connsiteX38" fmla="*/ 1853876 w 3092447"/>
              <a:gd name="connsiteY38" fmla="*/ 2284020 h 2643587"/>
              <a:gd name="connsiteX39" fmla="*/ 2766158 w 3092447"/>
              <a:gd name="connsiteY39" fmla="*/ 2284020 h 2643587"/>
              <a:gd name="connsiteX40" fmla="*/ 2766158 w 3092447"/>
              <a:gd name="connsiteY40" fmla="*/ 2285801 h 2643587"/>
              <a:gd name="connsiteX41" fmla="*/ 2949829 w 3092447"/>
              <a:gd name="connsiteY41" fmla="*/ 2286346 h 2643587"/>
              <a:gd name="connsiteX42" fmla="*/ 3047691 w 3092447"/>
              <a:gd name="connsiteY42" fmla="*/ 2257684 h 2643587"/>
              <a:gd name="connsiteX43" fmla="*/ 3050675 w 3092447"/>
              <a:gd name="connsiteY43" fmla="*/ 2168171 h 2643587"/>
              <a:gd name="connsiteX44" fmla="*/ 3035756 w 3092447"/>
              <a:gd name="connsiteY44" fmla="*/ 2081642 h 2643587"/>
              <a:gd name="connsiteX45" fmla="*/ 2982048 w 3092447"/>
              <a:gd name="connsiteY45" fmla="*/ 1989146 h 2643587"/>
              <a:gd name="connsiteX46" fmla="*/ 2904470 w 3092447"/>
              <a:gd name="connsiteY46" fmla="*/ 1926487 h 2643587"/>
              <a:gd name="connsiteX47" fmla="*/ 2776168 w 3092447"/>
              <a:gd name="connsiteY47" fmla="*/ 1878746 h 2643587"/>
              <a:gd name="connsiteX48" fmla="*/ 2665769 w 3092447"/>
              <a:gd name="connsiteY48" fmla="*/ 1819071 h 2643587"/>
              <a:gd name="connsiteX49" fmla="*/ 2555370 w 3092447"/>
              <a:gd name="connsiteY49" fmla="*/ 1732542 h 2643587"/>
              <a:gd name="connsiteX50" fmla="*/ 2447955 w 3092447"/>
              <a:gd name="connsiteY50" fmla="*/ 1601257 h 2643587"/>
              <a:gd name="connsiteX51" fmla="*/ 2382312 w 3092447"/>
              <a:gd name="connsiteY51" fmla="*/ 1475939 h 2643587"/>
              <a:gd name="connsiteX52" fmla="*/ 2343523 w 3092447"/>
              <a:gd name="connsiteY52" fmla="*/ 1335702 h 2643587"/>
              <a:gd name="connsiteX53" fmla="*/ 2328604 w 3092447"/>
              <a:gd name="connsiteY53" fmla="*/ 1198449 h 2643587"/>
              <a:gd name="connsiteX54" fmla="*/ 2343523 w 3092447"/>
              <a:gd name="connsiteY54" fmla="*/ 1064180 h 2643587"/>
              <a:gd name="connsiteX55" fmla="*/ 2385296 w 3092447"/>
              <a:gd name="connsiteY55" fmla="*/ 923943 h 2643587"/>
              <a:gd name="connsiteX56" fmla="*/ 2453922 w 3092447"/>
              <a:gd name="connsiteY56" fmla="*/ 789674 h 2643587"/>
              <a:gd name="connsiteX57" fmla="*/ 2549403 w 3092447"/>
              <a:gd name="connsiteY57" fmla="*/ 676291 h 2643587"/>
              <a:gd name="connsiteX58" fmla="*/ 2647867 w 3092447"/>
              <a:gd name="connsiteY58" fmla="*/ 598713 h 2643587"/>
              <a:gd name="connsiteX59" fmla="*/ 2746331 w 3092447"/>
              <a:gd name="connsiteY59" fmla="*/ 539038 h 2643587"/>
              <a:gd name="connsiteX60" fmla="*/ 2862698 w 3092447"/>
              <a:gd name="connsiteY60" fmla="*/ 494282 h 2643587"/>
              <a:gd name="connsiteX61" fmla="*/ 2949227 w 3092447"/>
              <a:gd name="connsiteY61" fmla="*/ 443558 h 2643587"/>
              <a:gd name="connsiteX62" fmla="*/ 3005918 w 3092447"/>
              <a:gd name="connsiteY62" fmla="*/ 377915 h 2643587"/>
              <a:gd name="connsiteX63" fmla="*/ 3044707 w 3092447"/>
              <a:gd name="connsiteY63" fmla="*/ 282435 h 2643587"/>
              <a:gd name="connsiteX64" fmla="*/ 3047691 w 3092447"/>
              <a:gd name="connsiteY64" fmla="*/ 145182 h 2643587"/>
              <a:gd name="connsiteX65" fmla="*/ 2944464 w 3092447"/>
              <a:gd name="connsiteY65" fmla="*/ 118902 h 2643587"/>
              <a:gd name="connsiteX66" fmla="*/ 2749917 w 3092447"/>
              <a:gd name="connsiteY66" fmla="*/ 116521 h 2643587"/>
              <a:gd name="connsiteX67" fmla="*/ 1853878 w 3092447"/>
              <a:gd name="connsiteY67" fmla="*/ 115593 h 2643587"/>
              <a:gd name="connsiteX68" fmla="*/ 2752234 w 3092447"/>
              <a:gd name="connsiteY68" fmla="*/ 24212 h 2643587"/>
              <a:gd name="connsiteX69" fmla="*/ 3092447 w 3092447"/>
              <a:gd name="connsiteY69" fmla="*/ 21671 h 2643587"/>
              <a:gd name="connsiteX70" fmla="*/ 3092447 w 3092447"/>
              <a:gd name="connsiteY70" fmla="*/ 324207 h 2643587"/>
              <a:gd name="connsiteX71" fmla="*/ 3062610 w 3092447"/>
              <a:gd name="connsiteY71" fmla="*/ 506217 h 2643587"/>
              <a:gd name="connsiteX72" fmla="*/ 3023821 w 3092447"/>
              <a:gd name="connsiteY72" fmla="*/ 619600 h 2643587"/>
              <a:gd name="connsiteX73" fmla="*/ 2949227 w 3092447"/>
              <a:gd name="connsiteY73" fmla="*/ 753869 h 2643587"/>
              <a:gd name="connsiteX74" fmla="*/ 2838827 w 3092447"/>
              <a:gd name="connsiteY74" fmla="*/ 897089 h 2643587"/>
              <a:gd name="connsiteX75" fmla="*/ 2773185 w 3092447"/>
              <a:gd name="connsiteY75" fmla="*/ 1067164 h 2643587"/>
              <a:gd name="connsiteX76" fmla="*/ 2758266 w 3092447"/>
              <a:gd name="connsiteY76" fmla="*/ 1156677 h 2643587"/>
              <a:gd name="connsiteX77" fmla="*/ 2764233 w 3092447"/>
              <a:gd name="connsiteY77" fmla="*/ 1290946 h 2643587"/>
              <a:gd name="connsiteX78" fmla="*/ 2797055 w 3092447"/>
              <a:gd name="connsiteY78" fmla="*/ 1413280 h 2643587"/>
              <a:gd name="connsiteX79" fmla="*/ 2847779 w 3092447"/>
              <a:gd name="connsiteY79" fmla="*/ 1517711 h 2643587"/>
              <a:gd name="connsiteX80" fmla="*/ 2925357 w 3092447"/>
              <a:gd name="connsiteY80" fmla="*/ 1622143 h 2643587"/>
              <a:gd name="connsiteX81" fmla="*/ 2993983 w 3092447"/>
              <a:gd name="connsiteY81" fmla="*/ 1723591 h 2643587"/>
              <a:gd name="connsiteX82" fmla="*/ 3044707 w 3092447"/>
              <a:gd name="connsiteY82" fmla="*/ 1833990 h 2643587"/>
              <a:gd name="connsiteX83" fmla="*/ 3074545 w 3092447"/>
              <a:gd name="connsiteY83" fmla="*/ 1935438 h 2643587"/>
              <a:gd name="connsiteX84" fmla="*/ 3089463 w 3092447"/>
              <a:gd name="connsiteY84" fmla="*/ 2060756 h 2643587"/>
              <a:gd name="connsiteX85" fmla="*/ 3087082 w 3092447"/>
              <a:gd name="connsiteY85" fmla="*/ 2375227 h 2643587"/>
              <a:gd name="connsiteX86" fmla="*/ 2747536 w 3092447"/>
              <a:gd name="connsiteY86" fmla="*/ 2372846 h 2643587"/>
              <a:gd name="connsiteX87" fmla="*/ 1757363 w 3092447"/>
              <a:gd name="connsiteY87" fmla="*/ 2372846 h 2643587"/>
              <a:gd name="connsiteX88" fmla="*/ 1757363 w 3092447"/>
              <a:gd name="connsiteY88" fmla="*/ 2368084 h 2643587"/>
              <a:gd name="connsiteX89" fmla="*/ 1756878 w 3092447"/>
              <a:gd name="connsiteY89" fmla="*/ 2368084 h 2643587"/>
              <a:gd name="connsiteX90" fmla="*/ 1756878 w 3092447"/>
              <a:gd name="connsiteY90" fmla="*/ 2226548 h 2643587"/>
              <a:gd name="connsiteX91" fmla="*/ 913331 w 3092447"/>
              <a:gd name="connsiteY91" fmla="*/ 2225861 h 2643587"/>
              <a:gd name="connsiteX92" fmla="*/ 913331 w 3092447"/>
              <a:gd name="connsiteY92" fmla="*/ 2643587 h 2643587"/>
              <a:gd name="connsiteX93" fmla="*/ 867612 w 3092447"/>
              <a:gd name="connsiteY93" fmla="*/ 2643587 h 2643587"/>
              <a:gd name="connsiteX94" fmla="*/ 867612 w 3092447"/>
              <a:gd name="connsiteY94" fmla="*/ 2225824 h 2643587"/>
              <a:gd name="connsiteX95" fmla="*/ 139399 w 3092447"/>
              <a:gd name="connsiteY95" fmla="*/ 2225231 h 2643587"/>
              <a:gd name="connsiteX96" fmla="*/ 2064 w 3092447"/>
              <a:gd name="connsiteY96" fmla="*/ 2049226 h 2643587"/>
              <a:gd name="connsiteX97" fmla="*/ 174063 w 3092447"/>
              <a:gd name="connsiteY97" fmla="*/ 1869571 h 2643587"/>
              <a:gd name="connsiteX98" fmla="*/ 341086 w 3092447"/>
              <a:gd name="connsiteY98" fmla="*/ 1867858 h 2643587"/>
              <a:gd name="connsiteX99" fmla="*/ 361575 w 3092447"/>
              <a:gd name="connsiteY99" fmla="*/ 1867616 h 2643587"/>
              <a:gd name="connsiteX100" fmla="*/ 361575 w 3092447"/>
              <a:gd name="connsiteY100" fmla="*/ 1866939 h 2643587"/>
              <a:gd name="connsiteX101" fmla="*/ 454725 w 3092447"/>
              <a:gd name="connsiteY101" fmla="*/ 1777113 h 2643587"/>
              <a:gd name="connsiteX102" fmla="*/ 361575 w 3092447"/>
              <a:gd name="connsiteY102" fmla="*/ 1687285 h 2643587"/>
              <a:gd name="connsiteX103" fmla="*/ 171998 w 3092447"/>
              <a:gd name="connsiteY103" fmla="*/ 1685700 h 2643587"/>
              <a:gd name="connsiteX104" fmla="*/ 105049 w 3092447"/>
              <a:gd name="connsiteY104" fmla="*/ 1673385 h 2643587"/>
              <a:gd name="connsiteX105" fmla="*/ 0 w 3092447"/>
              <a:gd name="connsiteY105" fmla="*/ 1507849 h 2643587"/>
              <a:gd name="connsiteX106" fmla="*/ 171998 w 3092447"/>
              <a:gd name="connsiteY106" fmla="*/ 1328194 h 2643587"/>
              <a:gd name="connsiteX107" fmla="*/ 339021 w 3092447"/>
              <a:gd name="connsiteY107" fmla="*/ 1326481 h 2643587"/>
              <a:gd name="connsiteX108" fmla="*/ 359510 w 3092447"/>
              <a:gd name="connsiteY108" fmla="*/ 1326239 h 2643587"/>
              <a:gd name="connsiteX109" fmla="*/ 359510 w 3092447"/>
              <a:gd name="connsiteY109" fmla="*/ 1325562 h 2643587"/>
              <a:gd name="connsiteX110" fmla="*/ 452660 w 3092447"/>
              <a:gd name="connsiteY110" fmla="*/ 1235735 h 2643587"/>
              <a:gd name="connsiteX111" fmla="*/ 359510 w 3092447"/>
              <a:gd name="connsiteY111" fmla="*/ 1145908 h 2643587"/>
              <a:gd name="connsiteX112" fmla="*/ 153593 w 3092447"/>
              <a:gd name="connsiteY112" fmla="*/ 1137233 h 2643587"/>
              <a:gd name="connsiteX113" fmla="*/ 107114 w 3092447"/>
              <a:gd name="connsiteY113" fmla="*/ 1133185 h 2643587"/>
              <a:gd name="connsiteX114" fmla="*/ 2064 w 3092447"/>
              <a:gd name="connsiteY114" fmla="*/ 967649 h 2643587"/>
              <a:gd name="connsiteX115" fmla="*/ 174063 w 3092447"/>
              <a:gd name="connsiteY115" fmla="*/ 787995 h 2643587"/>
              <a:gd name="connsiteX116" fmla="*/ 341086 w 3092447"/>
              <a:gd name="connsiteY116" fmla="*/ 786281 h 2643587"/>
              <a:gd name="connsiteX117" fmla="*/ 361575 w 3092447"/>
              <a:gd name="connsiteY117" fmla="*/ 786039 h 2643587"/>
              <a:gd name="connsiteX118" fmla="*/ 361575 w 3092447"/>
              <a:gd name="connsiteY118" fmla="*/ 785363 h 2643587"/>
              <a:gd name="connsiteX119" fmla="*/ 454725 w 3092447"/>
              <a:gd name="connsiteY119" fmla="*/ 695536 h 2643587"/>
              <a:gd name="connsiteX120" fmla="*/ 361575 w 3092447"/>
              <a:gd name="connsiteY120" fmla="*/ 605708 h 2643587"/>
              <a:gd name="connsiteX121" fmla="*/ 171998 w 3092447"/>
              <a:gd name="connsiteY121" fmla="*/ 604124 h 2643587"/>
              <a:gd name="connsiteX122" fmla="*/ 105049 w 3092447"/>
              <a:gd name="connsiteY122" fmla="*/ 591808 h 2643587"/>
              <a:gd name="connsiteX123" fmla="*/ 0 w 3092447"/>
              <a:gd name="connsiteY123" fmla="*/ 426272 h 2643587"/>
              <a:gd name="connsiteX124" fmla="*/ 171998 w 3092447"/>
              <a:gd name="connsiteY124" fmla="*/ 246617 h 2643587"/>
              <a:gd name="connsiteX125" fmla="*/ 320144 w 3092447"/>
              <a:gd name="connsiteY125" fmla="*/ 246862 h 2643587"/>
              <a:gd name="connsiteX126" fmla="*/ 1756879 w 3092447"/>
              <a:gd name="connsiteY126" fmla="*/ 246658 h 2643587"/>
              <a:gd name="connsiteX127" fmla="*/ 1756879 w 3092447"/>
              <a:gd name="connsiteY127" fmla="*/ 30115 h 2643587"/>
              <a:gd name="connsiteX128" fmla="*/ 1757362 w 3092447"/>
              <a:gd name="connsiteY128" fmla="*/ 30115 h 2643587"/>
              <a:gd name="connsiteX129" fmla="*/ 1757362 w 3092447"/>
              <a:gd name="connsiteY129" fmla="*/ 24212 h 2643587"/>
              <a:gd name="connsiteX130" fmla="*/ 2752234 w 3092447"/>
              <a:gd name="connsiteY130" fmla="*/ 24212 h 2643587"/>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2749917 w 3092447"/>
              <a:gd name="connsiteY66" fmla="*/ 94850 h 2621916"/>
              <a:gd name="connsiteX67" fmla="*/ 1853878 w 3092447"/>
              <a:gd name="connsiteY67" fmla="*/ 93922 h 2621916"/>
              <a:gd name="connsiteX68" fmla="*/ 1757362 w 3092447"/>
              <a:gd name="connsiteY68" fmla="*/ 2541 h 2621916"/>
              <a:gd name="connsiteX69" fmla="*/ 3092447 w 3092447"/>
              <a:gd name="connsiteY69" fmla="*/ 0 h 2621916"/>
              <a:gd name="connsiteX70" fmla="*/ 3092447 w 3092447"/>
              <a:gd name="connsiteY70" fmla="*/ 302536 h 2621916"/>
              <a:gd name="connsiteX71" fmla="*/ 3062610 w 3092447"/>
              <a:gd name="connsiteY71" fmla="*/ 484546 h 2621916"/>
              <a:gd name="connsiteX72" fmla="*/ 3023821 w 3092447"/>
              <a:gd name="connsiteY72" fmla="*/ 597929 h 2621916"/>
              <a:gd name="connsiteX73" fmla="*/ 2949227 w 3092447"/>
              <a:gd name="connsiteY73" fmla="*/ 732198 h 2621916"/>
              <a:gd name="connsiteX74" fmla="*/ 2838827 w 3092447"/>
              <a:gd name="connsiteY74" fmla="*/ 875418 h 2621916"/>
              <a:gd name="connsiteX75" fmla="*/ 2773185 w 3092447"/>
              <a:gd name="connsiteY75" fmla="*/ 1045493 h 2621916"/>
              <a:gd name="connsiteX76" fmla="*/ 2758266 w 3092447"/>
              <a:gd name="connsiteY76" fmla="*/ 1135006 h 2621916"/>
              <a:gd name="connsiteX77" fmla="*/ 2764233 w 3092447"/>
              <a:gd name="connsiteY77" fmla="*/ 1269275 h 2621916"/>
              <a:gd name="connsiteX78" fmla="*/ 2797055 w 3092447"/>
              <a:gd name="connsiteY78" fmla="*/ 1391609 h 2621916"/>
              <a:gd name="connsiteX79" fmla="*/ 2847779 w 3092447"/>
              <a:gd name="connsiteY79" fmla="*/ 1496040 h 2621916"/>
              <a:gd name="connsiteX80" fmla="*/ 2925357 w 3092447"/>
              <a:gd name="connsiteY80" fmla="*/ 1600472 h 2621916"/>
              <a:gd name="connsiteX81" fmla="*/ 2993983 w 3092447"/>
              <a:gd name="connsiteY81" fmla="*/ 1701920 h 2621916"/>
              <a:gd name="connsiteX82" fmla="*/ 3044707 w 3092447"/>
              <a:gd name="connsiteY82" fmla="*/ 1812319 h 2621916"/>
              <a:gd name="connsiteX83" fmla="*/ 3074545 w 3092447"/>
              <a:gd name="connsiteY83" fmla="*/ 1913767 h 2621916"/>
              <a:gd name="connsiteX84" fmla="*/ 3089463 w 3092447"/>
              <a:gd name="connsiteY84" fmla="*/ 2039085 h 2621916"/>
              <a:gd name="connsiteX85" fmla="*/ 3087082 w 3092447"/>
              <a:gd name="connsiteY85" fmla="*/ 2353556 h 2621916"/>
              <a:gd name="connsiteX86" fmla="*/ 2747536 w 3092447"/>
              <a:gd name="connsiteY86" fmla="*/ 2351175 h 2621916"/>
              <a:gd name="connsiteX87" fmla="*/ 1757363 w 3092447"/>
              <a:gd name="connsiteY87" fmla="*/ 2351175 h 2621916"/>
              <a:gd name="connsiteX88" fmla="*/ 1757363 w 3092447"/>
              <a:gd name="connsiteY88" fmla="*/ 2346413 h 2621916"/>
              <a:gd name="connsiteX89" fmla="*/ 1756878 w 3092447"/>
              <a:gd name="connsiteY89" fmla="*/ 2346413 h 2621916"/>
              <a:gd name="connsiteX90" fmla="*/ 1756878 w 3092447"/>
              <a:gd name="connsiteY90" fmla="*/ 2204877 h 2621916"/>
              <a:gd name="connsiteX91" fmla="*/ 913331 w 3092447"/>
              <a:gd name="connsiteY91" fmla="*/ 2204190 h 2621916"/>
              <a:gd name="connsiteX92" fmla="*/ 913331 w 3092447"/>
              <a:gd name="connsiteY92" fmla="*/ 2621916 h 2621916"/>
              <a:gd name="connsiteX93" fmla="*/ 867612 w 3092447"/>
              <a:gd name="connsiteY93" fmla="*/ 2621916 h 2621916"/>
              <a:gd name="connsiteX94" fmla="*/ 867612 w 3092447"/>
              <a:gd name="connsiteY94" fmla="*/ 2204153 h 2621916"/>
              <a:gd name="connsiteX95" fmla="*/ 139399 w 3092447"/>
              <a:gd name="connsiteY95" fmla="*/ 2203560 h 2621916"/>
              <a:gd name="connsiteX96" fmla="*/ 2064 w 3092447"/>
              <a:gd name="connsiteY96" fmla="*/ 2027555 h 2621916"/>
              <a:gd name="connsiteX97" fmla="*/ 174063 w 3092447"/>
              <a:gd name="connsiteY97" fmla="*/ 1847900 h 2621916"/>
              <a:gd name="connsiteX98" fmla="*/ 341086 w 3092447"/>
              <a:gd name="connsiteY98" fmla="*/ 1846187 h 2621916"/>
              <a:gd name="connsiteX99" fmla="*/ 361575 w 3092447"/>
              <a:gd name="connsiteY99" fmla="*/ 1845945 h 2621916"/>
              <a:gd name="connsiteX100" fmla="*/ 361575 w 3092447"/>
              <a:gd name="connsiteY100" fmla="*/ 1845268 h 2621916"/>
              <a:gd name="connsiteX101" fmla="*/ 454725 w 3092447"/>
              <a:gd name="connsiteY101" fmla="*/ 1755442 h 2621916"/>
              <a:gd name="connsiteX102" fmla="*/ 361575 w 3092447"/>
              <a:gd name="connsiteY102" fmla="*/ 1665614 h 2621916"/>
              <a:gd name="connsiteX103" fmla="*/ 171998 w 3092447"/>
              <a:gd name="connsiteY103" fmla="*/ 1664029 h 2621916"/>
              <a:gd name="connsiteX104" fmla="*/ 105049 w 3092447"/>
              <a:gd name="connsiteY104" fmla="*/ 1651714 h 2621916"/>
              <a:gd name="connsiteX105" fmla="*/ 0 w 3092447"/>
              <a:gd name="connsiteY105" fmla="*/ 1486178 h 2621916"/>
              <a:gd name="connsiteX106" fmla="*/ 171998 w 3092447"/>
              <a:gd name="connsiteY106" fmla="*/ 1306523 h 2621916"/>
              <a:gd name="connsiteX107" fmla="*/ 339021 w 3092447"/>
              <a:gd name="connsiteY107" fmla="*/ 1304810 h 2621916"/>
              <a:gd name="connsiteX108" fmla="*/ 359510 w 3092447"/>
              <a:gd name="connsiteY108" fmla="*/ 1304568 h 2621916"/>
              <a:gd name="connsiteX109" fmla="*/ 359510 w 3092447"/>
              <a:gd name="connsiteY109" fmla="*/ 1303891 h 2621916"/>
              <a:gd name="connsiteX110" fmla="*/ 452660 w 3092447"/>
              <a:gd name="connsiteY110" fmla="*/ 1214064 h 2621916"/>
              <a:gd name="connsiteX111" fmla="*/ 359510 w 3092447"/>
              <a:gd name="connsiteY111" fmla="*/ 1124237 h 2621916"/>
              <a:gd name="connsiteX112" fmla="*/ 153593 w 3092447"/>
              <a:gd name="connsiteY112" fmla="*/ 1115562 h 2621916"/>
              <a:gd name="connsiteX113" fmla="*/ 107114 w 3092447"/>
              <a:gd name="connsiteY113" fmla="*/ 1111514 h 2621916"/>
              <a:gd name="connsiteX114" fmla="*/ 2064 w 3092447"/>
              <a:gd name="connsiteY114" fmla="*/ 945978 h 2621916"/>
              <a:gd name="connsiteX115" fmla="*/ 174063 w 3092447"/>
              <a:gd name="connsiteY115" fmla="*/ 766324 h 2621916"/>
              <a:gd name="connsiteX116" fmla="*/ 341086 w 3092447"/>
              <a:gd name="connsiteY116" fmla="*/ 764610 h 2621916"/>
              <a:gd name="connsiteX117" fmla="*/ 361575 w 3092447"/>
              <a:gd name="connsiteY117" fmla="*/ 764368 h 2621916"/>
              <a:gd name="connsiteX118" fmla="*/ 361575 w 3092447"/>
              <a:gd name="connsiteY118" fmla="*/ 763692 h 2621916"/>
              <a:gd name="connsiteX119" fmla="*/ 454725 w 3092447"/>
              <a:gd name="connsiteY119" fmla="*/ 673865 h 2621916"/>
              <a:gd name="connsiteX120" fmla="*/ 361575 w 3092447"/>
              <a:gd name="connsiteY120" fmla="*/ 584037 h 2621916"/>
              <a:gd name="connsiteX121" fmla="*/ 171998 w 3092447"/>
              <a:gd name="connsiteY121" fmla="*/ 582453 h 2621916"/>
              <a:gd name="connsiteX122" fmla="*/ 105049 w 3092447"/>
              <a:gd name="connsiteY122" fmla="*/ 570137 h 2621916"/>
              <a:gd name="connsiteX123" fmla="*/ 0 w 3092447"/>
              <a:gd name="connsiteY123" fmla="*/ 404601 h 2621916"/>
              <a:gd name="connsiteX124" fmla="*/ 171998 w 3092447"/>
              <a:gd name="connsiteY124" fmla="*/ 224946 h 2621916"/>
              <a:gd name="connsiteX125" fmla="*/ 320144 w 3092447"/>
              <a:gd name="connsiteY125" fmla="*/ 225191 h 2621916"/>
              <a:gd name="connsiteX126" fmla="*/ 1756879 w 3092447"/>
              <a:gd name="connsiteY126" fmla="*/ 224987 h 2621916"/>
              <a:gd name="connsiteX127" fmla="*/ 1756879 w 3092447"/>
              <a:gd name="connsiteY127" fmla="*/ 8444 h 2621916"/>
              <a:gd name="connsiteX128" fmla="*/ 1757362 w 3092447"/>
              <a:gd name="connsiteY128" fmla="*/ 8444 h 2621916"/>
              <a:gd name="connsiteX129" fmla="*/ 1757362 w 3092447"/>
              <a:gd name="connsiteY129"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766158 w 3092447"/>
              <a:gd name="connsiteY40" fmla="*/ 2264130 h 2621916"/>
              <a:gd name="connsiteX41" fmla="*/ 2949829 w 3092447"/>
              <a:gd name="connsiteY41" fmla="*/ 2264675 h 2621916"/>
              <a:gd name="connsiteX42" fmla="*/ 3047691 w 3092447"/>
              <a:gd name="connsiteY42" fmla="*/ 2236013 h 2621916"/>
              <a:gd name="connsiteX43" fmla="*/ 3050675 w 3092447"/>
              <a:gd name="connsiteY43" fmla="*/ 2146500 h 2621916"/>
              <a:gd name="connsiteX44" fmla="*/ 3035756 w 3092447"/>
              <a:gd name="connsiteY44" fmla="*/ 2059971 h 2621916"/>
              <a:gd name="connsiteX45" fmla="*/ 2982048 w 3092447"/>
              <a:gd name="connsiteY45" fmla="*/ 1967475 h 2621916"/>
              <a:gd name="connsiteX46" fmla="*/ 2904470 w 3092447"/>
              <a:gd name="connsiteY46" fmla="*/ 1904816 h 2621916"/>
              <a:gd name="connsiteX47" fmla="*/ 2776168 w 3092447"/>
              <a:gd name="connsiteY47" fmla="*/ 1857075 h 2621916"/>
              <a:gd name="connsiteX48" fmla="*/ 2665769 w 3092447"/>
              <a:gd name="connsiteY48" fmla="*/ 1797400 h 2621916"/>
              <a:gd name="connsiteX49" fmla="*/ 2555370 w 3092447"/>
              <a:gd name="connsiteY49" fmla="*/ 1710871 h 2621916"/>
              <a:gd name="connsiteX50" fmla="*/ 2447955 w 3092447"/>
              <a:gd name="connsiteY50" fmla="*/ 1579586 h 2621916"/>
              <a:gd name="connsiteX51" fmla="*/ 2382312 w 3092447"/>
              <a:gd name="connsiteY51" fmla="*/ 1454268 h 2621916"/>
              <a:gd name="connsiteX52" fmla="*/ 2343523 w 3092447"/>
              <a:gd name="connsiteY52" fmla="*/ 1314031 h 2621916"/>
              <a:gd name="connsiteX53" fmla="*/ 2328604 w 3092447"/>
              <a:gd name="connsiteY53" fmla="*/ 1176778 h 2621916"/>
              <a:gd name="connsiteX54" fmla="*/ 2343523 w 3092447"/>
              <a:gd name="connsiteY54" fmla="*/ 1042509 h 2621916"/>
              <a:gd name="connsiteX55" fmla="*/ 2385296 w 3092447"/>
              <a:gd name="connsiteY55" fmla="*/ 902272 h 2621916"/>
              <a:gd name="connsiteX56" fmla="*/ 2453922 w 3092447"/>
              <a:gd name="connsiteY56" fmla="*/ 768003 h 2621916"/>
              <a:gd name="connsiteX57" fmla="*/ 2549403 w 3092447"/>
              <a:gd name="connsiteY57" fmla="*/ 654620 h 2621916"/>
              <a:gd name="connsiteX58" fmla="*/ 2647867 w 3092447"/>
              <a:gd name="connsiteY58" fmla="*/ 577042 h 2621916"/>
              <a:gd name="connsiteX59" fmla="*/ 2746331 w 3092447"/>
              <a:gd name="connsiteY59" fmla="*/ 517367 h 2621916"/>
              <a:gd name="connsiteX60" fmla="*/ 2862698 w 3092447"/>
              <a:gd name="connsiteY60" fmla="*/ 472611 h 2621916"/>
              <a:gd name="connsiteX61" fmla="*/ 2949227 w 3092447"/>
              <a:gd name="connsiteY61" fmla="*/ 421887 h 2621916"/>
              <a:gd name="connsiteX62" fmla="*/ 3005918 w 3092447"/>
              <a:gd name="connsiteY62" fmla="*/ 356244 h 2621916"/>
              <a:gd name="connsiteX63" fmla="*/ 3044707 w 3092447"/>
              <a:gd name="connsiteY63" fmla="*/ 260764 h 2621916"/>
              <a:gd name="connsiteX64" fmla="*/ 3047691 w 3092447"/>
              <a:gd name="connsiteY64" fmla="*/ 123511 h 2621916"/>
              <a:gd name="connsiteX65" fmla="*/ 2944464 w 3092447"/>
              <a:gd name="connsiteY65" fmla="*/ 97231 h 2621916"/>
              <a:gd name="connsiteX66" fmla="*/ 1853878 w 3092447"/>
              <a:gd name="connsiteY66" fmla="*/ 93922 h 2621916"/>
              <a:gd name="connsiteX67" fmla="*/ 1757362 w 3092447"/>
              <a:gd name="connsiteY67" fmla="*/ 2541 h 2621916"/>
              <a:gd name="connsiteX68" fmla="*/ 3092447 w 3092447"/>
              <a:gd name="connsiteY68" fmla="*/ 0 h 2621916"/>
              <a:gd name="connsiteX69" fmla="*/ 3092447 w 3092447"/>
              <a:gd name="connsiteY69" fmla="*/ 302536 h 2621916"/>
              <a:gd name="connsiteX70" fmla="*/ 3062610 w 3092447"/>
              <a:gd name="connsiteY70" fmla="*/ 484546 h 2621916"/>
              <a:gd name="connsiteX71" fmla="*/ 3023821 w 3092447"/>
              <a:gd name="connsiteY71" fmla="*/ 597929 h 2621916"/>
              <a:gd name="connsiteX72" fmla="*/ 2949227 w 3092447"/>
              <a:gd name="connsiteY72" fmla="*/ 732198 h 2621916"/>
              <a:gd name="connsiteX73" fmla="*/ 2838827 w 3092447"/>
              <a:gd name="connsiteY73" fmla="*/ 875418 h 2621916"/>
              <a:gd name="connsiteX74" fmla="*/ 2773185 w 3092447"/>
              <a:gd name="connsiteY74" fmla="*/ 1045493 h 2621916"/>
              <a:gd name="connsiteX75" fmla="*/ 2758266 w 3092447"/>
              <a:gd name="connsiteY75" fmla="*/ 1135006 h 2621916"/>
              <a:gd name="connsiteX76" fmla="*/ 2764233 w 3092447"/>
              <a:gd name="connsiteY76" fmla="*/ 1269275 h 2621916"/>
              <a:gd name="connsiteX77" fmla="*/ 2797055 w 3092447"/>
              <a:gd name="connsiteY77" fmla="*/ 1391609 h 2621916"/>
              <a:gd name="connsiteX78" fmla="*/ 2847779 w 3092447"/>
              <a:gd name="connsiteY78" fmla="*/ 1496040 h 2621916"/>
              <a:gd name="connsiteX79" fmla="*/ 2925357 w 3092447"/>
              <a:gd name="connsiteY79" fmla="*/ 1600472 h 2621916"/>
              <a:gd name="connsiteX80" fmla="*/ 2993983 w 3092447"/>
              <a:gd name="connsiteY80" fmla="*/ 1701920 h 2621916"/>
              <a:gd name="connsiteX81" fmla="*/ 3044707 w 3092447"/>
              <a:gd name="connsiteY81" fmla="*/ 1812319 h 2621916"/>
              <a:gd name="connsiteX82" fmla="*/ 3074545 w 3092447"/>
              <a:gd name="connsiteY82" fmla="*/ 1913767 h 2621916"/>
              <a:gd name="connsiteX83" fmla="*/ 3089463 w 3092447"/>
              <a:gd name="connsiteY83" fmla="*/ 2039085 h 2621916"/>
              <a:gd name="connsiteX84" fmla="*/ 3087082 w 3092447"/>
              <a:gd name="connsiteY84" fmla="*/ 2353556 h 2621916"/>
              <a:gd name="connsiteX85" fmla="*/ 2747536 w 3092447"/>
              <a:gd name="connsiteY85" fmla="*/ 2351175 h 2621916"/>
              <a:gd name="connsiteX86" fmla="*/ 1757363 w 3092447"/>
              <a:gd name="connsiteY86" fmla="*/ 2351175 h 2621916"/>
              <a:gd name="connsiteX87" fmla="*/ 1757363 w 3092447"/>
              <a:gd name="connsiteY87" fmla="*/ 2346413 h 2621916"/>
              <a:gd name="connsiteX88" fmla="*/ 1756878 w 3092447"/>
              <a:gd name="connsiteY88" fmla="*/ 2346413 h 2621916"/>
              <a:gd name="connsiteX89" fmla="*/ 1756878 w 3092447"/>
              <a:gd name="connsiteY89" fmla="*/ 2204877 h 2621916"/>
              <a:gd name="connsiteX90" fmla="*/ 913331 w 3092447"/>
              <a:gd name="connsiteY90" fmla="*/ 2204190 h 2621916"/>
              <a:gd name="connsiteX91" fmla="*/ 913331 w 3092447"/>
              <a:gd name="connsiteY91" fmla="*/ 2621916 h 2621916"/>
              <a:gd name="connsiteX92" fmla="*/ 867612 w 3092447"/>
              <a:gd name="connsiteY92" fmla="*/ 2621916 h 2621916"/>
              <a:gd name="connsiteX93" fmla="*/ 867612 w 3092447"/>
              <a:gd name="connsiteY93" fmla="*/ 2204153 h 2621916"/>
              <a:gd name="connsiteX94" fmla="*/ 139399 w 3092447"/>
              <a:gd name="connsiteY94" fmla="*/ 2203560 h 2621916"/>
              <a:gd name="connsiteX95" fmla="*/ 2064 w 3092447"/>
              <a:gd name="connsiteY95" fmla="*/ 2027555 h 2621916"/>
              <a:gd name="connsiteX96" fmla="*/ 174063 w 3092447"/>
              <a:gd name="connsiteY96" fmla="*/ 1847900 h 2621916"/>
              <a:gd name="connsiteX97" fmla="*/ 341086 w 3092447"/>
              <a:gd name="connsiteY97" fmla="*/ 1846187 h 2621916"/>
              <a:gd name="connsiteX98" fmla="*/ 361575 w 3092447"/>
              <a:gd name="connsiteY98" fmla="*/ 1845945 h 2621916"/>
              <a:gd name="connsiteX99" fmla="*/ 361575 w 3092447"/>
              <a:gd name="connsiteY99" fmla="*/ 1845268 h 2621916"/>
              <a:gd name="connsiteX100" fmla="*/ 454725 w 3092447"/>
              <a:gd name="connsiteY100" fmla="*/ 1755442 h 2621916"/>
              <a:gd name="connsiteX101" fmla="*/ 361575 w 3092447"/>
              <a:gd name="connsiteY101" fmla="*/ 1665614 h 2621916"/>
              <a:gd name="connsiteX102" fmla="*/ 171998 w 3092447"/>
              <a:gd name="connsiteY102" fmla="*/ 1664029 h 2621916"/>
              <a:gd name="connsiteX103" fmla="*/ 105049 w 3092447"/>
              <a:gd name="connsiteY103" fmla="*/ 1651714 h 2621916"/>
              <a:gd name="connsiteX104" fmla="*/ 0 w 3092447"/>
              <a:gd name="connsiteY104" fmla="*/ 1486178 h 2621916"/>
              <a:gd name="connsiteX105" fmla="*/ 171998 w 3092447"/>
              <a:gd name="connsiteY105" fmla="*/ 1306523 h 2621916"/>
              <a:gd name="connsiteX106" fmla="*/ 339021 w 3092447"/>
              <a:gd name="connsiteY106" fmla="*/ 1304810 h 2621916"/>
              <a:gd name="connsiteX107" fmla="*/ 359510 w 3092447"/>
              <a:gd name="connsiteY107" fmla="*/ 1304568 h 2621916"/>
              <a:gd name="connsiteX108" fmla="*/ 359510 w 3092447"/>
              <a:gd name="connsiteY108" fmla="*/ 1303891 h 2621916"/>
              <a:gd name="connsiteX109" fmla="*/ 452660 w 3092447"/>
              <a:gd name="connsiteY109" fmla="*/ 1214064 h 2621916"/>
              <a:gd name="connsiteX110" fmla="*/ 359510 w 3092447"/>
              <a:gd name="connsiteY110" fmla="*/ 1124237 h 2621916"/>
              <a:gd name="connsiteX111" fmla="*/ 153593 w 3092447"/>
              <a:gd name="connsiteY111" fmla="*/ 1115562 h 2621916"/>
              <a:gd name="connsiteX112" fmla="*/ 107114 w 3092447"/>
              <a:gd name="connsiteY112" fmla="*/ 1111514 h 2621916"/>
              <a:gd name="connsiteX113" fmla="*/ 2064 w 3092447"/>
              <a:gd name="connsiteY113" fmla="*/ 945978 h 2621916"/>
              <a:gd name="connsiteX114" fmla="*/ 174063 w 3092447"/>
              <a:gd name="connsiteY114" fmla="*/ 766324 h 2621916"/>
              <a:gd name="connsiteX115" fmla="*/ 341086 w 3092447"/>
              <a:gd name="connsiteY115" fmla="*/ 764610 h 2621916"/>
              <a:gd name="connsiteX116" fmla="*/ 361575 w 3092447"/>
              <a:gd name="connsiteY116" fmla="*/ 764368 h 2621916"/>
              <a:gd name="connsiteX117" fmla="*/ 361575 w 3092447"/>
              <a:gd name="connsiteY117" fmla="*/ 763692 h 2621916"/>
              <a:gd name="connsiteX118" fmla="*/ 454725 w 3092447"/>
              <a:gd name="connsiteY118" fmla="*/ 673865 h 2621916"/>
              <a:gd name="connsiteX119" fmla="*/ 361575 w 3092447"/>
              <a:gd name="connsiteY119" fmla="*/ 584037 h 2621916"/>
              <a:gd name="connsiteX120" fmla="*/ 171998 w 3092447"/>
              <a:gd name="connsiteY120" fmla="*/ 582453 h 2621916"/>
              <a:gd name="connsiteX121" fmla="*/ 105049 w 3092447"/>
              <a:gd name="connsiteY121" fmla="*/ 570137 h 2621916"/>
              <a:gd name="connsiteX122" fmla="*/ 0 w 3092447"/>
              <a:gd name="connsiteY122" fmla="*/ 404601 h 2621916"/>
              <a:gd name="connsiteX123" fmla="*/ 171998 w 3092447"/>
              <a:gd name="connsiteY123" fmla="*/ 224946 h 2621916"/>
              <a:gd name="connsiteX124" fmla="*/ 320144 w 3092447"/>
              <a:gd name="connsiteY124" fmla="*/ 225191 h 2621916"/>
              <a:gd name="connsiteX125" fmla="*/ 1756879 w 3092447"/>
              <a:gd name="connsiteY125" fmla="*/ 224987 h 2621916"/>
              <a:gd name="connsiteX126" fmla="*/ 1756879 w 3092447"/>
              <a:gd name="connsiteY126" fmla="*/ 8444 h 2621916"/>
              <a:gd name="connsiteX127" fmla="*/ 1757362 w 3092447"/>
              <a:gd name="connsiteY127" fmla="*/ 8444 h 2621916"/>
              <a:gd name="connsiteX128" fmla="*/ 1757362 w 3092447"/>
              <a:gd name="connsiteY128"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2747536 w 3092447"/>
              <a:gd name="connsiteY84" fmla="*/ 2351175 h 2621916"/>
              <a:gd name="connsiteX85" fmla="*/ 1757363 w 3092447"/>
              <a:gd name="connsiteY85" fmla="*/ 2351175 h 2621916"/>
              <a:gd name="connsiteX86" fmla="*/ 1757363 w 3092447"/>
              <a:gd name="connsiteY86" fmla="*/ 2346413 h 2621916"/>
              <a:gd name="connsiteX87" fmla="*/ 1756878 w 3092447"/>
              <a:gd name="connsiteY87" fmla="*/ 2346413 h 2621916"/>
              <a:gd name="connsiteX88" fmla="*/ 1756878 w 3092447"/>
              <a:gd name="connsiteY88" fmla="*/ 2204877 h 2621916"/>
              <a:gd name="connsiteX89" fmla="*/ 913331 w 3092447"/>
              <a:gd name="connsiteY89" fmla="*/ 2204190 h 2621916"/>
              <a:gd name="connsiteX90" fmla="*/ 913331 w 3092447"/>
              <a:gd name="connsiteY90" fmla="*/ 2621916 h 2621916"/>
              <a:gd name="connsiteX91" fmla="*/ 867612 w 3092447"/>
              <a:gd name="connsiteY91" fmla="*/ 2621916 h 2621916"/>
              <a:gd name="connsiteX92" fmla="*/ 867612 w 3092447"/>
              <a:gd name="connsiteY92" fmla="*/ 2204153 h 2621916"/>
              <a:gd name="connsiteX93" fmla="*/ 139399 w 3092447"/>
              <a:gd name="connsiteY93" fmla="*/ 2203560 h 2621916"/>
              <a:gd name="connsiteX94" fmla="*/ 2064 w 3092447"/>
              <a:gd name="connsiteY94" fmla="*/ 2027555 h 2621916"/>
              <a:gd name="connsiteX95" fmla="*/ 174063 w 3092447"/>
              <a:gd name="connsiteY95" fmla="*/ 1847900 h 2621916"/>
              <a:gd name="connsiteX96" fmla="*/ 341086 w 3092447"/>
              <a:gd name="connsiteY96" fmla="*/ 1846187 h 2621916"/>
              <a:gd name="connsiteX97" fmla="*/ 361575 w 3092447"/>
              <a:gd name="connsiteY97" fmla="*/ 1845945 h 2621916"/>
              <a:gd name="connsiteX98" fmla="*/ 361575 w 3092447"/>
              <a:gd name="connsiteY98" fmla="*/ 1845268 h 2621916"/>
              <a:gd name="connsiteX99" fmla="*/ 454725 w 3092447"/>
              <a:gd name="connsiteY99" fmla="*/ 1755442 h 2621916"/>
              <a:gd name="connsiteX100" fmla="*/ 361575 w 3092447"/>
              <a:gd name="connsiteY100" fmla="*/ 1665614 h 2621916"/>
              <a:gd name="connsiteX101" fmla="*/ 171998 w 3092447"/>
              <a:gd name="connsiteY101" fmla="*/ 1664029 h 2621916"/>
              <a:gd name="connsiteX102" fmla="*/ 105049 w 3092447"/>
              <a:gd name="connsiteY102" fmla="*/ 1651714 h 2621916"/>
              <a:gd name="connsiteX103" fmla="*/ 0 w 3092447"/>
              <a:gd name="connsiteY103" fmla="*/ 1486178 h 2621916"/>
              <a:gd name="connsiteX104" fmla="*/ 171998 w 3092447"/>
              <a:gd name="connsiteY104" fmla="*/ 1306523 h 2621916"/>
              <a:gd name="connsiteX105" fmla="*/ 339021 w 3092447"/>
              <a:gd name="connsiteY105" fmla="*/ 1304810 h 2621916"/>
              <a:gd name="connsiteX106" fmla="*/ 359510 w 3092447"/>
              <a:gd name="connsiteY106" fmla="*/ 1304568 h 2621916"/>
              <a:gd name="connsiteX107" fmla="*/ 359510 w 3092447"/>
              <a:gd name="connsiteY107" fmla="*/ 1303891 h 2621916"/>
              <a:gd name="connsiteX108" fmla="*/ 452660 w 3092447"/>
              <a:gd name="connsiteY108" fmla="*/ 1214064 h 2621916"/>
              <a:gd name="connsiteX109" fmla="*/ 359510 w 3092447"/>
              <a:gd name="connsiteY109" fmla="*/ 1124237 h 2621916"/>
              <a:gd name="connsiteX110" fmla="*/ 153593 w 3092447"/>
              <a:gd name="connsiteY110" fmla="*/ 1115562 h 2621916"/>
              <a:gd name="connsiteX111" fmla="*/ 107114 w 3092447"/>
              <a:gd name="connsiteY111" fmla="*/ 1111514 h 2621916"/>
              <a:gd name="connsiteX112" fmla="*/ 2064 w 3092447"/>
              <a:gd name="connsiteY112" fmla="*/ 945978 h 2621916"/>
              <a:gd name="connsiteX113" fmla="*/ 174063 w 3092447"/>
              <a:gd name="connsiteY113" fmla="*/ 766324 h 2621916"/>
              <a:gd name="connsiteX114" fmla="*/ 341086 w 3092447"/>
              <a:gd name="connsiteY114" fmla="*/ 764610 h 2621916"/>
              <a:gd name="connsiteX115" fmla="*/ 361575 w 3092447"/>
              <a:gd name="connsiteY115" fmla="*/ 764368 h 2621916"/>
              <a:gd name="connsiteX116" fmla="*/ 361575 w 3092447"/>
              <a:gd name="connsiteY116" fmla="*/ 763692 h 2621916"/>
              <a:gd name="connsiteX117" fmla="*/ 454725 w 3092447"/>
              <a:gd name="connsiteY117" fmla="*/ 673865 h 2621916"/>
              <a:gd name="connsiteX118" fmla="*/ 361575 w 3092447"/>
              <a:gd name="connsiteY118" fmla="*/ 584037 h 2621916"/>
              <a:gd name="connsiteX119" fmla="*/ 171998 w 3092447"/>
              <a:gd name="connsiteY119" fmla="*/ 582453 h 2621916"/>
              <a:gd name="connsiteX120" fmla="*/ 105049 w 3092447"/>
              <a:gd name="connsiteY120" fmla="*/ 570137 h 2621916"/>
              <a:gd name="connsiteX121" fmla="*/ 0 w 3092447"/>
              <a:gd name="connsiteY121" fmla="*/ 404601 h 2621916"/>
              <a:gd name="connsiteX122" fmla="*/ 171998 w 3092447"/>
              <a:gd name="connsiteY122" fmla="*/ 224946 h 2621916"/>
              <a:gd name="connsiteX123" fmla="*/ 320144 w 3092447"/>
              <a:gd name="connsiteY123" fmla="*/ 225191 h 2621916"/>
              <a:gd name="connsiteX124" fmla="*/ 1756879 w 3092447"/>
              <a:gd name="connsiteY124" fmla="*/ 224987 h 2621916"/>
              <a:gd name="connsiteX125" fmla="*/ 1756879 w 3092447"/>
              <a:gd name="connsiteY125" fmla="*/ 8444 h 2621916"/>
              <a:gd name="connsiteX126" fmla="*/ 1757362 w 3092447"/>
              <a:gd name="connsiteY126" fmla="*/ 8444 h 2621916"/>
              <a:gd name="connsiteX127" fmla="*/ 1757362 w 3092447"/>
              <a:gd name="connsiteY127" fmla="*/ 2541 h 2621916"/>
              <a:gd name="connsiteX0" fmla="*/ 1853878 w 3092447"/>
              <a:gd name="connsiteY0" fmla="*/ 93922 h 2621916"/>
              <a:gd name="connsiteX1" fmla="*/ 1853878 w 3092447"/>
              <a:gd name="connsiteY1" fmla="*/ 224973 h 2621916"/>
              <a:gd name="connsiteX2" fmla="*/ 1853879 w 3092447"/>
              <a:gd name="connsiteY2" fmla="*/ 224973 h 2621916"/>
              <a:gd name="connsiteX3" fmla="*/ 1853879 w 3092447"/>
              <a:gd name="connsiteY3" fmla="*/ 313663 h 2621916"/>
              <a:gd name="connsiteX4" fmla="*/ 171998 w 3092447"/>
              <a:gd name="connsiteY4" fmla="*/ 314774 h 2621916"/>
              <a:gd name="connsiteX5" fmla="*/ 78848 w 3092447"/>
              <a:gd name="connsiteY5" fmla="*/ 404601 h 2621916"/>
              <a:gd name="connsiteX6" fmla="*/ 135740 w 3092447"/>
              <a:gd name="connsiteY6" fmla="*/ 487369 h 2621916"/>
              <a:gd name="connsiteX7" fmla="*/ 159526 w 3092447"/>
              <a:gd name="connsiteY7" fmla="*/ 492000 h 2621916"/>
              <a:gd name="connsiteX8" fmla="*/ 170386 w 3092447"/>
              <a:gd name="connsiteY8" fmla="*/ 492211 h 2621916"/>
              <a:gd name="connsiteX9" fmla="*/ 361575 w 3092447"/>
              <a:gd name="connsiteY9" fmla="*/ 494210 h 2621916"/>
              <a:gd name="connsiteX10" fmla="*/ 533573 w 3092447"/>
              <a:gd name="connsiteY10" fmla="*/ 673865 h 2621916"/>
              <a:gd name="connsiteX11" fmla="*/ 428524 w 3092447"/>
              <a:gd name="connsiteY11" fmla="*/ 839401 h 2621916"/>
              <a:gd name="connsiteX12" fmla="*/ 379980 w 3092447"/>
              <a:gd name="connsiteY12" fmla="*/ 849639 h 2621916"/>
              <a:gd name="connsiteX13" fmla="*/ 174063 w 3092447"/>
              <a:gd name="connsiteY13" fmla="*/ 856151 h 2621916"/>
              <a:gd name="connsiteX14" fmla="*/ 80913 w 3092447"/>
              <a:gd name="connsiteY14" fmla="*/ 945978 h 2621916"/>
              <a:gd name="connsiteX15" fmla="*/ 137805 w 3092447"/>
              <a:gd name="connsiteY15" fmla="*/ 1028746 h 2621916"/>
              <a:gd name="connsiteX16" fmla="*/ 155329 w 3092447"/>
              <a:gd name="connsiteY16" fmla="*/ 1032159 h 2621916"/>
              <a:gd name="connsiteX17" fmla="*/ 168321 w 3092447"/>
              <a:gd name="connsiteY17" fmla="*/ 1032411 h 2621916"/>
              <a:gd name="connsiteX18" fmla="*/ 359510 w 3092447"/>
              <a:gd name="connsiteY18" fmla="*/ 1034410 h 2621916"/>
              <a:gd name="connsiteX19" fmla="*/ 531508 w 3092447"/>
              <a:gd name="connsiteY19" fmla="*/ 1214064 h 2621916"/>
              <a:gd name="connsiteX20" fmla="*/ 426459 w 3092447"/>
              <a:gd name="connsiteY20" fmla="*/ 1379601 h 2621916"/>
              <a:gd name="connsiteX21" fmla="*/ 377915 w 3092447"/>
              <a:gd name="connsiteY21" fmla="*/ 1389838 h 2621916"/>
              <a:gd name="connsiteX22" fmla="*/ 171998 w 3092447"/>
              <a:gd name="connsiteY22" fmla="*/ 1396351 h 2621916"/>
              <a:gd name="connsiteX23" fmla="*/ 78848 w 3092447"/>
              <a:gd name="connsiteY23" fmla="*/ 1486178 h 2621916"/>
              <a:gd name="connsiteX24" fmla="*/ 135740 w 3092447"/>
              <a:gd name="connsiteY24" fmla="*/ 1568946 h 2621916"/>
              <a:gd name="connsiteX25" fmla="*/ 159526 w 3092447"/>
              <a:gd name="connsiteY25" fmla="*/ 1573577 h 2621916"/>
              <a:gd name="connsiteX26" fmla="*/ 170386 w 3092447"/>
              <a:gd name="connsiteY26" fmla="*/ 1573788 h 2621916"/>
              <a:gd name="connsiteX27" fmla="*/ 361575 w 3092447"/>
              <a:gd name="connsiteY27" fmla="*/ 1575787 h 2621916"/>
              <a:gd name="connsiteX28" fmla="*/ 533573 w 3092447"/>
              <a:gd name="connsiteY28" fmla="*/ 1755442 h 2621916"/>
              <a:gd name="connsiteX29" fmla="*/ 428524 w 3092447"/>
              <a:gd name="connsiteY29" fmla="*/ 1920978 h 2621916"/>
              <a:gd name="connsiteX30" fmla="*/ 379980 w 3092447"/>
              <a:gd name="connsiteY30" fmla="*/ 1931215 h 2621916"/>
              <a:gd name="connsiteX31" fmla="*/ 174063 w 3092447"/>
              <a:gd name="connsiteY31" fmla="*/ 1937728 h 2621916"/>
              <a:gd name="connsiteX32" fmla="*/ 80913 w 3092447"/>
              <a:gd name="connsiteY32" fmla="*/ 2027555 h 2621916"/>
              <a:gd name="connsiteX33" fmla="*/ 174063 w 3092447"/>
              <a:gd name="connsiteY33" fmla="*/ 2117382 h 2621916"/>
              <a:gd name="connsiteX34" fmla="*/ 174063 w 3092447"/>
              <a:gd name="connsiteY34" fmla="*/ 2117659 h 2621916"/>
              <a:gd name="connsiteX35" fmla="*/ 1853879 w 3092447"/>
              <a:gd name="connsiteY35" fmla="*/ 2117659 h 2621916"/>
              <a:gd name="connsiteX36" fmla="*/ 1853879 w 3092447"/>
              <a:gd name="connsiteY36" fmla="*/ 2204956 h 2621916"/>
              <a:gd name="connsiteX37" fmla="*/ 1853876 w 3092447"/>
              <a:gd name="connsiteY37" fmla="*/ 2204956 h 2621916"/>
              <a:gd name="connsiteX38" fmla="*/ 1853876 w 3092447"/>
              <a:gd name="connsiteY38" fmla="*/ 2262349 h 2621916"/>
              <a:gd name="connsiteX39" fmla="*/ 2766158 w 3092447"/>
              <a:gd name="connsiteY39" fmla="*/ 2262349 h 2621916"/>
              <a:gd name="connsiteX40" fmla="*/ 2949829 w 3092447"/>
              <a:gd name="connsiteY40" fmla="*/ 2264675 h 2621916"/>
              <a:gd name="connsiteX41" fmla="*/ 3047691 w 3092447"/>
              <a:gd name="connsiteY41" fmla="*/ 2236013 h 2621916"/>
              <a:gd name="connsiteX42" fmla="*/ 3050675 w 3092447"/>
              <a:gd name="connsiteY42" fmla="*/ 2146500 h 2621916"/>
              <a:gd name="connsiteX43" fmla="*/ 3035756 w 3092447"/>
              <a:gd name="connsiteY43" fmla="*/ 2059971 h 2621916"/>
              <a:gd name="connsiteX44" fmla="*/ 2982048 w 3092447"/>
              <a:gd name="connsiteY44" fmla="*/ 1967475 h 2621916"/>
              <a:gd name="connsiteX45" fmla="*/ 2904470 w 3092447"/>
              <a:gd name="connsiteY45" fmla="*/ 1904816 h 2621916"/>
              <a:gd name="connsiteX46" fmla="*/ 2776168 w 3092447"/>
              <a:gd name="connsiteY46" fmla="*/ 1857075 h 2621916"/>
              <a:gd name="connsiteX47" fmla="*/ 2665769 w 3092447"/>
              <a:gd name="connsiteY47" fmla="*/ 1797400 h 2621916"/>
              <a:gd name="connsiteX48" fmla="*/ 2555370 w 3092447"/>
              <a:gd name="connsiteY48" fmla="*/ 1710871 h 2621916"/>
              <a:gd name="connsiteX49" fmla="*/ 2447955 w 3092447"/>
              <a:gd name="connsiteY49" fmla="*/ 1579586 h 2621916"/>
              <a:gd name="connsiteX50" fmla="*/ 2382312 w 3092447"/>
              <a:gd name="connsiteY50" fmla="*/ 1454268 h 2621916"/>
              <a:gd name="connsiteX51" fmla="*/ 2343523 w 3092447"/>
              <a:gd name="connsiteY51" fmla="*/ 1314031 h 2621916"/>
              <a:gd name="connsiteX52" fmla="*/ 2328604 w 3092447"/>
              <a:gd name="connsiteY52" fmla="*/ 1176778 h 2621916"/>
              <a:gd name="connsiteX53" fmla="*/ 2343523 w 3092447"/>
              <a:gd name="connsiteY53" fmla="*/ 1042509 h 2621916"/>
              <a:gd name="connsiteX54" fmla="*/ 2385296 w 3092447"/>
              <a:gd name="connsiteY54" fmla="*/ 902272 h 2621916"/>
              <a:gd name="connsiteX55" fmla="*/ 2453922 w 3092447"/>
              <a:gd name="connsiteY55" fmla="*/ 768003 h 2621916"/>
              <a:gd name="connsiteX56" fmla="*/ 2549403 w 3092447"/>
              <a:gd name="connsiteY56" fmla="*/ 654620 h 2621916"/>
              <a:gd name="connsiteX57" fmla="*/ 2647867 w 3092447"/>
              <a:gd name="connsiteY57" fmla="*/ 577042 h 2621916"/>
              <a:gd name="connsiteX58" fmla="*/ 2746331 w 3092447"/>
              <a:gd name="connsiteY58" fmla="*/ 517367 h 2621916"/>
              <a:gd name="connsiteX59" fmla="*/ 2862698 w 3092447"/>
              <a:gd name="connsiteY59" fmla="*/ 472611 h 2621916"/>
              <a:gd name="connsiteX60" fmla="*/ 2949227 w 3092447"/>
              <a:gd name="connsiteY60" fmla="*/ 421887 h 2621916"/>
              <a:gd name="connsiteX61" fmla="*/ 3005918 w 3092447"/>
              <a:gd name="connsiteY61" fmla="*/ 356244 h 2621916"/>
              <a:gd name="connsiteX62" fmla="*/ 3044707 w 3092447"/>
              <a:gd name="connsiteY62" fmla="*/ 260764 h 2621916"/>
              <a:gd name="connsiteX63" fmla="*/ 3047691 w 3092447"/>
              <a:gd name="connsiteY63" fmla="*/ 123511 h 2621916"/>
              <a:gd name="connsiteX64" fmla="*/ 2944464 w 3092447"/>
              <a:gd name="connsiteY64" fmla="*/ 97231 h 2621916"/>
              <a:gd name="connsiteX65" fmla="*/ 1853878 w 3092447"/>
              <a:gd name="connsiteY65" fmla="*/ 93922 h 2621916"/>
              <a:gd name="connsiteX66" fmla="*/ 1757362 w 3092447"/>
              <a:gd name="connsiteY66" fmla="*/ 2541 h 2621916"/>
              <a:gd name="connsiteX67" fmla="*/ 3092447 w 3092447"/>
              <a:gd name="connsiteY67" fmla="*/ 0 h 2621916"/>
              <a:gd name="connsiteX68" fmla="*/ 3092447 w 3092447"/>
              <a:gd name="connsiteY68" fmla="*/ 302536 h 2621916"/>
              <a:gd name="connsiteX69" fmla="*/ 3062610 w 3092447"/>
              <a:gd name="connsiteY69" fmla="*/ 484546 h 2621916"/>
              <a:gd name="connsiteX70" fmla="*/ 3023821 w 3092447"/>
              <a:gd name="connsiteY70" fmla="*/ 597929 h 2621916"/>
              <a:gd name="connsiteX71" fmla="*/ 2949227 w 3092447"/>
              <a:gd name="connsiteY71" fmla="*/ 732198 h 2621916"/>
              <a:gd name="connsiteX72" fmla="*/ 2838827 w 3092447"/>
              <a:gd name="connsiteY72" fmla="*/ 875418 h 2621916"/>
              <a:gd name="connsiteX73" fmla="*/ 2773185 w 3092447"/>
              <a:gd name="connsiteY73" fmla="*/ 1045493 h 2621916"/>
              <a:gd name="connsiteX74" fmla="*/ 2758266 w 3092447"/>
              <a:gd name="connsiteY74" fmla="*/ 1135006 h 2621916"/>
              <a:gd name="connsiteX75" fmla="*/ 2764233 w 3092447"/>
              <a:gd name="connsiteY75" fmla="*/ 1269275 h 2621916"/>
              <a:gd name="connsiteX76" fmla="*/ 2797055 w 3092447"/>
              <a:gd name="connsiteY76" fmla="*/ 1391609 h 2621916"/>
              <a:gd name="connsiteX77" fmla="*/ 2847779 w 3092447"/>
              <a:gd name="connsiteY77" fmla="*/ 1496040 h 2621916"/>
              <a:gd name="connsiteX78" fmla="*/ 2925357 w 3092447"/>
              <a:gd name="connsiteY78" fmla="*/ 1600472 h 2621916"/>
              <a:gd name="connsiteX79" fmla="*/ 2993983 w 3092447"/>
              <a:gd name="connsiteY79" fmla="*/ 1701920 h 2621916"/>
              <a:gd name="connsiteX80" fmla="*/ 3044707 w 3092447"/>
              <a:gd name="connsiteY80" fmla="*/ 1812319 h 2621916"/>
              <a:gd name="connsiteX81" fmla="*/ 3074545 w 3092447"/>
              <a:gd name="connsiteY81" fmla="*/ 1913767 h 2621916"/>
              <a:gd name="connsiteX82" fmla="*/ 3089463 w 3092447"/>
              <a:gd name="connsiteY82" fmla="*/ 2039085 h 2621916"/>
              <a:gd name="connsiteX83" fmla="*/ 3087082 w 3092447"/>
              <a:gd name="connsiteY83" fmla="*/ 2353556 h 2621916"/>
              <a:gd name="connsiteX84" fmla="*/ 1757363 w 3092447"/>
              <a:gd name="connsiteY84" fmla="*/ 2351175 h 2621916"/>
              <a:gd name="connsiteX85" fmla="*/ 1757363 w 3092447"/>
              <a:gd name="connsiteY85" fmla="*/ 2346413 h 2621916"/>
              <a:gd name="connsiteX86" fmla="*/ 1756878 w 3092447"/>
              <a:gd name="connsiteY86" fmla="*/ 2346413 h 2621916"/>
              <a:gd name="connsiteX87" fmla="*/ 1756878 w 3092447"/>
              <a:gd name="connsiteY87" fmla="*/ 2204877 h 2621916"/>
              <a:gd name="connsiteX88" fmla="*/ 913331 w 3092447"/>
              <a:gd name="connsiteY88" fmla="*/ 2204190 h 2621916"/>
              <a:gd name="connsiteX89" fmla="*/ 913331 w 3092447"/>
              <a:gd name="connsiteY89" fmla="*/ 2621916 h 2621916"/>
              <a:gd name="connsiteX90" fmla="*/ 867612 w 3092447"/>
              <a:gd name="connsiteY90" fmla="*/ 2621916 h 2621916"/>
              <a:gd name="connsiteX91" fmla="*/ 867612 w 3092447"/>
              <a:gd name="connsiteY91" fmla="*/ 2204153 h 2621916"/>
              <a:gd name="connsiteX92" fmla="*/ 139399 w 3092447"/>
              <a:gd name="connsiteY92" fmla="*/ 2203560 h 2621916"/>
              <a:gd name="connsiteX93" fmla="*/ 2064 w 3092447"/>
              <a:gd name="connsiteY93" fmla="*/ 2027555 h 2621916"/>
              <a:gd name="connsiteX94" fmla="*/ 174063 w 3092447"/>
              <a:gd name="connsiteY94" fmla="*/ 1847900 h 2621916"/>
              <a:gd name="connsiteX95" fmla="*/ 341086 w 3092447"/>
              <a:gd name="connsiteY95" fmla="*/ 1846187 h 2621916"/>
              <a:gd name="connsiteX96" fmla="*/ 361575 w 3092447"/>
              <a:gd name="connsiteY96" fmla="*/ 1845945 h 2621916"/>
              <a:gd name="connsiteX97" fmla="*/ 361575 w 3092447"/>
              <a:gd name="connsiteY97" fmla="*/ 1845268 h 2621916"/>
              <a:gd name="connsiteX98" fmla="*/ 454725 w 3092447"/>
              <a:gd name="connsiteY98" fmla="*/ 1755442 h 2621916"/>
              <a:gd name="connsiteX99" fmla="*/ 361575 w 3092447"/>
              <a:gd name="connsiteY99" fmla="*/ 1665614 h 2621916"/>
              <a:gd name="connsiteX100" fmla="*/ 171998 w 3092447"/>
              <a:gd name="connsiteY100" fmla="*/ 1664029 h 2621916"/>
              <a:gd name="connsiteX101" fmla="*/ 105049 w 3092447"/>
              <a:gd name="connsiteY101" fmla="*/ 1651714 h 2621916"/>
              <a:gd name="connsiteX102" fmla="*/ 0 w 3092447"/>
              <a:gd name="connsiteY102" fmla="*/ 1486178 h 2621916"/>
              <a:gd name="connsiteX103" fmla="*/ 171998 w 3092447"/>
              <a:gd name="connsiteY103" fmla="*/ 1306523 h 2621916"/>
              <a:gd name="connsiteX104" fmla="*/ 339021 w 3092447"/>
              <a:gd name="connsiteY104" fmla="*/ 1304810 h 2621916"/>
              <a:gd name="connsiteX105" fmla="*/ 359510 w 3092447"/>
              <a:gd name="connsiteY105" fmla="*/ 1304568 h 2621916"/>
              <a:gd name="connsiteX106" fmla="*/ 359510 w 3092447"/>
              <a:gd name="connsiteY106" fmla="*/ 1303891 h 2621916"/>
              <a:gd name="connsiteX107" fmla="*/ 452660 w 3092447"/>
              <a:gd name="connsiteY107" fmla="*/ 1214064 h 2621916"/>
              <a:gd name="connsiteX108" fmla="*/ 359510 w 3092447"/>
              <a:gd name="connsiteY108" fmla="*/ 1124237 h 2621916"/>
              <a:gd name="connsiteX109" fmla="*/ 153593 w 3092447"/>
              <a:gd name="connsiteY109" fmla="*/ 1115562 h 2621916"/>
              <a:gd name="connsiteX110" fmla="*/ 107114 w 3092447"/>
              <a:gd name="connsiteY110" fmla="*/ 1111514 h 2621916"/>
              <a:gd name="connsiteX111" fmla="*/ 2064 w 3092447"/>
              <a:gd name="connsiteY111" fmla="*/ 945978 h 2621916"/>
              <a:gd name="connsiteX112" fmla="*/ 174063 w 3092447"/>
              <a:gd name="connsiteY112" fmla="*/ 766324 h 2621916"/>
              <a:gd name="connsiteX113" fmla="*/ 341086 w 3092447"/>
              <a:gd name="connsiteY113" fmla="*/ 764610 h 2621916"/>
              <a:gd name="connsiteX114" fmla="*/ 361575 w 3092447"/>
              <a:gd name="connsiteY114" fmla="*/ 764368 h 2621916"/>
              <a:gd name="connsiteX115" fmla="*/ 361575 w 3092447"/>
              <a:gd name="connsiteY115" fmla="*/ 763692 h 2621916"/>
              <a:gd name="connsiteX116" fmla="*/ 454725 w 3092447"/>
              <a:gd name="connsiteY116" fmla="*/ 673865 h 2621916"/>
              <a:gd name="connsiteX117" fmla="*/ 361575 w 3092447"/>
              <a:gd name="connsiteY117" fmla="*/ 584037 h 2621916"/>
              <a:gd name="connsiteX118" fmla="*/ 171998 w 3092447"/>
              <a:gd name="connsiteY118" fmla="*/ 582453 h 2621916"/>
              <a:gd name="connsiteX119" fmla="*/ 105049 w 3092447"/>
              <a:gd name="connsiteY119" fmla="*/ 570137 h 2621916"/>
              <a:gd name="connsiteX120" fmla="*/ 0 w 3092447"/>
              <a:gd name="connsiteY120" fmla="*/ 404601 h 2621916"/>
              <a:gd name="connsiteX121" fmla="*/ 171998 w 3092447"/>
              <a:gd name="connsiteY121" fmla="*/ 224946 h 2621916"/>
              <a:gd name="connsiteX122" fmla="*/ 320144 w 3092447"/>
              <a:gd name="connsiteY122" fmla="*/ 225191 h 2621916"/>
              <a:gd name="connsiteX123" fmla="*/ 1756879 w 3092447"/>
              <a:gd name="connsiteY123" fmla="*/ 224987 h 2621916"/>
              <a:gd name="connsiteX124" fmla="*/ 1756879 w 3092447"/>
              <a:gd name="connsiteY124" fmla="*/ 8444 h 2621916"/>
              <a:gd name="connsiteX125" fmla="*/ 1757362 w 3092447"/>
              <a:gd name="connsiteY125" fmla="*/ 8444 h 2621916"/>
              <a:gd name="connsiteX126" fmla="*/ 1757362 w 3092447"/>
              <a:gd name="connsiteY126" fmla="*/ 2541 h 262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92447" h="2621916">
                <a:moveTo>
                  <a:pt x="1853878" y="93922"/>
                </a:moveTo>
                <a:lnTo>
                  <a:pt x="1853878" y="224973"/>
                </a:lnTo>
                <a:lnTo>
                  <a:pt x="1853879" y="224973"/>
                </a:lnTo>
                <a:lnTo>
                  <a:pt x="1853879" y="313663"/>
                </a:lnTo>
                <a:lnTo>
                  <a:pt x="171998" y="314774"/>
                </a:lnTo>
                <a:cubicBezTo>
                  <a:pt x="131444" y="311497"/>
                  <a:pt x="78848" y="354990"/>
                  <a:pt x="78848" y="404601"/>
                </a:cubicBezTo>
                <a:cubicBezTo>
                  <a:pt x="78848" y="441808"/>
                  <a:pt x="102308" y="473733"/>
                  <a:pt x="135740" y="487369"/>
                </a:cubicBezTo>
                <a:lnTo>
                  <a:pt x="159526" y="492000"/>
                </a:lnTo>
                <a:lnTo>
                  <a:pt x="170386" y="492211"/>
                </a:lnTo>
                <a:lnTo>
                  <a:pt x="361575" y="494210"/>
                </a:lnTo>
                <a:cubicBezTo>
                  <a:pt x="456567" y="494210"/>
                  <a:pt x="533573" y="574645"/>
                  <a:pt x="533573" y="673865"/>
                </a:cubicBezTo>
                <a:cubicBezTo>
                  <a:pt x="533573" y="748281"/>
                  <a:pt x="490257" y="812128"/>
                  <a:pt x="428524" y="839401"/>
                </a:cubicBezTo>
                <a:lnTo>
                  <a:pt x="379980" y="849639"/>
                </a:lnTo>
                <a:lnTo>
                  <a:pt x="174063" y="856151"/>
                </a:lnTo>
                <a:cubicBezTo>
                  <a:pt x="133509" y="852874"/>
                  <a:pt x="80913" y="896367"/>
                  <a:pt x="80913" y="945978"/>
                </a:cubicBezTo>
                <a:cubicBezTo>
                  <a:pt x="80913" y="983185"/>
                  <a:pt x="104373" y="1015110"/>
                  <a:pt x="137805" y="1028746"/>
                </a:cubicBezTo>
                <a:lnTo>
                  <a:pt x="155329" y="1032159"/>
                </a:lnTo>
                <a:lnTo>
                  <a:pt x="168321" y="1032411"/>
                </a:lnTo>
                <a:lnTo>
                  <a:pt x="359510" y="1034410"/>
                </a:lnTo>
                <a:cubicBezTo>
                  <a:pt x="454503" y="1034410"/>
                  <a:pt x="531508" y="1114844"/>
                  <a:pt x="531508" y="1214064"/>
                </a:cubicBezTo>
                <a:cubicBezTo>
                  <a:pt x="531508" y="1288480"/>
                  <a:pt x="488192" y="1352328"/>
                  <a:pt x="426459" y="1379601"/>
                </a:cubicBezTo>
                <a:lnTo>
                  <a:pt x="377915" y="1389838"/>
                </a:lnTo>
                <a:lnTo>
                  <a:pt x="171998" y="1396351"/>
                </a:lnTo>
                <a:cubicBezTo>
                  <a:pt x="131444" y="1393074"/>
                  <a:pt x="78848" y="1436567"/>
                  <a:pt x="78848" y="1486178"/>
                </a:cubicBezTo>
                <a:cubicBezTo>
                  <a:pt x="78848" y="1523385"/>
                  <a:pt x="102308" y="1555309"/>
                  <a:pt x="135740" y="1568946"/>
                </a:cubicBezTo>
                <a:lnTo>
                  <a:pt x="159526" y="1573577"/>
                </a:lnTo>
                <a:lnTo>
                  <a:pt x="170386" y="1573788"/>
                </a:lnTo>
                <a:lnTo>
                  <a:pt x="361575" y="1575787"/>
                </a:lnTo>
                <a:cubicBezTo>
                  <a:pt x="456567" y="1575787"/>
                  <a:pt x="533573" y="1656221"/>
                  <a:pt x="533573" y="1755442"/>
                </a:cubicBezTo>
                <a:cubicBezTo>
                  <a:pt x="533573" y="1829858"/>
                  <a:pt x="490257" y="1893705"/>
                  <a:pt x="428524" y="1920978"/>
                </a:cubicBezTo>
                <a:lnTo>
                  <a:pt x="379980" y="1931215"/>
                </a:lnTo>
                <a:lnTo>
                  <a:pt x="174063" y="1937728"/>
                </a:lnTo>
                <a:cubicBezTo>
                  <a:pt x="133509" y="1934451"/>
                  <a:pt x="80913" y="1977944"/>
                  <a:pt x="80913" y="2027555"/>
                </a:cubicBezTo>
                <a:cubicBezTo>
                  <a:pt x="80913" y="2077165"/>
                  <a:pt x="122618" y="2117382"/>
                  <a:pt x="174063" y="2117382"/>
                </a:cubicBezTo>
                <a:lnTo>
                  <a:pt x="174063" y="2117659"/>
                </a:lnTo>
                <a:lnTo>
                  <a:pt x="1853879" y="2117659"/>
                </a:lnTo>
                <a:lnTo>
                  <a:pt x="1853879" y="2204956"/>
                </a:lnTo>
                <a:lnTo>
                  <a:pt x="1853876" y="2204956"/>
                </a:lnTo>
                <a:lnTo>
                  <a:pt x="1853876" y="2262349"/>
                </a:lnTo>
                <a:lnTo>
                  <a:pt x="2766158" y="2262349"/>
                </a:lnTo>
                <a:lnTo>
                  <a:pt x="2949829" y="2264675"/>
                </a:lnTo>
                <a:lnTo>
                  <a:pt x="3047691" y="2236013"/>
                </a:lnTo>
                <a:lnTo>
                  <a:pt x="3050675" y="2146500"/>
                </a:lnTo>
                <a:lnTo>
                  <a:pt x="3035756" y="2059971"/>
                </a:lnTo>
                <a:lnTo>
                  <a:pt x="2982048" y="1967475"/>
                </a:lnTo>
                <a:lnTo>
                  <a:pt x="2904470" y="1904816"/>
                </a:lnTo>
                <a:lnTo>
                  <a:pt x="2776168" y="1857075"/>
                </a:lnTo>
                <a:lnTo>
                  <a:pt x="2665769" y="1797400"/>
                </a:lnTo>
                <a:lnTo>
                  <a:pt x="2555370" y="1710871"/>
                </a:lnTo>
                <a:lnTo>
                  <a:pt x="2447955" y="1579586"/>
                </a:lnTo>
                <a:lnTo>
                  <a:pt x="2382312" y="1454268"/>
                </a:lnTo>
                <a:lnTo>
                  <a:pt x="2343523" y="1314031"/>
                </a:lnTo>
                <a:lnTo>
                  <a:pt x="2328604" y="1176778"/>
                </a:lnTo>
                <a:lnTo>
                  <a:pt x="2343523" y="1042509"/>
                </a:lnTo>
                <a:lnTo>
                  <a:pt x="2385296" y="902272"/>
                </a:lnTo>
                <a:lnTo>
                  <a:pt x="2453922" y="768003"/>
                </a:lnTo>
                <a:lnTo>
                  <a:pt x="2549403" y="654620"/>
                </a:lnTo>
                <a:lnTo>
                  <a:pt x="2647867" y="577042"/>
                </a:lnTo>
                <a:lnTo>
                  <a:pt x="2746331" y="517367"/>
                </a:lnTo>
                <a:lnTo>
                  <a:pt x="2862698" y="472611"/>
                </a:lnTo>
                <a:lnTo>
                  <a:pt x="2949227" y="421887"/>
                </a:lnTo>
                <a:lnTo>
                  <a:pt x="3005918" y="356244"/>
                </a:lnTo>
                <a:lnTo>
                  <a:pt x="3044707" y="260764"/>
                </a:lnTo>
                <a:cubicBezTo>
                  <a:pt x="3045702" y="215013"/>
                  <a:pt x="3046696" y="169262"/>
                  <a:pt x="3047691" y="123511"/>
                </a:cubicBezTo>
                <a:lnTo>
                  <a:pt x="2944464" y="97231"/>
                </a:lnTo>
                <a:lnTo>
                  <a:pt x="1853878" y="93922"/>
                </a:lnTo>
                <a:close/>
                <a:moveTo>
                  <a:pt x="1757362" y="2541"/>
                </a:moveTo>
                <a:lnTo>
                  <a:pt x="3092447" y="0"/>
                </a:lnTo>
                <a:lnTo>
                  <a:pt x="3092447" y="302536"/>
                </a:lnTo>
                <a:lnTo>
                  <a:pt x="3062610" y="484546"/>
                </a:lnTo>
                <a:lnTo>
                  <a:pt x="3023821" y="597929"/>
                </a:lnTo>
                <a:lnTo>
                  <a:pt x="2949227" y="732198"/>
                </a:lnTo>
                <a:lnTo>
                  <a:pt x="2838827" y="875418"/>
                </a:lnTo>
                <a:lnTo>
                  <a:pt x="2773185" y="1045493"/>
                </a:lnTo>
                <a:lnTo>
                  <a:pt x="2758266" y="1135006"/>
                </a:lnTo>
                <a:lnTo>
                  <a:pt x="2764233" y="1269275"/>
                </a:lnTo>
                <a:lnTo>
                  <a:pt x="2797055" y="1391609"/>
                </a:lnTo>
                <a:lnTo>
                  <a:pt x="2847779" y="1496040"/>
                </a:lnTo>
                <a:lnTo>
                  <a:pt x="2925357" y="1600472"/>
                </a:lnTo>
                <a:lnTo>
                  <a:pt x="2993983" y="1701920"/>
                </a:lnTo>
                <a:lnTo>
                  <a:pt x="3044707" y="1812319"/>
                </a:lnTo>
                <a:lnTo>
                  <a:pt x="3074545" y="1913767"/>
                </a:lnTo>
                <a:lnTo>
                  <a:pt x="3089463" y="2039085"/>
                </a:lnTo>
                <a:cubicBezTo>
                  <a:pt x="3088670" y="2143909"/>
                  <a:pt x="3087876" y="2248732"/>
                  <a:pt x="3087082" y="2353556"/>
                </a:cubicBezTo>
                <a:lnTo>
                  <a:pt x="1757363" y="2351175"/>
                </a:lnTo>
                <a:lnTo>
                  <a:pt x="1757363" y="2346413"/>
                </a:lnTo>
                <a:lnTo>
                  <a:pt x="1756878" y="2346413"/>
                </a:lnTo>
                <a:lnTo>
                  <a:pt x="1756878" y="2204877"/>
                </a:lnTo>
                <a:lnTo>
                  <a:pt x="913331" y="2204190"/>
                </a:lnTo>
                <a:lnTo>
                  <a:pt x="913331" y="2621916"/>
                </a:lnTo>
                <a:lnTo>
                  <a:pt x="867612" y="2621916"/>
                </a:lnTo>
                <a:lnTo>
                  <a:pt x="867612" y="2204153"/>
                </a:lnTo>
                <a:lnTo>
                  <a:pt x="139399" y="2203560"/>
                </a:lnTo>
                <a:cubicBezTo>
                  <a:pt x="61022" y="2186808"/>
                  <a:pt x="2064" y="2114373"/>
                  <a:pt x="2064" y="2027555"/>
                </a:cubicBezTo>
                <a:cubicBezTo>
                  <a:pt x="2064" y="1928334"/>
                  <a:pt x="79071" y="1847900"/>
                  <a:pt x="174063" y="1847900"/>
                </a:cubicBezTo>
                <a:cubicBezTo>
                  <a:pt x="191988" y="1847327"/>
                  <a:pt x="285411" y="1846759"/>
                  <a:pt x="341086" y="1846187"/>
                </a:cubicBezTo>
                <a:lnTo>
                  <a:pt x="361575" y="1845945"/>
                </a:lnTo>
                <a:lnTo>
                  <a:pt x="361575" y="1845268"/>
                </a:lnTo>
                <a:cubicBezTo>
                  <a:pt x="413020" y="1845268"/>
                  <a:pt x="454725" y="1805052"/>
                  <a:pt x="454725" y="1755442"/>
                </a:cubicBezTo>
                <a:cubicBezTo>
                  <a:pt x="454725" y="1705831"/>
                  <a:pt x="402129" y="1662338"/>
                  <a:pt x="361575" y="1665614"/>
                </a:cubicBezTo>
                <a:lnTo>
                  <a:pt x="171998" y="1664029"/>
                </a:lnTo>
                <a:lnTo>
                  <a:pt x="105049" y="1651714"/>
                </a:lnTo>
                <a:cubicBezTo>
                  <a:pt x="43316" y="1624441"/>
                  <a:pt x="0" y="1560594"/>
                  <a:pt x="0" y="1486178"/>
                </a:cubicBezTo>
                <a:cubicBezTo>
                  <a:pt x="0" y="1386957"/>
                  <a:pt x="77006" y="1306523"/>
                  <a:pt x="171998" y="1306523"/>
                </a:cubicBezTo>
                <a:cubicBezTo>
                  <a:pt x="189923" y="1305950"/>
                  <a:pt x="283346" y="1305381"/>
                  <a:pt x="339021" y="1304810"/>
                </a:cubicBezTo>
                <a:lnTo>
                  <a:pt x="359510" y="1304568"/>
                </a:lnTo>
                <a:lnTo>
                  <a:pt x="359510" y="1303891"/>
                </a:lnTo>
                <a:cubicBezTo>
                  <a:pt x="410955" y="1303891"/>
                  <a:pt x="452660" y="1263675"/>
                  <a:pt x="452660" y="1214064"/>
                </a:cubicBezTo>
                <a:cubicBezTo>
                  <a:pt x="452660" y="1164454"/>
                  <a:pt x="400064" y="1120960"/>
                  <a:pt x="359510" y="1124237"/>
                </a:cubicBezTo>
                <a:cubicBezTo>
                  <a:pt x="309666" y="1108979"/>
                  <a:pt x="195659" y="1117682"/>
                  <a:pt x="153593" y="1115562"/>
                </a:cubicBezTo>
                <a:lnTo>
                  <a:pt x="107114" y="1111514"/>
                </a:lnTo>
                <a:cubicBezTo>
                  <a:pt x="45381" y="1084242"/>
                  <a:pt x="2064" y="1020394"/>
                  <a:pt x="2064" y="945978"/>
                </a:cubicBezTo>
                <a:cubicBezTo>
                  <a:pt x="2064" y="846758"/>
                  <a:pt x="79071" y="766324"/>
                  <a:pt x="174063" y="766324"/>
                </a:cubicBezTo>
                <a:cubicBezTo>
                  <a:pt x="191988" y="765750"/>
                  <a:pt x="285411" y="765182"/>
                  <a:pt x="341086" y="764610"/>
                </a:cubicBezTo>
                <a:lnTo>
                  <a:pt x="361575" y="764368"/>
                </a:lnTo>
                <a:lnTo>
                  <a:pt x="361575" y="763692"/>
                </a:lnTo>
                <a:cubicBezTo>
                  <a:pt x="413020" y="763692"/>
                  <a:pt x="454725" y="723476"/>
                  <a:pt x="454725" y="673865"/>
                </a:cubicBezTo>
                <a:cubicBezTo>
                  <a:pt x="454725" y="624254"/>
                  <a:pt x="402129" y="580761"/>
                  <a:pt x="361575" y="584037"/>
                </a:cubicBezTo>
                <a:lnTo>
                  <a:pt x="171998" y="582453"/>
                </a:lnTo>
                <a:lnTo>
                  <a:pt x="105049" y="570137"/>
                </a:lnTo>
                <a:cubicBezTo>
                  <a:pt x="43316" y="542864"/>
                  <a:pt x="0" y="479017"/>
                  <a:pt x="0" y="404601"/>
                </a:cubicBezTo>
                <a:cubicBezTo>
                  <a:pt x="0" y="305380"/>
                  <a:pt x="77006" y="224946"/>
                  <a:pt x="171998" y="224946"/>
                </a:cubicBezTo>
                <a:lnTo>
                  <a:pt x="320144" y="225191"/>
                </a:lnTo>
                <a:lnTo>
                  <a:pt x="1756879" y="224987"/>
                </a:lnTo>
                <a:lnTo>
                  <a:pt x="1756879" y="8444"/>
                </a:lnTo>
                <a:lnTo>
                  <a:pt x="1757362" y="8444"/>
                </a:lnTo>
                <a:lnTo>
                  <a:pt x="1757362" y="2541"/>
                </a:lnTo>
                <a:close/>
              </a:path>
            </a:pathLst>
          </a:custGeom>
          <a:gradFill>
            <a:gsLst>
              <a:gs pos="0">
                <a:srgbClr val="00B0F0"/>
              </a:gs>
              <a:gs pos="62000">
                <a:srgbClr val="0070C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63" name="Arrow: Right 1162">
            <a:extLst>
              <a:ext uri="{FF2B5EF4-FFF2-40B4-BE49-F238E27FC236}">
                <a16:creationId xmlns:a16="http://schemas.microsoft.com/office/drawing/2014/main" id="{74498510-4CCD-A655-C4B3-50AF5F1617D2}"/>
              </a:ext>
            </a:extLst>
          </p:cNvPr>
          <p:cNvSpPr/>
          <p:nvPr/>
        </p:nvSpPr>
        <p:spPr>
          <a:xfrm rot="10800000" flipH="1">
            <a:off x="3957806" y="4220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Shape 29">
            <a:extLst>
              <a:ext uri="{FF2B5EF4-FFF2-40B4-BE49-F238E27FC236}">
                <a16:creationId xmlns:a16="http://schemas.microsoft.com/office/drawing/2014/main" id="{E9EDC367-0A92-0F56-7831-EC3A44E45352}"/>
              </a:ext>
            </a:extLst>
          </p:cNvPr>
          <p:cNvSpPr/>
          <p:nvPr/>
        </p:nvSpPr>
        <p:spPr>
          <a:xfrm>
            <a:off x="2557460" y="1884112"/>
            <a:ext cx="3645002" cy="2821236"/>
          </a:xfrm>
          <a:custGeom>
            <a:avLst/>
            <a:gdLst>
              <a:gd name="connsiteX0" fmla="*/ 1348040 w 3645002"/>
              <a:gd name="connsiteY0" fmla="*/ 390497 h 2823536"/>
              <a:gd name="connsiteX1" fmla="*/ 171998 w 3645002"/>
              <a:gd name="connsiteY1" fmla="*/ 391274 h 2823536"/>
              <a:gd name="connsiteX2" fmla="*/ 78848 w 3645002"/>
              <a:gd name="connsiteY2" fmla="*/ 481101 h 2823536"/>
              <a:gd name="connsiteX3" fmla="*/ 135740 w 3645002"/>
              <a:gd name="connsiteY3" fmla="*/ 563869 h 2823536"/>
              <a:gd name="connsiteX4" fmla="*/ 159526 w 3645002"/>
              <a:gd name="connsiteY4" fmla="*/ 568500 h 2823536"/>
              <a:gd name="connsiteX5" fmla="*/ 170386 w 3645002"/>
              <a:gd name="connsiteY5" fmla="*/ 568711 h 2823536"/>
              <a:gd name="connsiteX6" fmla="*/ 361575 w 3645002"/>
              <a:gd name="connsiteY6" fmla="*/ 570710 h 2823536"/>
              <a:gd name="connsiteX7" fmla="*/ 533573 w 3645002"/>
              <a:gd name="connsiteY7" fmla="*/ 750365 h 2823536"/>
              <a:gd name="connsiteX8" fmla="*/ 428524 w 3645002"/>
              <a:gd name="connsiteY8" fmla="*/ 915901 h 2823536"/>
              <a:gd name="connsiteX9" fmla="*/ 379980 w 3645002"/>
              <a:gd name="connsiteY9" fmla="*/ 926139 h 2823536"/>
              <a:gd name="connsiteX10" fmla="*/ 174063 w 3645002"/>
              <a:gd name="connsiteY10" fmla="*/ 932651 h 2823536"/>
              <a:gd name="connsiteX11" fmla="*/ 80913 w 3645002"/>
              <a:gd name="connsiteY11" fmla="*/ 1022478 h 2823536"/>
              <a:gd name="connsiteX12" fmla="*/ 137805 w 3645002"/>
              <a:gd name="connsiteY12" fmla="*/ 1105246 h 2823536"/>
              <a:gd name="connsiteX13" fmla="*/ 155329 w 3645002"/>
              <a:gd name="connsiteY13" fmla="*/ 1108659 h 2823536"/>
              <a:gd name="connsiteX14" fmla="*/ 168321 w 3645002"/>
              <a:gd name="connsiteY14" fmla="*/ 1108911 h 2823536"/>
              <a:gd name="connsiteX15" fmla="*/ 359510 w 3645002"/>
              <a:gd name="connsiteY15" fmla="*/ 1110910 h 2823536"/>
              <a:gd name="connsiteX16" fmla="*/ 531508 w 3645002"/>
              <a:gd name="connsiteY16" fmla="*/ 1290564 h 2823536"/>
              <a:gd name="connsiteX17" fmla="*/ 426459 w 3645002"/>
              <a:gd name="connsiteY17" fmla="*/ 1456101 h 2823536"/>
              <a:gd name="connsiteX18" fmla="*/ 377915 w 3645002"/>
              <a:gd name="connsiteY18" fmla="*/ 1466338 h 2823536"/>
              <a:gd name="connsiteX19" fmla="*/ 171998 w 3645002"/>
              <a:gd name="connsiteY19" fmla="*/ 1472851 h 2823536"/>
              <a:gd name="connsiteX20" fmla="*/ 78848 w 3645002"/>
              <a:gd name="connsiteY20" fmla="*/ 1562678 h 2823536"/>
              <a:gd name="connsiteX21" fmla="*/ 135740 w 3645002"/>
              <a:gd name="connsiteY21" fmla="*/ 1645446 h 2823536"/>
              <a:gd name="connsiteX22" fmla="*/ 159526 w 3645002"/>
              <a:gd name="connsiteY22" fmla="*/ 1650077 h 2823536"/>
              <a:gd name="connsiteX23" fmla="*/ 170386 w 3645002"/>
              <a:gd name="connsiteY23" fmla="*/ 1650288 h 2823536"/>
              <a:gd name="connsiteX24" fmla="*/ 361575 w 3645002"/>
              <a:gd name="connsiteY24" fmla="*/ 1652287 h 2823536"/>
              <a:gd name="connsiteX25" fmla="*/ 533573 w 3645002"/>
              <a:gd name="connsiteY25" fmla="*/ 1831942 h 2823536"/>
              <a:gd name="connsiteX26" fmla="*/ 428524 w 3645002"/>
              <a:gd name="connsiteY26" fmla="*/ 1997478 h 2823536"/>
              <a:gd name="connsiteX27" fmla="*/ 379980 w 3645002"/>
              <a:gd name="connsiteY27" fmla="*/ 2007715 h 2823536"/>
              <a:gd name="connsiteX28" fmla="*/ 174063 w 3645002"/>
              <a:gd name="connsiteY28" fmla="*/ 2014228 h 2823536"/>
              <a:gd name="connsiteX29" fmla="*/ 80913 w 3645002"/>
              <a:gd name="connsiteY29" fmla="*/ 2104055 h 2823536"/>
              <a:gd name="connsiteX30" fmla="*/ 174063 w 3645002"/>
              <a:gd name="connsiteY30" fmla="*/ 2193882 h 2823536"/>
              <a:gd name="connsiteX31" fmla="*/ 174063 w 3645002"/>
              <a:gd name="connsiteY31" fmla="*/ 2194159 h 2823536"/>
              <a:gd name="connsiteX32" fmla="*/ 1348040 w 3645002"/>
              <a:gd name="connsiteY32" fmla="*/ 2194159 h 2823536"/>
              <a:gd name="connsiteX33" fmla="*/ 2915804 w 3645002"/>
              <a:gd name="connsiteY33" fmla="*/ 515 h 2823536"/>
              <a:gd name="connsiteX34" fmla="*/ 3129442 w 3645002"/>
              <a:gd name="connsiteY34" fmla="*/ 2301 h 2823536"/>
              <a:gd name="connsiteX35" fmla="*/ 3193858 w 3645002"/>
              <a:gd name="connsiteY35" fmla="*/ 24966 h 2823536"/>
              <a:gd name="connsiteX36" fmla="*/ 3258307 w 3645002"/>
              <a:gd name="connsiteY36" fmla="*/ 78673 h 2823536"/>
              <a:gd name="connsiteX37" fmla="*/ 3286951 w 3645002"/>
              <a:gd name="connsiteY37" fmla="*/ 157445 h 2823536"/>
              <a:gd name="connsiteX38" fmla="*/ 3283370 w 3645002"/>
              <a:gd name="connsiteY38" fmla="*/ 547721 h 2823536"/>
              <a:gd name="connsiteX39" fmla="*/ 3301273 w 3645002"/>
              <a:gd name="connsiteY39" fmla="*/ 662297 h 2823536"/>
              <a:gd name="connsiteX40" fmla="*/ 3344239 w 3645002"/>
              <a:gd name="connsiteY40" fmla="*/ 819840 h 2823536"/>
              <a:gd name="connsiteX41" fmla="*/ 3397947 w 3645002"/>
              <a:gd name="connsiteY41" fmla="*/ 927255 h 2823536"/>
              <a:gd name="connsiteX42" fmla="*/ 3469557 w 3645002"/>
              <a:gd name="connsiteY42" fmla="*/ 1031090 h 2823536"/>
              <a:gd name="connsiteX43" fmla="*/ 3566231 w 3645002"/>
              <a:gd name="connsiteY43" fmla="*/ 1142086 h 2823536"/>
              <a:gd name="connsiteX44" fmla="*/ 3619939 w 3645002"/>
              <a:gd name="connsiteY44" fmla="*/ 1245921 h 2823536"/>
              <a:gd name="connsiteX45" fmla="*/ 3645002 w 3645002"/>
              <a:gd name="connsiteY45" fmla="*/ 1367658 h 2823536"/>
              <a:gd name="connsiteX46" fmla="*/ 3630680 w 3645002"/>
              <a:gd name="connsiteY46" fmla="*/ 1485815 h 2823536"/>
              <a:gd name="connsiteX47" fmla="*/ 3576972 w 3645002"/>
              <a:gd name="connsiteY47" fmla="*/ 1603972 h 2823536"/>
              <a:gd name="connsiteX48" fmla="*/ 3458816 w 3645002"/>
              <a:gd name="connsiteY48" fmla="*/ 1743612 h 2823536"/>
              <a:gd name="connsiteX49" fmla="*/ 3387205 w 3645002"/>
              <a:gd name="connsiteY49" fmla="*/ 1847446 h 2823536"/>
              <a:gd name="connsiteX50" fmla="*/ 3333498 w 3645002"/>
              <a:gd name="connsiteY50" fmla="*/ 1969184 h 2823536"/>
              <a:gd name="connsiteX51" fmla="*/ 3301273 w 3645002"/>
              <a:gd name="connsiteY51" fmla="*/ 2094502 h 2823536"/>
              <a:gd name="connsiteX52" fmla="*/ 3286951 w 3645002"/>
              <a:gd name="connsiteY52" fmla="*/ 2230561 h 2823536"/>
              <a:gd name="connsiteX53" fmla="*/ 3283370 w 3645002"/>
              <a:gd name="connsiteY53" fmla="*/ 2620837 h 2823536"/>
              <a:gd name="connsiteX54" fmla="*/ 3261887 w 3645002"/>
              <a:gd name="connsiteY54" fmla="*/ 2674545 h 2823536"/>
              <a:gd name="connsiteX55" fmla="*/ 3218921 w 3645002"/>
              <a:gd name="connsiteY55" fmla="*/ 2724672 h 2823536"/>
              <a:gd name="connsiteX56" fmla="*/ 3140150 w 3645002"/>
              <a:gd name="connsiteY56" fmla="*/ 2753316 h 2823536"/>
              <a:gd name="connsiteX57" fmla="*/ 2716087 w 3645002"/>
              <a:gd name="connsiteY57" fmla="*/ 2758070 h 2823536"/>
              <a:gd name="connsiteX58" fmla="*/ 2716087 w 3645002"/>
              <a:gd name="connsiteY58" fmla="*/ 2759244 h 2823536"/>
              <a:gd name="connsiteX59" fmla="*/ 1348040 w 3645002"/>
              <a:gd name="connsiteY59" fmla="*/ 2759244 h 2823536"/>
              <a:gd name="connsiteX60" fmla="*/ 1348040 w 3645002"/>
              <a:gd name="connsiteY60" fmla="*/ 2735432 h 2823536"/>
              <a:gd name="connsiteX61" fmla="*/ 1348040 w 3645002"/>
              <a:gd name="connsiteY61" fmla="*/ 2671138 h 2823536"/>
              <a:gd name="connsiteX62" fmla="*/ 1348040 w 3645002"/>
              <a:gd name="connsiteY62" fmla="*/ 2281043 h 2823536"/>
              <a:gd name="connsiteX63" fmla="*/ 1028716 w 3645002"/>
              <a:gd name="connsiteY63" fmla="*/ 2280783 h 2823536"/>
              <a:gd name="connsiteX64" fmla="*/ 1028716 w 3645002"/>
              <a:gd name="connsiteY64" fmla="*/ 2823536 h 2823536"/>
              <a:gd name="connsiteX65" fmla="*/ 982997 w 3645002"/>
              <a:gd name="connsiteY65" fmla="*/ 2823536 h 2823536"/>
              <a:gd name="connsiteX66" fmla="*/ 982997 w 3645002"/>
              <a:gd name="connsiteY66" fmla="*/ 2280746 h 2823536"/>
              <a:gd name="connsiteX67" fmla="*/ 139399 w 3645002"/>
              <a:gd name="connsiteY67" fmla="*/ 2280059 h 2823536"/>
              <a:gd name="connsiteX68" fmla="*/ 2064 w 3645002"/>
              <a:gd name="connsiteY68" fmla="*/ 2104055 h 2823536"/>
              <a:gd name="connsiteX69" fmla="*/ 174063 w 3645002"/>
              <a:gd name="connsiteY69" fmla="*/ 1924400 h 2823536"/>
              <a:gd name="connsiteX70" fmla="*/ 341086 w 3645002"/>
              <a:gd name="connsiteY70" fmla="*/ 1922687 h 2823536"/>
              <a:gd name="connsiteX71" fmla="*/ 361575 w 3645002"/>
              <a:gd name="connsiteY71" fmla="*/ 1922445 h 2823536"/>
              <a:gd name="connsiteX72" fmla="*/ 361575 w 3645002"/>
              <a:gd name="connsiteY72" fmla="*/ 1921768 h 2823536"/>
              <a:gd name="connsiteX73" fmla="*/ 454725 w 3645002"/>
              <a:gd name="connsiteY73" fmla="*/ 1831942 h 2823536"/>
              <a:gd name="connsiteX74" fmla="*/ 361575 w 3645002"/>
              <a:gd name="connsiteY74" fmla="*/ 1742114 h 2823536"/>
              <a:gd name="connsiteX75" fmla="*/ 171998 w 3645002"/>
              <a:gd name="connsiteY75" fmla="*/ 1740529 h 2823536"/>
              <a:gd name="connsiteX76" fmla="*/ 105049 w 3645002"/>
              <a:gd name="connsiteY76" fmla="*/ 1728214 h 2823536"/>
              <a:gd name="connsiteX77" fmla="*/ 0 w 3645002"/>
              <a:gd name="connsiteY77" fmla="*/ 1562678 h 2823536"/>
              <a:gd name="connsiteX78" fmla="*/ 171998 w 3645002"/>
              <a:gd name="connsiteY78" fmla="*/ 1383023 h 2823536"/>
              <a:gd name="connsiteX79" fmla="*/ 339021 w 3645002"/>
              <a:gd name="connsiteY79" fmla="*/ 1381310 h 2823536"/>
              <a:gd name="connsiteX80" fmla="*/ 359510 w 3645002"/>
              <a:gd name="connsiteY80" fmla="*/ 1381068 h 2823536"/>
              <a:gd name="connsiteX81" fmla="*/ 359510 w 3645002"/>
              <a:gd name="connsiteY81" fmla="*/ 1380391 h 2823536"/>
              <a:gd name="connsiteX82" fmla="*/ 452660 w 3645002"/>
              <a:gd name="connsiteY82" fmla="*/ 1290564 h 2823536"/>
              <a:gd name="connsiteX83" fmla="*/ 359510 w 3645002"/>
              <a:gd name="connsiteY83" fmla="*/ 1200737 h 2823536"/>
              <a:gd name="connsiteX84" fmla="*/ 153593 w 3645002"/>
              <a:gd name="connsiteY84" fmla="*/ 1192062 h 2823536"/>
              <a:gd name="connsiteX85" fmla="*/ 107114 w 3645002"/>
              <a:gd name="connsiteY85" fmla="*/ 1188014 h 2823536"/>
              <a:gd name="connsiteX86" fmla="*/ 2064 w 3645002"/>
              <a:gd name="connsiteY86" fmla="*/ 1022478 h 2823536"/>
              <a:gd name="connsiteX87" fmla="*/ 174063 w 3645002"/>
              <a:gd name="connsiteY87" fmla="*/ 842824 h 2823536"/>
              <a:gd name="connsiteX88" fmla="*/ 341086 w 3645002"/>
              <a:gd name="connsiteY88" fmla="*/ 841110 h 2823536"/>
              <a:gd name="connsiteX89" fmla="*/ 361575 w 3645002"/>
              <a:gd name="connsiteY89" fmla="*/ 840868 h 2823536"/>
              <a:gd name="connsiteX90" fmla="*/ 361575 w 3645002"/>
              <a:gd name="connsiteY90" fmla="*/ 840192 h 2823536"/>
              <a:gd name="connsiteX91" fmla="*/ 454725 w 3645002"/>
              <a:gd name="connsiteY91" fmla="*/ 750365 h 2823536"/>
              <a:gd name="connsiteX92" fmla="*/ 361575 w 3645002"/>
              <a:gd name="connsiteY92" fmla="*/ 660537 h 2823536"/>
              <a:gd name="connsiteX93" fmla="*/ 171998 w 3645002"/>
              <a:gd name="connsiteY93" fmla="*/ 658953 h 2823536"/>
              <a:gd name="connsiteX94" fmla="*/ 105049 w 3645002"/>
              <a:gd name="connsiteY94" fmla="*/ 646637 h 2823536"/>
              <a:gd name="connsiteX95" fmla="*/ 0 w 3645002"/>
              <a:gd name="connsiteY95" fmla="*/ 481101 h 2823536"/>
              <a:gd name="connsiteX96" fmla="*/ 171998 w 3645002"/>
              <a:gd name="connsiteY96" fmla="*/ 301446 h 2823536"/>
              <a:gd name="connsiteX97" fmla="*/ 320144 w 3645002"/>
              <a:gd name="connsiteY97" fmla="*/ 301691 h 2823536"/>
              <a:gd name="connsiteX98" fmla="*/ 1348040 w 3645002"/>
              <a:gd name="connsiteY98" fmla="*/ 301545 h 2823536"/>
              <a:gd name="connsiteX99" fmla="*/ 1348040 w 3645002"/>
              <a:gd name="connsiteY99" fmla="*/ 301312 h 2823536"/>
              <a:gd name="connsiteX100" fmla="*/ 1433238 w 3645002"/>
              <a:gd name="connsiteY100" fmla="*/ 301312 h 2823536"/>
              <a:gd name="connsiteX101" fmla="*/ 1433238 w 3645002"/>
              <a:gd name="connsiteY101" fmla="*/ 2192507 h 2823536"/>
              <a:gd name="connsiteX102" fmla="*/ 1883953 w 3645002"/>
              <a:gd name="connsiteY102" fmla="*/ 2192507 h 2823536"/>
              <a:gd name="connsiteX103" fmla="*/ 1883953 w 3645002"/>
              <a:gd name="connsiteY103" fmla="*/ 1433273 h 2823536"/>
              <a:gd name="connsiteX104" fmla="*/ 1969151 w 3645002"/>
              <a:gd name="connsiteY104" fmla="*/ 1433273 h 2823536"/>
              <a:gd name="connsiteX105" fmla="*/ 1969151 w 3645002"/>
              <a:gd name="connsiteY105" fmla="*/ 2281455 h 2823536"/>
              <a:gd name="connsiteX106" fmla="*/ 1883953 w 3645002"/>
              <a:gd name="connsiteY106" fmla="*/ 2281455 h 2823536"/>
              <a:gd name="connsiteX107" fmla="*/ 1883953 w 3645002"/>
              <a:gd name="connsiteY107" fmla="*/ 2281454 h 2823536"/>
              <a:gd name="connsiteX108" fmla="*/ 1853878 w 3645002"/>
              <a:gd name="connsiteY108" fmla="*/ 2281454 h 2823536"/>
              <a:gd name="connsiteX109" fmla="*/ 1853878 w 3645002"/>
              <a:gd name="connsiteY109" fmla="*/ 2281455 h 2823536"/>
              <a:gd name="connsiteX110" fmla="*/ 1852009 w 3645002"/>
              <a:gd name="connsiteY110" fmla="*/ 2281454 h 2823536"/>
              <a:gd name="connsiteX111" fmla="*/ 1433238 w 3645002"/>
              <a:gd name="connsiteY111" fmla="*/ 2281454 h 2823536"/>
              <a:gd name="connsiteX112" fmla="*/ 1433238 w 3645002"/>
              <a:gd name="connsiteY112" fmla="*/ 2671138 h 2823536"/>
              <a:gd name="connsiteX113" fmla="*/ 2716087 w 3645002"/>
              <a:gd name="connsiteY113" fmla="*/ 2671138 h 2823536"/>
              <a:gd name="connsiteX114" fmla="*/ 2716087 w 3645002"/>
              <a:gd name="connsiteY114" fmla="*/ 2737777 h 2823536"/>
              <a:gd name="connsiteX115" fmla="*/ 2718830 w 3645002"/>
              <a:gd name="connsiteY115" fmla="*/ 2669783 h 2823536"/>
              <a:gd name="connsiteX116" fmla="*/ 2908599 w 3645002"/>
              <a:gd name="connsiteY116" fmla="*/ 2668600 h 2823536"/>
              <a:gd name="connsiteX117" fmla="*/ 3111506 w 3645002"/>
              <a:gd name="connsiteY117" fmla="*/ 2638740 h 2823536"/>
              <a:gd name="connsiteX118" fmla="*/ 3161633 w 3645002"/>
              <a:gd name="connsiteY118" fmla="*/ 2620837 h 2823536"/>
              <a:gd name="connsiteX119" fmla="*/ 3168794 w 3645002"/>
              <a:gd name="connsiteY119" fmla="*/ 2588612 h 2823536"/>
              <a:gd name="connsiteX120" fmla="*/ 3165214 w 3645002"/>
              <a:gd name="connsiteY120" fmla="*/ 2205498 h 2823536"/>
              <a:gd name="connsiteX121" fmla="*/ 3143730 w 3645002"/>
              <a:gd name="connsiteY121" fmla="*/ 2051536 h 2823536"/>
              <a:gd name="connsiteX122" fmla="*/ 3082862 w 3645002"/>
              <a:gd name="connsiteY122" fmla="*/ 1886832 h 2823536"/>
              <a:gd name="connsiteX123" fmla="*/ 2982607 w 3645002"/>
              <a:gd name="connsiteY123" fmla="*/ 1732870 h 2823536"/>
              <a:gd name="connsiteX124" fmla="*/ 2889514 w 3645002"/>
              <a:gd name="connsiteY124" fmla="*/ 1625455 h 2823536"/>
              <a:gd name="connsiteX125" fmla="*/ 2835806 w 3645002"/>
              <a:gd name="connsiteY125" fmla="*/ 1528781 h 2823536"/>
              <a:gd name="connsiteX126" fmla="*/ 2810743 w 3645002"/>
              <a:gd name="connsiteY126" fmla="*/ 1392721 h 2823536"/>
              <a:gd name="connsiteX127" fmla="*/ 2821484 w 3645002"/>
              <a:gd name="connsiteY127" fmla="*/ 1285306 h 2823536"/>
              <a:gd name="connsiteX128" fmla="*/ 2857289 w 3645002"/>
              <a:gd name="connsiteY128" fmla="*/ 1181471 h 2823536"/>
              <a:gd name="connsiteX129" fmla="*/ 2918158 w 3645002"/>
              <a:gd name="connsiteY129" fmla="*/ 1099120 h 2823536"/>
              <a:gd name="connsiteX130" fmla="*/ 3039896 w 3645002"/>
              <a:gd name="connsiteY130" fmla="*/ 952319 h 2823536"/>
              <a:gd name="connsiteX131" fmla="*/ 3104345 w 3645002"/>
              <a:gd name="connsiteY131" fmla="*/ 834162 h 2823536"/>
              <a:gd name="connsiteX132" fmla="*/ 3143730 w 3645002"/>
              <a:gd name="connsiteY132" fmla="*/ 701683 h 2823536"/>
              <a:gd name="connsiteX133" fmla="*/ 3168794 w 3645002"/>
              <a:gd name="connsiteY133" fmla="*/ 529818 h 2823536"/>
              <a:gd name="connsiteX134" fmla="*/ 3165214 w 3645002"/>
              <a:gd name="connsiteY134" fmla="*/ 157445 h 2823536"/>
              <a:gd name="connsiteX135" fmla="*/ 3140150 w 3645002"/>
              <a:gd name="connsiteY135" fmla="*/ 128801 h 2823536"/>
              <a:gd name="connsiteX136" fmla="*/ 2905035 w 3645002"/>
              <a:gd name="connsiteY136" fmla="*/ 91779 h 2823536"/>
              <a:gd name="connsiteX137" fmla="*/ 2709306 w 3645002"/>
              <a:gd name="connsiteY137" fmla="*/ 84635 h 2823536"/>
              <a:gd name="connsiteX138" fmla="*/ 2709308 w 3645002"/>
              <a:gd name="connsiteY138" fmla="*/ 2301 h 2823536"/>
              <a:gd name="connsiteX139" fmla="*/ 2915804 w 3645002"/>
              <a:gd name="connsiteY139" fmla="*/ 515 h 2823536"/>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716087 w 3645002"/>
              <a:gd name="connsiteY115" fmla="*/ 2737262 h 2823021"/>
              <a:gd name="connsiteX116" fmla="*/ 2908599 w 3645002"/>
              <a:gd name="connsiteY116" fmla="*/ 2668085 h 2823021"/>
              <a:gd name="connsiteX117" fmla="*/ 3111506 w 3645002"/>
              <a:gd name="connsiteY117" fmla="*/ 2638225 h 2823021"/>
              <a:gd name="connsiteX118" fmla="*/ 3161633 w 3645002"/>
              <a:gd name="connsiteY118" fmla="*/ 2620322 h 2823021"/>
              <a:gd name="connsiteX119" fmla="*/ 3168794 w 3645002"/>
              <a:gd name="connsiteY119" fmla="*/ 2588097 h 2823021"/>
              <a:gd name="connsiteX120" fmla="*/ 3165214 w 3645002"/>
              <a:gd name="connsiteY120" fmla="*/ 2204983 h 2823021"/>
              <a:gd name="connsiteX121" fmla="*/ 3143730 w 3645002"/>
              <a:gd name="connsiteY121" fmla="*/ 2051021 h 2823021"/>
              <a:gd name="connsiteX122" fmla="*/ 3082862 w 3645002"/>
              <a:gd name="connsiteY122" fmla="*/ 1886317 h 2823021"/>
              <a:gd name="connsiteX123" fmla="*/ 2982607 w 3645002"/>
              <a:gd name="connsiteY123" fmla="*/ 1732355 h 2823021"/>
              <a:gd name="connsiteX124" fmla="*/ 2889514 w 3645002"/>
              <a:gd name="connsiteY124" fmla="*/ 1624940 h 2823021"/>
              <a:gd name="connsiteX125" fmla="*/ 2835806 w 3645002"/>
              <a:gd name="connsiteY125" fmla="*/ 1528266 h 2823021"/>
              <a:gd name="connsiteX126" fmla="*/ 2810743 w 3645002"/>
              <a:gd name="connsiteY126" fmla="*/ 1392206 h 2823021"/>
              <a:gd name="connsiteX127" fmla="*/ 2821484 w 3645002"/>
              <a:gd name="connsiteY127" fmla="*/ 1284791 h 2823021"/>
              <a:gd name="connsiteX128" fmla="*/ 2857289 w 3645002"/>
              <a:gd name="connsiteY128" fmla="*/ 1180956 h 2823021"/>
              <a:gd name="connsiteX129" fmla="*/ 2918158 w 3645002"/>
              <a:gd name="connsiteY129" fmla="*/ 1098605 h 2823021"/>
              <a:gd name="connsiteX130" fmla="*/ 3039896 w 3645002"/>
              <a:gd name="connsiteY130" fmla="*/ 951804 h 2823021"/>
              <a:gd name="connsiteX131" fmla="*/ 3104345 w 3645002"/>
              <a:gd name="connsiteY131" fmla="*/ 833647 h 2823021"/>
              <a:gd name="connsiteX132" fmla="*/ 3143730 w 3645002"/>
              <a:gd name="connsiteY132" fmla="*/ 701168 h 2823021"/>
              <a:gd name="connsiteX133" fmla="*/ 3168794 w 3645002"/>
              <a:gd name="connsiteY133" fmla="*/ 529303 h 2823021"/>
              <a:gd name="connsiteX134" fmla="*/ 3165214 w 3645002"/>
              <a:gd name="connsiteY134" fmla="*/ 156930 h 2823021"/>
              <a:gd name="connsiteX135" fmla="*/ 3140150 w 3645002"/>
              <a:gd name="connsiteY135" fmla="*/ 128286 h 2823021"/>
              <a:gd name="connsiteX136" fmla="*/ 2905035 w 3645002"/>
              <a:gd name="connsiteY136" fmla="*/ 91264 h 2823021"/>
              <a:gd name="connsiteX137" fmla="*/ 2709306 w 3645002"/>
              <a:gd name="connsiteY137" fmla="*/ 84120 h 2823021"/>
              <a:gd name="connsiteX138" fmla="*/ 2709308 w 3645002"/>
              <a:gd name="connsiteY138" fmla="*/ 1786 h 2823021"/>
              <a:gd name="connsiteX139" fmla="*/ 2915804 w 3645002"/>
              <a:gd name="connsiteY139"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716087 w 3645002"/>
              <a:gd name="connsiteY114" fmla="*/ 2670623 h 2823021"/>
              <a:gd name="connsiteX115" fmla="*/ 2908599 w 3645002"/>
              <a:gd name="connsiteY115" fmla="*/ 2668085 h 2823021"/>
              <a:gd name="connsiteX116" fmla="*/ 3111506 w 3645002"/>
              <a:gd name="connsiteY116" fmla="*/ 2638225 h 2823021"/>
              <a:gd name="connsiteX117" fmla="*/ 3161633 w 3645002"/>
              <a:gd name="connsiteY117" fmla="*/ 2620322 h 2823021"/>
              <a:gd name="connsiteX118" fmla="*/ 3168794 w 3645002"/>
              <a:gd name="connsiteY118" fmla="*/ 2588097 h 2823021"/>
              <a:gd name="connsiteX119" fmla="*/ 3165214 w 3645002"/>
              <a:gd name="connsiteY119" fmla="*/ 2204983 h 2823021"/>
              <a:gd name="connsiteX120" fmla="*/ 3143730 w 3645002"/>
              <a:gd name="connsiteY120" fmla="*/ 2051021 h 2823021"/>
              <a:gd name="connsiteX121" fmla="*/ 3082862 w 3645002"/>
              <a:gd name="connsiteY121" fmla="*/ 1886317 h 2823021"/>
              <a:gd name="connsiteX122" fmla="*/ 2982607 w 3645002"/>
              <a:gd name="connsiteY122" fmla="*/ 1732355 h 2823021"/>
              <a:gd name="connsiteX123" fmla="*/ 2889514 w 3645002"/>
              <a:gd name="connsiteY123" fmla="*/ 1624940 h 2823021"/>
              <a:gd name="connsiteX124" fmla="*/ 2835806 w 3645002"/>
              <a:gd name="connsiteY124" fmla="*/ 1528266 h 2823021"/>
              <a:gd name="connsiteX125" fmla="*/ 2810743 w 3645002"/>
              <a:gd name="connsiteY125" fmla="*/ 1392206 h 2823021"/>
              <a:gd name="connsiteX126" fmla="*/ 2821484 w 3645002"/>
              <a:gd name="connsiteY126" fmla="*/ 1284791 h 2823021"/>
              <a:gd name="connsiteX127" fmla="*/ 2857289 w 3645002"/>
              <a:gd name="connsiteY127" fmla="*/ 1180956 h 2823021"/>
              <a:gd name="connsiteX128" fmla="*/ 2918158 w 3645002"/>
              <a:gd name="connsiteY128" fmla="*/ 1098605 h 2823021"/>
              <a:gd name="connsiteX129" fmla="*/ 3039896 w 3645002"/>
              <a:gd name="connsiteY129" fmla="*/ 951804 h 2823021"/>
              <a:gd name="connsiteX130" fmla="*/ 3104345 w 3645002"/>
              <a:gd name="connsiteY130" fmla="*/ 833647 h 2823021"/>
              <a:gd name="connsiteX131" fmla="*/ 3143730 w 3645002"/>
              <a:gd name="connsiteY131" fmla="*/ 701168 h 2823021"/>
              <a:gd name="connsiteX132" fmla="*/ 3168794 w 3645002"/>
              <a:gd name="connsiteY132" fmla="*/ 529303 h 2823021"/>
              <a:gd name="connsiteX133" fmla="*/ 3165214 w 3645002"/>
              <a:gd name="connsiteY133" fmla="*/ 156930 h 2823021"/>
              <a:gd name="connsiteX134" fmla="*/ 3140150 w 3645002"/>
              <a:gd name="connsiteY134" fmla="*/ 128286 h 2823021"/>
              <a:gd name="connsiteX135" fmla="*/ 2905035 w 3645002"/>
              <a:gd name="connsiteY135" fmla="*/ 91264 h 2823021"/>
              <a:gd name="connsiteX136" fmla="*/ 2709306 w 3645002"/>
              <a:gd name="connsiteY136" fmla="*/ 84120 h 2823021"/>
              <a:gd name="connsiteX137" fmla="*/ 2709308 w 3645002"/>
              <a:gd name="connsiteY137" fmla="*/ 1786 h 2823021"/>
              <a:gd name="connsiteX138" fmla="*/ 2915804 w 3645002"/>
              <a:gd name="connsiteY138"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2716087 w 3645002"/>
              <a:gd name="connsiteY59" fmla="*/ 2758729 h 2823021"/>
              <a:gd name="connsiteX60" fmla="*/ 1348040 w 3645002"/>
              <a:gd name="connsiteY60" fmla="*/ 2758729 h 2823021"/>
              <a:gd name="connsiteX61" fmla="*/ 1348040 w 3645002"/>
              <a:gd name="connsiteY61" fmla="*/ 2734917 h 2823021"/>
              <a:gd name="connsiteX62" fmla="*/ 1348040 w 3645002"/>
              <a:gd name="connsiteY62" fmla="*/ 2670623 h 2823021"/>
              <a:gd name="connsiteX63" fmla="*/ 1348040 w 3645002"/>
              <a:gd name="connsiteY63" fmla="*/ 2280528 h 2823021"/>
              <a:gd name="connsiteX64" fmla="*/ 1028716 w 3645002"/>
              <a:gd name="connsiteY64" fmla="*/ 2280268 h 2823021"/>
              <a:gd name="connsiteX65" fmla="*/ 1028716 w 3645002"/>
              <a:gd name="connsiteY65" fmla="*/ 2823021 h 2823021"/>
              <a:gd name="connsiteX66" fmla="*/ 982997 w 3645002"/>
              <a:gd name="connsiteY66" fmla="*/ 2823021 h 2823021"/>
              <a:gd name="connsiteX67" fmla="*/ 982997 w 3645002"/>
              <a:gd name="connsiteY67" fmla="*/ 2280231 h 2823021"/>
              <a:gd name="connsiteX68" fmla="*/ 139399 w 3645002"/>
              <a:gd name="connsiteY68" fmla="*/ 2279544 h 2823021"/>
              <a:gd name="connsiteX69" fmla="*/ 2064 w 3645002"/>
              <a:gd name="connsiteY69" fmla="*/ 2103540 h 2823021"/>
              <a:gd name="connsiteX70" fmla="*/ 174063 w 3645002"/>
              <a:gd name="connsiteY70" fmla="*/ 1923885 h 2823021"/>
              <a:gd name="connsiteX71" fmla="*/ 341086 w 3645002"/>
              <a:gd name="connsiteY71" fmla="*/ 1922172 h 2823021"/>
              <a:gd name="connsiteX72" fmla="*/ 361575 w 3645002"/>
              <a:gd name="connsiteY72" fmla="*/ 1921930 h 2823021"/>
              <a:gd name="connsiteX73" fmla="*/ 361575 w 3645002"/>
              <a:gd name="connsiteY73" fmla="*/ 1921253 h 2823021"/>
              <a:gd name="connsiteX74" fmla="*/ 454725 w 3645002"/>
              <a:gd name="connsiteY74" fmla="*/ 1831427 h 2823021"/>
              <a:gd name="connsiteX75" fmla="*/ 361575 w 3645002"/>
              <a:gd name="connsiteY75" fmla="*/ 1741599 h 2823021"/>
              <a:gd name="connsiteX76" fmla="*/ 171998 w 3645002"/>
              <a:gd name="connsiteY76" fmla="*/ 1740014 h 2823021"/>
              <a:gd name="connsiteX77" fmla="*/ 105049 w 3645002"/>
              <a:gd name="connsiteY77" fmla="*/ 1727699 h 2823021"/>
              <a:gd name="connsiteX78" fmla="*/ 0 w 3645002"/>
              <a:gd name="connsiteY78" fmla="*/ 1562163 h 2823021"/>
              <a:gd name="connsiteX79" fmla="*/ 171998 w 3645002"/>
              <a:gd name="connsiteY79" fmla="*/ 1382508 h 2823021"/>
              <a:gd name="connsiteX80" fmla="*/ 339021 w 3645002"/>
              <a:gd name="connsiteY80" fmla="*/ 1380795 h 2823021"/>
              <a:gd name="connsiteX81" fmla="*/ 359510 w 3645002"/>
              <a:gd name="connsiteY81" fmla="*/ 1380553 h 2823021"/>
              <a:gd name="connsiteX82" fmla="*/ 359510 w 3645002"/>
              <a:gd name="connsiteY82" fmla="*/ 1379876 h 2823021"/>
              <a:gd name="connsiteX83" fmla="*/ 452660 w 3645002"/>
              <a:gd name="connsiteY83" fmla="*/ 1290049 h 2823021"/>
              <a:gd name="connsiteX84" fmla="*/ 359510 w 3645002"/>
              <a:gd name="connsiteY84" fmla="*/ 1200222 h 2823021"/>
              <a:gd name="connsiteX85" fmla="*/ 153593 w 3645002"/>
              <a:gd name="connsiteY85" fmla="*/ 1191547 h 2823021"/>
              <a:gd name="connsiteX86" fmla="*/ 107114 w 3645002"/>
              <a:gd name="connsiteY86" fmla="*/ 1187499 h 2823021"/>
              <a:gd name="connsiteX87" fmla="*/ 2064 w 3645002"/>
              <a:gd name="connsiteY87" fmla="*/ 1021963 h 2823021"/>
              <a:gd name="connsiteX88" fmla="*/ 174063 w 3645002"/>
              <a:gd name="connsiteY88" fmla="*/ 842309 h 2823021"/>
              <a:gd name="connsiteX89" fmla="*/ 341086 w 3645002"/>
              <a:gd name="connsiteY89" fmla="*/ 840595 h 2823021"/>
              <a:gd name="connsiteX90" fmla="*/ 361575 w 3645002"/>
              <a:gd name="connsiteY90" fmla="*/ 840353 h 2823021"/>
              <a:gd name="connsiteX91" fmla="*/ 361575 w 3645002"/>
              <a:gd name="connsiteY91" fmla="*/ 839677 h 2823021"/>
              <a:gd name="connsiteX92" fmla="*/ 454725 w 3645002"/>
              <a:gd name="connsiteY92" fmla="*/ 749850 h 2823021"/>
              <a:gd name="connsiteX93" fmla="*/ 361575 w 3645002"/>
              <a:gd name="connsiteY93" fmla="*/ 660022 h 2823021"/>
              <a:gd name="connsiteX94" fmla="*/ 171998 w 3645002"/>
              <a:gd name="connsiteY94" fmla="*/ 658438 h 2823021"/>
              <a:gd name="connsiteX95" fmla="*/ 105049 w 3645002"/>
              <a:gd name="connsiteY95" fmla="*/ 646122 h 2823021"/>
              <a:gd name="connsiteX96" fmla="*/ 0 w 3645002"/>
              <a:gd name="connsiteY96" fmla="*/ 480586 h 2823021"/>
              <a:gd name="connsiteX97" fmla="*/ 171998 w 3645002"/>
              <a:gd name="connsiteY97" fmla="*/ 300931 h 2823021"/>
              <a:gd name="connsiteX98" fmla="*/ 320144 w 3645002"/>
              <a:gd name="connsiteY98" fmla="*/ 301176 h 2823021"/>
              <a:gd name="connsiteX99" fmla="*/ 1348040 w 3645002"/>
              <a:gd name="connsiteY99" fmla="*/ 301030 h 2823021"/>
              <a:gd name="connsiteX100" fmla="*/ 1348040 w 3645002"/>
              <a:gd name="connsiteY100" fmla="*/ 300797 h 2823021"/>
              <a:gd name="connsiteX101" fmla="*/ 1433238 w 3645002"/>
              <a:gd name="connsiteY101" fmla="*/ 300797 h 2823021"/>
              <a:gd name="connsiteX102" fmla="*/ 1433238 w 3645002"/>
              <a:gd name="connsiteY102" fmla="*/ 2191992 h 2823021"/>
              <a:gd name="connsiteX103" fmla="*/ 1883953 w 3645002"/>
              <a:gd name="connsiteY103" fmla="*/ 2191992 h 2823021"/>
              <a:gd name="connsiteX104" fmla="*/ 1883953 w 3645002"/>
              <a:gd name="connsiteY104" fmla="*/ 1432758 h 2823021"/>
              <a:gd name="connsiteX105" fmla="*/ 1969151 w 3645002"/>
              <a:gd name="connsiteY105" fmla="*/ 1432758 h 2823021"/>
              <a:gd name="connsiteX106" fmla="*/ 1969151 w 3645002"/>
              <a:gd name="connsiteY106" fmla="*/ 2280940 h 2823021"/>
              <a:gd name="connsiteX107" fmla="*/ 1883953 w 3645002"/>
              <a:gd name="connsiteY107" fmla="*/ 2280940 h 2823021"/>
              <a:gd name="connsiteX108" fmla="*/ 1883953 w 3645002"/>
              <a:gd name="connsiteY108" fmla="*/ 2280939 h 2823021"/>
              <a:gd name="connsiteX109" fmla="*/ 1853878 w 3645002"/>
              <a:gd name="connsiteY109" fmla="*/ 2280939 h 2823021"/>
              <a:gd name="connsiteX110" fmla="*/ 1853878 w 3645002"/>
              <a:gd name="connsiteY110" fmla="*/ 2280940 h 2823021"/>
              <a:gd name="connsiteX111" fmla="*/ 1852009 w 3645002"/>
              <a:gd name="connsiteY111" fmla="*/ 2280939 h 2823021"/>
              <a:gd name="connsiteX112" fmla="*/ 1433238 w 3645002"/>
              <a:gd name="connsiteY112" fmla="*/ 2280939 h 2823021"/>
              <a:gd name="connsiteX113" fmla="*/ 1433238 w 3645002"/>
              <a:gd name="connsiteY113" fmla="*/ 2670623 h 2823021"/>
              <a:gd name="connsiteX114" fmla="*/ 2908599 w 3645002"/>
              <a:gd name="connsiteY114" fmla="*/ 2668085 h 2823021"/>
              <a:gd name="connsiteX115" fmla="*/ 3111506 w 3645002"/>
              <a:gd name="connsiteY115" fmla="*/ 2638225 h 2823021"/>
              <a:gd name="connsiteX116" fmla="*/ 3161633 w 3645002"/>
              <a:gd name="connsiteY116" fmla="*/ 2620322 h 2823021"/>
              <a:gd name="connsiteX117" fmla="*/ 3168794 w 3645002"/>
              <a:gd name="connsiteY117" fmla="*/ 2588097 h 2823021"/>
              <a:gd name="connsiteX118" fmla="*/ 3165214 w 3645002"/>
              <a:gd name="connsiteY118" fmla="*/ 2204983 h 2823021"/>
              <a:gd name="connsiteX119" fmla="*/ 3143730 w 3645002"/>
              <a:gd name="connsiteY119" fmla="*/ 2051021 h 2823021"/>
              <a:gd name="connsiteX120" fmla="*/ 3082862 w 3645002"/>
              <a:gd name="connsiteY120" fmla="*/ 1886317 h 2823021"/>
              <a:gd name="connsiteX121" fmla="*/ 2982607 w 3645002"/>
              <a:gd name="connsiteY121" fmla="*/ 1732355 h 2823021"/>
              <a:gd name="connsiteX122" fmla="*/ 2889514 w 3645002"/>
              <a:gd name="connsiteY122" fmla="*/ 1624940 h 2823021"/>
              <a:gd name="connsiteX123" fmla="*/ 2835806 w 3645002"/>
              <a:gd name="connsiteY123" fmla="*/ 1528266 h 2823021"/>
              <a:gd name="connsiteX124" fmla="*/ 2810743 w 3645002"/>
              <a:gd name="connsiteY124" fmla="*/ 1392206 h 2823021"/>
              <a:gd name="connsiteX125" fmla="*/ 2821484 w 3645002"/>
              <a:gd name="connsiteY125" fmla="*/ 1284791 h 2823021"/>
              <a:gd name="connsiteX126" fmla="*/ 2857289 w 3645002"/>
              <a:gd name="connsiteY126" fmla="*/ 1180956 h 2823021"/>
              <a:gd name="connsiteX127" fmla="*/ 2918158 w 3645002"/>
              <a:gd name="connsiteY127" fmla="*/ 1098605 h 2823021"/>
              <a:gd name="connsiteX128" fmla="*/ 3039896 w 3645002"/>
              <a:gd name="connsiteY128" fmla="*/ 951804 h 2823021"/>
              <a:gd name="connsiteX129" fmla="*/ 3104345 w 3645002"/>
              <a:gd name="connsiteY129" fmla="*/ 833647 h 2823021"/>
              <a:gd name="connsiteX130" fmla="*/ 3143730 w 3645002"/>
              <a:gd name="connsiteY130" fmla="*/ 701168 h 2823021"/>
              <a:gd name="connsiteX131" fmla="*/ 3168794 w 3645002"/>
              <a:gd name="connsiteY131" fmla="*/ 529303 h 2823021"/>
              <a:gd name="connsiteX132" fmla="*/ 3165214 w 3645002"/>
              <a:gd name="connsiteY132" fmla="*/ 156930 h 2823021"/>
              <a:gd name="connsiteX133" fmla="*/ 3140150 w 3645002"/>
              <a:gd name="connsiteY133" fmla="*/ 128286 h 2823021"/>
              <a:gd name="connsiteX134" fmla="*/ 2905035 w 3645002"/>
              <a:gd name="connsiteY134" fmla="*/ 91264 h 2823021"/>
              <a:gd name="connsiteX135" fmla="*/ 2709306 w 3645002"/>
              <a:gd name="connsiteY135" fmla="*/ 84120 h 2823021"/>
              <a:gd name="connsiteX136" fmla="*/ 2709308 w 3645002"/>
              <a:gd name="connsiteY136" fmla="*/ 1786 h 2823021"/>
              <a:gd name="connsiteX137" fmla="*/ 2915804 w 3645002"/>
              <a:gd name="connsiteY137"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709308 w 3645002"/>
              <a:gd name="connsiteY135" fmla="*/ 1786 h 2823021"/>
              <a:gd name="connsiteX136" fmla="*/ 2915804 w 3645002"/>
              <a:gd name="connsiteY136"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709306 w 3645002"/>
              <a:gd name="connsiteY134" fmla="*/ 84120 h 2823021"/>
              <a:gd name="connsiteX135" fmla="*/ 2915804 w 3645002"/>
              <a:gd name="connsiteY135"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05035 w 3645002"/>
              <a:gd name="connsiteY133" fmla="*/ 91264 h 2823021"/>
              <a:gd name="connsiteX134" fmla="*/ 2915804 w 3645002"/>
              <a:gd name="connsiteY134" fmla="*/ 0 h 2823021"/>
              <a:gd name="connsiteX0" fmla="*/ 1348040 w 3645002"/>
              <a:gd name="connsiteY0" fmla="*/ 389982 h 2823021"/>
              <a:gd name="connsiteX1" fmla="*/ 171998 w 3645002"/>
              <a:gd name="connsiteY1" fmla="*/ 390759 h 2823021"/>
              <a:gd name="connsiteX2" fmla="*/ 78848 w 3645002"/>
              <a:gd name="connsiteY2" fmla="*/ 480586 h 2823021"/>
              <a:gd name="connsiteX3" fmla="*/ 135740 w 3645002"/>
              <a:gd name="connsiteY3" fmla="*/ 563354 h 2823021"/>
              <a:gd name="connsiteX4" fmla="*/ 159526 w 3645002"/>
              <a:gd name="connsiteY4" fmla="*/ 567985 h 2823021"/>
              <a:gd name="connsiteX5" fmla="*/ 170386 w 3645002"/>
              <a:gd name="connsiteY5" fmla="*/ 568196 h 2823021"/>
              <a:gd name="connsiteX6" fmla="*/ 361575 w 3645002"/>
              <a:gd name="connsiteY6" fmla="*/ 570195 h 2823021"/>
              <a:gd name="connsiteX7" fmla="*/ 533573 w 3645002"/>
              <a:gd name="connsiteY7" fmla="*/ 749850 h 2823021"/>
              <a:gd name="connsiteX8" fmla="*/ 428524 w 3645002"/>
              <a:gd name="connsiteY8" fmla="*/ 915386 h 2823021"/>
              <a:gd name="connsiteX9" fmla="*/ 379980 w 3645002"/>
              <a:gd name="connsiteY9" fmla="*/ 925624 h 2823021"/>
              <a:gd name="connsiteX10" fmla="*/ 174063 w 3645002"/>
              <a:gd name="connsiteY10" fmla="*/ 932136 h 2823021"/>
              <a:gd name="connsiteX11" fmla="*/ 80913 w 3645002"/>
              <a:gd name="connsiteY11" fmla="*/ 1021963 h 2823021"/>
              <a:gd name="connsiteX12" fmla="*/ 137805 w 3645002"/>
              <a:gd name="connsiteY12" fmla="*/ 1104731 h 2823021"/>
              <a:gd name="connsiteX13" fmla="*/ 155329 w 3645002"/>
              <a:gd name="connsiteY13" fmla="*/ 1108144 h 2823021"/>
              <a:gd name="connsiteX14" fmla="*/ 168321 w 3645002"/>
              <a:gd name="connsiteY14" fmla="*/ 1108396 h 2823021"/>
              <a:gd name="connsiteX15" fmla="*/ 359510 w 3645002"/>
              <a:gd name="connsiteY15" fmla="*/ 1110395 h 2823021"/>
              <a:gd name="connsiteX16" fmla="*/ 531508 w 3645002"/>
              <a:gd name="connsiteY16" fmla="*/ 1290049 h 2823021"/>
              <a:gd name="connsiteX17" fmla="*/ 426459 w 3645002"/>
              <a:gd name="connsiteY17" fmla="*/ 1455586 h 2823021"/>
              <a:gd name="connsiteX18" fmla="*/ 377915 w 3645002"/>
              <a:gd name="connsiteY18" fmla="*/ 1465823 h 2823021"/>
              <a:gd name="connsiteX19" fmla="*/ 171998 w 3645002"/>
              <a:gd name="connsiteY19" fmla="*/ 1472336 h 2823021"/>
              <a:gd name="connsiteX20" fmla="*/ 78848 w 3645002"/>
              <a:gd name="connsiteY20" fmla="*/ 1562163 h 2823021"/>
              <a:gd name="connsiteX21" fmla="*/ 135740 w 3645002"/>
              <a:gd name="connsiteY21" fmla="*/ 1644931 h 2823021"/>
              <a:gd name="connsiteX22" fmla="*/ 159526 w 3645002"/>
              <a:gd name="connsiteY22" fmla="*/ 1649562 h 2823021"/>
              <a:gd name="connsiteX23" fmla="*/ 170386 w 3645002"/>
              <a:gd name="connsiteY23" fmla="*/ 1649773 h 2823021"/>
              <a:gd name="connsiteX24" fmla="*/ 361575 w 3645002"/>
              <a:gd name="connsiteY24" fmla="*/ 1651772 h 2823021"/>
              <a:gd name="connsiteX25" fmla="*/ 533573 w 3645002"/>
              <a:gd name="connsiteY25" fmla="*/ 1831427 h 2823021"/>
              <a:gd name="connsiteX26" fmla="*/ 428524 w 3645002"/>
              <a:gd name="connsiteY26" fmla="*/ 1996963 h 2823021"/>
              <a:gd name="connsiteX27" fmla="*/ 379980 w 3645002"/>
              <a:gd name="connsiteY27" fmla="*/ 2007200 h 2823021"/>
              <a:gd name="connsiteX28" fmla="*/ 174063 w 3645002"/>
              <a:gd name="connsiteY28" fmla="*/ 2013713 h 2823021"/>
              <a:gd name="connsiteX29" fmla="*/ 80913 w 3645002"/>
              <a:gd name="connsiteY29" fmla="*/ 2103540 h 2823021"/>
              <a:gd name="connsiteX30" fmla="*/ 174063 w 3645002"/>
              <a:gd name="connsiteY30" fmla="*/ 2193367 h 2823021"/>
              <a:gd name="connsiteX31" fmla="*/ 174063 w 3645002"/>
              <a:gd name="connsiteY31" fmla="*/ 2193644 h 2823021"/>
              <a:gd name="connsiteX32" fmla="*/ 1348040 w 3645002"/>
              <a:gd name="connsiteY32" fmla="*/ 2193644 h 2823021"/>
              <a:gd name="connsiteX33" fmla="*/ 1348040 w 3645002"/>
              <a:gd name="connsiteY33" fmla="*/ 389982 h 2823021"/>
              <a:gd name="connsiteX34" fmla="*/ 2915804 w 3645002"/>
              <a:gd name="connsiteY34" fmla="*/ 0 h 2823021"/>
              <a:gd name="connsiteX35" fmla="*/ 3129442 w 3645002"/>
              <a:gd name="connsiteY35" fmla="*/ 1786 h 2823021"/>
              <a:gd name="connsiteX36" fmla="*/ 3193858 w 3645002"/>
              <a:gd name="connsiteY36" fmla="*/ 24451 h 2823021"/>
              <a:gd name="connsiteX37" fmla="*/ 3258307 w 3645002"/>
              <a:gd name="connsiteY37" fmla="*/ 78158 h 2823021"/>
              <a:gd name="connsiteX38" fmla="*/ 3286951 w 3645002"/>
              <a:gd name="connsiteY38" fmla="*/ 156930 h 2823021"/>
              <a:gd name="connsiteX39" fmla="*/ 3283370 w 3645002"/>
              <a:gd name="connsiteY39" fmla="*/ 547206 h 2823021"/>
              <a:gd name="connsiteX40" fmla="*/ 3301273 w 3645002"/>
              <a:gd name="connsiteY40" fmla="*/ 661782 h 2823021"/>
              <a:gd name="connsiteX41" fmla="*/ 3344239 w 3645002"/>
              <a:gd name="connsiteY41" fmla="*/ 819325 h 2823021"/>
              <a:gd name="connsiteX42" fmla="*/ 3397947 w 3645002"/>
              <a:gd name="connsiteY42" fmla="*/ 926740 h 2823021"/>
              <a:gd name="connsiteX43" fmla="*/ 3469557 w 3645002"/>
              <a:gd name="connsiteY43" fmla="*/ 1030575 h 2823021"/>
              <a:gd name="connsiteX44" fmla="*/ 3566231 w 3645002"/>
              <a:gd name="connsiteY44" fmla="*/ 1141571 h 2823021"/>
              <a:gd name="connsiteX45" fmla="*/ 3619939 w 3645002"/>
              <a:gd name="connsiteY45" fmla="*/ 1245406 h 2823021"/>
              <a:gd name="connsiteX46" fmla="*/ 3645002 w 3645002"/>
              <a:gd name="connsiteY46" fmla="*/ 1367143 h 2823021"/>
              <a:gd name="connsiteX47" fmla="*/ 3630680 w 3645002"/>
              <a:gd name="connsiteY47" fmla="*/ 1485300 h 2823021"/>
              <a:gd name="connsiteX48" fmla="*/ 3576972 w 3645002"/>
              <a:gd name="connsiteY48" fmla="*/ 1603457 h 2823021"/>
              <a:gd name="connsiteX49" fmla="*/ 3458816 w 3645002"/>
              <a:gd name="connsiteY49" fmla="*/ 1743097 h 2823021"/>
              <a:gd name="connsiteX50" fmla="*/ 3387205 w 3645002"/>
              <a:gd name="connsiteY50" fmla="*/ 1846931 h 2823021"/>
              <a:gd name="connsiteX51" fmla="*/ 3333498 w 3645002"/>
              <a:gd name="connsiteY51" fmla="*/ 1968669 h 2823021"/>
              <a:gd name="connsiteX52" fmla="*/ 3301273 w 3645002"/>
              <a:gd name="connsiteY52" fmla="*/ 2093987 h 2823021"/>
              <a:gd name="connsiteX53" fmla="*/ 3286951 w 3645002"/>
              <a:gd name="connsiteY53" fmla="*/ 2230046 h 2823021"/>
              <a:gd name="connsiteX54" fmla="*/ 3283370 w 3645002"/>
              <a:gd name="connsiteY54" fmla="*/ 2620322 h 2823021"/>
              <a:gd name="connsiteX55" fmla="*/ 3261887 w 3645002"/>
              <a:gd name="connsiteY55" fmla="*/ 2674030 h 2823021"/>
              <a:gd name="connsiteX56" fmla="*/ 3218921 w 3645002"/>
              <a:gd name="connsiteY56" fmla="*/ 2724157 h 2823021"/>
              <a:gd name="connsiteX57" fmla="*/ 3140150 w 3645002"/>
              <a:gd name="connsiteY57" fmla="*/ 2752801 h 2823021"/>
              <a:gd name="connsiteX58" fmla="*/ 2716087 w 3645002"/>
              <a:gd name="connsiteY58" fmla="*/ 2757555 h 2823021"/>
              <a:gd name="connsiteX59" fmla="*/ 1348040 w 3645002"/>
              <a:gd name="connsiteY59" fmla="*/ 2758729 h 2823021"/>
              <a:gd name="connsiteX60" fmla="*/ 1348040 w 3645002"/>
              <a:gd name="connsiteY60" fmla="*/ 2734917 h 2823021"/>
              <a:gd name="connsiteX61" fmla="*/ 1348040 w 3645002"/>
              <a:gd name="connsiteY61" fmla="*/ 2670623 h 2823021"/>
              <a:gd name="connsiteX62" fmla="*/ 1348040 w 3645002"/>
              <a:gd name="connsiteY62" fmla="*/ 2280528 h 2823021"/>
              <a:gd name="connsiteX63" fmla="*/ 1028716 w 3645002"/>
              <a:gd name="connsiteY63" fmla="*/ 2280268 h 2823021"/>
              <a:gd name="connsiteX64" fmla="*/ 1028716 w 3645002"/>
              <a:gd name="connsiteY64" fmla="*/ 2823021 h 2823021"/>
              <a:gd name="connsiteX65" fmla="*/ 982997 w 3645002"/>
              <a:gd name="connsiteY65" fmla="*/ 2823021 h 2823021"/>
              <a:gd name="connsiteX66" fmla="*/ 982997 w 3645002"/>
              <a:gd name="connsiteY66" fmla="*/ 2280231 h 2823021"/>
              <a:gd name="connsiteX67" fmla="*/ 139399 w 3645002"/>
              <a:gd name="connsiteY67" fmla="*/ 2279544 h 2823021"/>
              <a:gd name="connsiteX68" fmla="*/ 2064 w 3645002"/>
              <a:gd name="connsiteY68" fmla="*/ 2103540 h 2823021"/>
              <a:gd name="connsiteX69" fmla="*/ 174063 w 3645002"/>
              <a:gd name="connsiteY69" fmla="*/ 1923885 h 2823021"/>
              <a:gd name="connsiteX70" fmla="*/ 341086 w 3645002"/>
              <a:gd name="connsiteY70" fmla="*/ 1922172 h 2823021"/>
              <a:gd name="connsiteX71" fmla="*/ 361575 w 3645002"/>
              <a:gd name="connsiteY71" fmla="*/ 1921930 h 2823021"/>
              <a:gd name="connsiteX72" fmla="*/ 361575 w 3645002"/>
              <a:gd name="connsiteY72" fmla="*/ 1921253 h 2823021"/>
              <a:gd name="connsiteX73" fmla="*/ 454725 w 3645002"/>
              <a:gd name="connsiteY73" fmla="*/ 1831427 h 2823021"/>
              <a:gd name="connsiteX74" fmla="*/ 361575 w 3645002"/>
              <a:gd name="connsiteY74" fmla="*/ 1741599 h 2823021"/>
              <a:gd name="connsiteX75" fmla="*/ 171998 w 3645002"/>
              <a:gd name="connsiteY75" fmla="*/ 1740014 h 2823021"/>
              <a:gd name="connsiteX76" fmla="*/ 105049 w 3645002"/>
              <a:gd name="connsiteY76" fmla="*/ 1727699 h 2823021"/>
              <a:gd name="connsiteX77" fmla="*/ 0 w 3645002"/>
              <a:gd name="connsiteY77" fmla="*/ 1562163 h 2823021"/>
              <a:gd name="connsiteX78" fmla="*/ 171998 w 3645002"/>
              <a:gd name="connsiteY78" fmla="*/ 1382508 h 2823021"/>
              <a:gd name="connsiteX79" fmla="*/ 339021 w 3645002"/>
              <a:gd name="connsiteY79" fmla="*/ 1380795 h 2823021"/>
              <a:gd name="connsiteX80" fmla="*/ 359510 w 3645002"/>
              <a:gd name="connsiteY80" fmla="*/ 1380553 h 2823021"/>
              <a:gd name="connsiteX81" fmla="*/ 359510 w 3645002"/>
              <a:gd name="connsiteY81" fmla="*/ 1379876 h 2823021"/>
              <a:gd name="connsiteX82" fmla="*/ 452660 w 3645002"/>
              <a:gd name="connsiteY82" fmla="*/ 1290049 h 2823021"/>
              <a:gd name="connsiteX83" fmla="*/ 359510 w 3645002"/>
              <a:gd name="connsiteY83" fmla="*/ 1200222 h 2823021"/>
              <a:gd name="connsiteX84" fmla="*/ 153593 w 3645002"/>
              <a:gd name="connsiteY84" fmla="*/ 1191547 h 2823021"/>
              <a:gd name="connsiteX85" fmla="*/ 107114 w 3645002"/>
              <a:gd name="connsiteY85" fmla="*/ 1187499 h 2823021"/>
              <a:gd name="connsiteX86" fmla="*/ 2064 w 3645002"/>
              <a:gd name="connsiteY86" fmla="*/ 1021963 h 2823021"/>
              <a:gd name="connsiteX87" fmla="*/ 174063 w 3645002"/>
              <a:gd name="connsiteY87" fmla="*/ 842309 h 2823021"/>
              <a:gd name="connsiteX88" fmla="*/ 341086 w 3645002"/>
              <a:gd name="connsiteY88" fmla="*/ 840595 h 2823021"/>
              <a:gd name="connsiteX89" fmla="*/ 361575 w 3645002"/>
              <a:gd name="connsiteY89" fmla="*/ 840353 h 2823021"/>
              <a:gd name="connsiteX90" fmla="*/ 361575 w 3645002"/>
              <a:gd name="connsiteY90" fmla="*/ 839677 h 2823021"/>
              <a:gd name="connsiteX91" fmla="*/ 454725 w 3645002"/>
              <a:gd name="connsiteY91" fmla="*/ 749850 h 2823021"/>
              <a:gd name="connsiteX92" fmla="*/ 361575 w 3645002"/>
              <a:gd name="connsiteY92" fmla="*/ 660022 h 2823021"/>
              <a:gd name="connsiteX93" fmla="*/ 171998 w 3645002"/>
              <a:gd name="connsiteY93" fmla="*/ 658438 h 2823021"/>
              <a:gd name="connsiteX94" fmla="*/ 105049 w 3645002"/>
              <a:gd name="connsiteY94" fmla="*/ 646122 h 2823021"/>
              <a:gd name="connsiteX95" fmla="*/ 0 w 3645002"/>
              <a:gd name="connsiteY95" fmla="*/ 480586 h 2823021"/>
              <a:gd name="connsiteX96" fmla="*/ 171998 w 3645002"/>
              <a:gd name="connsiteY96" fmla="*/ 300931 h 2823021"/>
              <a:gd name="connsiteX97" fmla="*/ 320144 w 3645002"/>
              <a:gd name="connsiteY97" fmla="*/ 301176 h 2823021"/>
              <a:gd name="connsiteX98" fmla="*/ 1348040 w 3645002"/>
              <a:gd name="connsiteY98" fmla="*/ 301030 h 2823021"/>
              <a:gd name="connsiteX99" fmla="*/ 1348040 w 3645002"/>
              <a:gd name="connsiteY99" fmla="*/ 300797 h 2823021"/>
              <a:gd name="connsiteX100" fmla="*/ 1433238 w 3645002"/>
              <a:gd name="connsiteY100" fmla="*/ 300797 h 2823021"/>
              <a:gd name="connsiteX101" fmla="*/ 1433238 w 3645002"/>
              <a:gd name="connsiteY101" fmla="*/ 2191992 h 2823021"/>
              <a:gd name="connsiteX102" fmla="*/ 1883953 w 3645002"/>
              <a:gd name="connsiteY102" fmla="*/ 2191992 h 2823021"/>
              <a:gd name="connsiteX103" fmla="*/ 1883953 w 3645002"/>
              <a:gd name="connsiteY103" fmla="*/ 1432758 h 2823021"/>
              <a:gd name="connsiteX104" fmla="*/ 1969151 w 3645002"/>
              <a:gd name="connsiteY104" fmla="*/ 1432758 h 2823021"/>
              <a:gd name="connsiteX105" fmla="*/ 1969151 w 3645002"/>
              <a:gd name="connsiteY105" fmla="*/ 2280940 h 2823021"/>
              <a:gd name="connsiteX106" fmla="*/ 1883953 w 3645002"/>
              <a:gd name="connsiteY106" fmla="*/ 2280940 h 2823021"/>
              <a:gd name="connsiteX107" fmla="*/ 1883953 w 3645002"/>
              <a:gd name="connsiteY107" fmla="*/ 2280939 h 2823021"/>
              <a:gd name="connsiteX108" fmla="*/ 1853878 w 3645002"/>
              <a:gd name="connsiteY108" fmla="*/ 2280939 h 2823021"/>
              <a:gd name="connsiteX109" fmla="*/ 1853878 w 3645002"/>
              <a:gd name="connsiteY109" fmla="*/ 2280940 h 2823021"/>
              <a:gd name="connsiteX110" fmla="*/ 1852009 w 3645002"/>
              <a:gd name="connsiteY110" fmla="*/ 2280939 h 2823021"/>
              <a:gd name="connsiteX111" fmla="*/ 1433238 w 3645002"/>
              <a:gd name="connsiteY111" fmla="*/ 2280939 h 2823021"/>
              <a:gd name="connsiteX112" fmla="*/ 1433238 w 3645002"/>
              <a:gd name="connsiteY112" fmla="*/ 2670623 h 2823021"/>
              <a:gd name="connsiteX113" fmla="*/ 2908599 w 3645002"/>
              <a:gd name="connsiteY113" fmla="*/ 2668085 h 2823021"/>
              <a:gd name="connsiteX114" fmla="*/ 3111506 w 3645002"/>
              <a:gd name="connsiteY114" fmla="*/ 2638225 h 2823021"/>
              <a:gd name="connsiteX115" fmla="*/ 3161633 w 3645002"/>
              <a:gd name="connsiteY115" fmla="*/ 2620322 h 2823021"/>
              <a:gd name="connsiteX116" fmla="*/ 3168794 w 3645002"/>
              <a:gd name="connsiteY116" fmla="*/ 2588097 h 2823021"/>
              <a:gd name="connsiteX117" fmla="*/ 3165214 w 3645002"/>
              <a:gd name="connsiteY117" fmla="*/ 2204983 h 2823021"/>
              <a:gd name="connsiteX118" fmla="*/ 3143730 w 3645002"/>
              <a:gd name="connsiteY118" fmla="*/ 2051021 h 2823021"/>
              <a:gd name="connsiteX119" fmla="*/ 3082862 w 3645002"/>
              <a:gd name="connsiteY119" fmla="*/ 1886317 h 2823021"/>
              <a:gd name="connsiteX120" fmla="*/ 2982607 w 3645002"/>
              <a:gd name="connsiteY120" fmla="*/ 1732355 h 2823021"/>
              <a:gd name="connsiteX121" fmla="*/ 2889514 w 3645002"/>
              <a:gd name="connsiteY121" fmla="*/ 1624940 h 2823021"/>
              <a:gd name="connsiteX122" fmla="*/ 2835806 w 3645002"/>
              <a:gd name="connsiteY122" fmla="*/ 1528266 h 2823021"/>
              <a:gd name="connsiteX123" fmla="*/ 2810743 w 3645002"/>
              <a:gd name="connsiteY123" fmla="*/ 1392206 h 2823021"/>
              <a:gd name="connsiteX124" fmla="*/ 2821484 w 3645002"/>
              <a:gd name="connsiteY124" fmla="*/ 1284791 h 2823021"/>
              <a:gd name="connsiteX125" fmla="*/ 2857289 w 3645002"/>
              <a:gd name="connsiteY125" fmla="*/ 1180956 h 2823021"/>
              <a:gd name="connsiteX126" fmla="*/ 2918158 w 3645002"/>
              <a:gd name="connsiteY126" fmla="*/ 1098605 h 2823021"/>
              <a:gd name="connsiteX127" fmla="*/ 3039896 w 3645002"/>
              <a:gd name="connsiteY127" fmla="*/ 951804 h 2823021"/>
              <a:gd name="connsiteX128" fmla="*/ 3104345 w 3645002"/>
              <a:gd name="connsiteY128" fmla="*/ 833647 h 2823021"/>
              <a:gd name="connsiteX129" fmla="*/ 3143730 w 3645002"/>
              <a:gd name="connsiteY129" fmla="*/ 701168 h 2823021"/>
              <a:gd name="connsiteX130" fmla="*/ 3168794 w 3645002"/>
              <a:gd name="connsiteY130" fmla="*/ 529303 h 2823021"/>
              <a:gd name="connsiteX131" fmla="*/ 3165214 w 3645002"/>
              <a:gd name="connsiteY131" fmla="*/ 156930 h 2823021"/>
              <a:gd name="connsiteX132" fmla="*/ 3140150 w 3645002"/>
              <a:gd name="connsiteY132" fmla="*/ 128286 h 2823021"/>
              <a:gd name="connsiteX133" fmla="*/ 2915804 w 3645002"/>
              <a:gd name="connsiteY133" fmla="*/ 0 h 2823021"/>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40150 w 3645002"/>
              <a:gd name="connsiteY34" fmla="*/ 126500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40150 w 3645002"/>
              <a:gd name="connsiteY132" fmla="*/ 126500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11575 w 3645002"/>
              <a:gd name="connsiteY34" fmla="*/ 86019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11575 w 3645002"/>
              <a:gd name="connsiteY132" fmla="*/ 86019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29442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0625 w 3645002"/>
              <a:gd name="connsiteY34" fmla="*/ 78876 h 2821235"/>
              <a:gd name="connsiteX35" fmla="*/ 3143729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0625 w 3645002"/>
              <a:gd name="connsiteY132" fmla="*/ 78876 h 2821235"/>
              <a:gd name="connsiteX0" fmla="*/ 1348040 w 3645002"/>
              <a:gd name="connsiteY0" fmla="*/ 435821 h 2868860"/>
              <a:gd name="connsiteX1" fmla="*/ 171998 w 3645002"/>
              <a:gd name="connsiteY1" fmla="*/ 436598 h 2868860"/>
              <a:gd name="connsiteX2" fmla="*/ 78848 w 3645002"/>
              <a:gd name="connsiteY2" fmla="*/ 526425 h 2868860"/>
              <a:gd name="connsiteX3" fmla="*/ 135740 w 3645002"/>
              <a:gd name="connsiteY3" fmla="*/ 609193 h 2868860"/>
              <a:gd name="connsiteX4" fmla="*/ 159526 w 3645002"/>
              <a:gd name="connsiteY4" fmla="*/ 613824 h 2868860"/>
              <a:gd name="connsiteX5" fmla="*/ 170386 w 3645002"/>
              <a:gd name="connsiteY5" fmla="*/ 614035 h 2868860"/>
              <a:gd name="connsiteX6" fmla="*/ 361575 w 3645002"/>
              <a:gd name="connsiteY6" fmla="*/ 616034 h 2868860"/>
              <a:gd name="connsiteX7" fmla="*/ 533573 w 3645002"/>
              <a:gd name="connsiteY7" fmla="*/ 795689 h 2868860"/>
              <a:gd name="connsiteX8" fmla="*/ 428524 w 3645002"/>
              <a:gd name="connsiteY8" fmla="*/ 961225 h 2868860"/>
              <a:gd name="connsiteX9" fmla="*/ 379980 w 3645002"/>
              <a:gd name="connsiteY9" fmla="*/ 971463 h 2868860"/>
              <a:gd name="connsiteX10" fmla="*/ 174063 w 3645002"/>
              <a:gd name="connsiteY10" fmla="*/ 977975 h 2868860"/>
              <a:gd name="connsiteX11" fmla="*/ 80913 w 3645002"/>
              <a:gd name="connsiteY11" fmla="*/ 1067802 h 2868860"/>
              <a:gd name="connsiteX12" fmla="*/ 137805 w 3645002"/>
              <a:gd name="connsiteY12" fmla="*/ 1150570 h 2868860"/>
              <a:gd name="connsiteX13" fmla="*/ 155329 w 3645002"/>
              <a:gd name="connsiteY13" fmla="*/ 1153983 h 2868860"/>
              <a:gd name="connsiteX14" fmla="*/ 168321 w 3645002"/>
              <a:gd name="connsiteY14" fmla="*/ 1154235 h 2868860"/>
              <a:gd name="connsiteX15" fmla="*/ 359510 w 3645002"/>
              <a:gd name="connsiteY15" fmla="*/ 1156234 h 2868860"/>
              <a:gd name="connsiteX16" fmla="*/ 531508 w 3645002"/>
              <a:gd name="connsiteY16" fmla="*/ 1335888 h 2868860"/>
              <a:gd name="connsiteX17" fmla="*/ 426459 w 3645002"/>
              <a:gd name="connsiteY17" fmla="*/ 1501425 h 2868860"/>
              <a:gd name="connsiteX18" fmla="*/ 377915 w 3645002"/>
              <a:gd name="connsiteY18" fmla="*/ 1511662 h 2868860"/>
              <a:gd name="connsiteX19" fmla="*/ 171998 w 3645002"/>
              <a:gd name="connsiteY19" fmla="*/ 1518175 h 2868860"/>
              <a:gd name="connsiteX20" fmla="*/ 78848 w 3645002"/>
              <a:gd name="connsiteY20" fmla="*/ 1608002 h 2868860"/>
              <a:gd name="connsiteX21" fmla="*/ 135740 w 3645002"/>
              <a:gd name="connsiteY21" fmla="*/ 1690770 h 2868860"/>
              <a:gd name="connsiteX22" fmla="*/ 159526 w 3645002"/>
              <a:gd name="connsiteY22" fmla="*/ 1695401 h 2868860"/>
              <a:gd name="connsiteX23" fmla="*/ 170386 w 3645002"/>
              <a:gd name="connsiteY23" fmla="*/ 1695612 h 2868860"/>
              <a:gd name="connsiteX24" fmla="*/ 361575 w 3645002"/>
              <a:gd name="connsiteY24" fmla="*/ 1697611 h 2868860"/>
              <a:gd name="connsiteX25" fmla="*/ 533573 w 3645002"/>
              <a:gd name="connsiteY25" fmla="*/ 1877266 h 2868860"/>
              <a:gd name="connsiteX26" fmla="*/ 428524 w 3645002"/>
              <a:gd name="connsiteY26" fmla="*/ 2042802 h 2868860"/>
              <a:gd name="connsiteX27" fmla="*/ 379980 w 3645002"/>
              <a:gd name="connsiteY27" fmla="*/ 2053039 h 2868860"/>
              <a:gd name="connsiteX28" fmla="*/ 174063 w 3645002"/>
              <a:gd name="connsiteY28" fmla="*/ 2059552 h 2868860"/>
              <a:gd name="connsiteX29" fmla="*/ 80913 w 3645002"/>
              <a:gd name="connsiteY29" fmla="*/ 2149379 h 2868860"/>
              <a:gd name="connsiteX30" fmla="*/ 174063 w 3645002"/>
              <a:gd name="connsiteY30" fmla="*/ 2239206 h 2868860"/>
              <a:gd name="connsiteX31" fmla="*/ 174063 w 3645002"/>
              <a:gd name="connsiteY31" fmla="*/ 2239483 h 2868860"/>
              <a:gd name="connsiteX32" fmla="*/ 1348040 w 3645002"/>
              <a:gd name="connsiteY32" fmla="*/ 2239483 h 2868860"/>
              <a:gd name="connsiteX33" fmla="*/ 1348040 w 3645002"/>
              <a:gd name="connsiteY33" fmla="*/ 435821 h 2868860"/>
              <a:gd name="connsiteX34" fmla="*/ 3130625 w 3645002"/>
              <a:gd name="connsiteY34" fmla="*/ 126501 h 2868860"/>
              <a:gd name="connsiteX35" fmla="*/ 3260410 w 3645002"/>
              <a:gd name="connsiteY35" fmla="*/ 0 h 2868860"/>
              <a:gd name="connsiteX36" fmla="*/ 3193858 w 3645002"/>
              <a:gd name="connsiteY36" fmla="*/ 70290 h 2868860"/>
              <a:gd name="connsiteX37" fmla="*/ 3258307 w 3645002"/>
              <a:gd name="connsiteY37" fmla="*/ 123997 h 2868860"/>
              <a:gd name="connsiteX38" fmla="*/ 3286951 w 3645002"/>
              <a:gd name="connsiteY38" fmla="*/ 202769 h 2868860"/>
              <a:gd name="connsiteX39" fmla="*/ 3283370 w 3645002"/>
              <a:gd name="connsiteY39" fmla="*/ 593045 h 2868860"/>
              <a:gd name="connsiteX40" fmla="*/ 3301273 w 3645002"/>
              <a:gd name="connsiteY40" fmla="*/ 707621 h 2868860"/>
              <a:gd name="connsiteX41" fmla="*/ 3344239 w 3645002"/>
              <a:gd name="connsiteY41" fmla="*/ 865164 h 2868860"/>
              <a:gd name="connsiteX42" fmla="*/ 3397947 w 3645002"/>
              <a:gd name="connsiteY42" fmla="*/ 972579 h 2868860"/>
              <a:gd name="connsiteX43" fmla="*/ 3469557 w 3645002"/>
              <a:gd name="connsiteY43" fmla="*/ 1076414 h 2868860"/>
              <a:gd name="connsiteX44" fmla="*/ 3566231 w 3645002"/>
              <a:gd name="connsiteY44" fmla="*/ 1187410 h 2868860"/>
              <a:gd name="connsiteX45" fmla="*/ 3619939 w 3645002"/>
              <a:gd name="connsiteY45" fmla="*/ 1291245 h 2868860"/>
              <a:gd name="connsiteX46" fmla="*/ 3645002 w 3645002"/>
              <a:gd name="connsiteY46" fmla="*/ 1412982 h 2868860"/>
              <a:gd name="connsiteX47" fmla="*/ 3630680 w 3645002"/>
              <a:gd name="connsiteY47" fmla="*/ 1531139 h 2868860"/>
              <a:gd name="connsiteX48" fmla="*/ 3576972 w 3645002"/>
              <a:gd name="connsiteY48" fmla="*/ 1649296 h 2868860"/>
              <a:gd name="connsiteX49" fmla="*/ 3458816 w 3645002"/>
              <a:gd name="connsiteY49" fmla="*/ 1788936 h 2868860"/>
              <a:gd name="connsiteX50" fmla="*/ 3387205 w 3645002"/>
              <a:gd name="connsiteY50" fmla="*/ 1892770 h 2868860"/>
              <a:gd name="connsiteX51" fmla="*/ 3333498 w 3645002"/>
              <a:gd name="connsiteY51" fmla="*/ 2014508 h 2868860"/>
              <a:gd name="connsiteX52" fmla="*/ 3301273 w 3645002"/>
              <a:gd name="connsiteY52" fmla="*/ 2139826 h 2868860"/>
              <a:gd name="connsiteX53" fmla="*/ 3286951 w 3645002"/>
              <a:gd name="connsiteY53" fmla="*/ 2275885 h 2868860"/>
              <a:gd name="connsiteX54" fmla="*/ 3283370 w 3645002"/>
              <a:gd name="connsiteY54" fmla="*/ 2666161 h 2868860"/>
              <a:gd name="connsiteX55" fmla="*/ 3261887 w 3645002"/>
              <a:gd name="connsiteY55" fmla="*/ 2719869 h 2868860"/>
              <a:gd name="connsiteX56" fmla="*/ 3218921 w 3645002"/>
              <a:gd name="connsiteY56" fmla="*/ 2769996 h 2868860"/>
              <a:gd name="connsiteX57" fmla="*/ 3140150 w 3645002"/>
              <a:gd name="connsiteY57" fmla="*/ 2798640 h 2868860"/>
              <a:gd name="connsiteX58" fmla="*/ 2716087 w 3645002"/>
              <a:gd name="connsiteY58" fmla="*/ 2803394 h 2868860"/>
              <a:gd name="connsiteX59" fmla="*/ 1348040 w 3645002"/>
              <a:gd name="connsiteY59" fmla="*/ 2804568 h 2868860"/>
              <a:gd name="connsiteX60" fmla="*/ 1348040 w 3645002"/>
              <a:gd name="connsiteY60" fmla="*/ 2780756 h 2868860"/>
              <a:gd name="connsiteX61" fmla="*/ 1348040 w 3645002"/>
              <a:gd name="connsiteY61" fmla="*/ 2716462 h 2868860"/>
              <a:gd name="connsiteX62" fmla="*/ 1348040 w 3645002"/>
              <a:gd name="connsiteY62" fmla="*/ 2326367 h 2868860"/>
              <a:gd name="connsiteX63" fmla="*/ 1028716 w 3645002"/>
              <a:gd name="connsiteY63" fmla="*/ 2326107 h 2868860"/>
              <a:gd name="connsiteX64" fmla="*/ 1028716 w 3645002"/>
              <a:gd name="connsiteY64" fmla="*/ 2868860 h 2868860"/>
              <a:gd name="connsiteX65" fmla="*/ 982997 w 3645002"/>
              <a:gd name="connsiteY65" fmla="*/ 2868860 h 2868860"/>
              <a:gd name="connsiteX66" fmla="*/ 982997 w 3645002"/>
              <a:gd name="connsiteY66" fmla="*/ 2326070 h 2868860"/>
              <a:gd name="connsiteX67" fmla="*/ 139399 w 3645002"/>
              <a:gd name="connsiteY67" fmla="*/ 2325383 h 2868860"/>
              <a:gd name="connsiteX68" fmla="*/ 2064 w 3645002"/>
              <a:gd name="connsiteY68" fmla="*/ 2149379 h 2868860"/>
              <a:gd name="connsiteX69" fmla="*/ 174063 w 3645002"/>
              <a:gd name="connsiteY69" fmla="*/ 1969724 h 2868860"/>
              <a:gd name="connsiteX70" fmla="*/ 341086 w 3645002"/>
              <a:gd name="connsiteY70" fmla="*/ 1968011 h 2868860"/>
              <a:gd name="connsiteX71" fmla="*/ 361575 w 3645002"/>
              <a:gd name="connsiteY71" fmla="*/ 1967769 h 2868860"/>
              <a:gd name="connsiteX72" fmla="*/ 361575 w 3645002"/>
              <a:gd name="connsiteY72" fmla="*/ 1967092 h 2868860"/>
              <a:gd name="connsiteX73" fmla="*/ 454725 w 3645002"/>
              <a:gd name="connsiteY73" fmla="*/ 1877266 h 2868860"/>
              <a:gd name="connsiteX74" fmla="*/ 361575 w 3645002"/>
              <a:gd name="connsiteY74" fmla="*/ 1787438 h 2868860"/>
              <a:gd name="connsiteX75" fmla="*/ 171998 w 3645002"/>
              <a:gd name="connsiteY75" fmla="*/ 1785853 h 2868860"/>
              <a:gd name="connsiteX76" fmla="*/ 105049 w 3645002"/>
              <a:gd name="connsiteY76" fmla="*/ 1773538 h 2868860"/>
              <a:gd name="connsiteX77" fmla="*/ 0 w 3645002"/>
              <a:gd name="connsiteY77" fmla="*/ 1608002 h 2868860"/>
              <a:gd name="connsiteX78" fmla="*/ 171998 w 3645002"/>
              <a:gd name="connsiteY78" fmla="*/ 1428347 h 2868860"/>
              <a:gd name="connsiteX79" fmla="*/ 339021 w 3645002"/>
              <a:gd name="connsiteY79" fmla="*/ 1426634 h 2868860"/>
              <a:gd name="connsiteX80" fmla="*/ 359510 w 3645002"/>
              <a:gd name="connsiteY80" fmla="*/ 1426392 h 2868860"/>
              <a:gd name="connsiteX81" fmla="*/ 359510 w 3645002"/>
              <a:gd name="connsiteY81" fmla="*/ 1425715 h 2868860"/>
              <a:gd name="connsiteX82" fmla="*/ 452660 w 3645002"/>
              <a:gd name="connsiteY82" fmla="*/ 1335888 h 2868860"/>
              <a:gd name="connsiteX83" fmla="*/ 359510 w 3645002"/>
              <a:gd name="connsiteY83" fmla="*/ 1246061 h 2868860"/>
              <a:gd name="connsiteX84" fmla="*/ 153593 w 3645002"/>
              <a:gd name="connsiteY84" fmla="*/ 1237386 h 2868860"/>
              <a:gd name="connsiteX85" fmla="*/ 107114 w 3645002"/>
              <a:gd name="connsiteY85" fmla="*/ 1233338 h 2868860"/>
              <a:gd name="connsiteX86" fmla="*/ 2064 w 3645002"/>
              <a:gd name="connsiteY86" fmla="*/ 1067802 h 2868860"/>
              <a:gd name="connsiteX87" fmla="*/ 174063 w 3645002"/>
              <a:gd name="connsiteY87" fmla="*/ 888148 h 2868860"/>
              <a:gd name="connsiteX88" fmla="*/ 341086 w 3645002"/>
              <a:gd name="connsiteY88" fmla="*/ 886434 h 2868860"/>
              <a:gd name="connsiteX89" fmla="*/ 361575 w 3645002"/>
              <a:gd name="connsiteY89" fmla="*/ 886192 h 2868860"/>
              <a:gd name="connsiteX90" fmla="*/ 361575 w 3645002"/>
              <a:gd name="connsiteY90" fmla="*/ 885516 h 2868860"/>
              <a:gd name="connsiteX91" fmla="*/ 454725 w 3645002"/>
              <a:gd name="connsiteY91" fmla="*/ 795689 h 2868860"/>
              <a:gd name="connsiteX92" fmla="*/ 361575 w 3645002"/>
              <a:gd name="connsiteY92" fmla="*/ 705861 h 2868860"/>
              <a:gd name="connsiteX93" fmla="*/ 171998 w 3645002"/>
              <a:gd name="connsiteY93" fmla="*/ 704277 h 2868860"/>
              <a:gd name="connsiteX94" fmla="*/ 105049 w 3645002"/>
              <a:gd name="connsiteY94" fmla="*/ 691961 h 2868860"/>
              <a:gd name="connsiteX95" fmla="*/ 0 w 3645002"/>
              <a:gd name="connsiteY95" fmla="*/ 526425 h 2868860"/>
              <a:gd name="connsiteX96" fmla="*/ 171998 w 3645002"/>
              <a:gd name="connsiteY96" fmla="*/ 346770 h 2868860"/>
              <a:gd name="connsiteX97" fmla="*/ 320144 w 3645002"/>
              <a:gd name="connsiteY97" fmla="*/ 347015 h 2868860"/>
              <a:gd name="connsiteX98" fmla="*/ 1348040 w 3645002"/>
              <a:gd name="connsiteY98" fmla="*/ 346869 h 2868860"/>
              <a:gd name="connsiteX99" fmla="*/ 1348040 w 3645002"/>
              <a:gd name="connsiteY99" fmla="*/ 346636 h 2868860"/>
              <a:gd name="connsiteX100" fmla="*/ 1433238 w 3645002"/>
              <a:gd name="connsiteY100" fmla="*/ 346636 h 2868860"/>
              <a:gd name="connsiteX101" fmla="*/ 1433238 w 3645002"/>
              <a:gd name="connsiteY101" fmla="*/ 2237831 h 2868860"/>
              <a:gd name="connsiteX102" fmla="*/ 1883953 w 3645002"/>
              <a:gd name="connsiteY102" fmla="*/ 2237831 h 2868860"/>
              <a:gd name="connsiteX103" fmla="*/ 1883953 w 3645002"/>
              <a:gd name="connsiteY103" fmla="*/ 1478597 h 2868860"/>
              <a:gd name="connsiteX104" fmla="*/ 1969151 w 3645002"/>
              <a:gd name="connsiteY104" fmla="*/ 1478597 h 2868860"/>
              <a:gd name="connsiteX105" fmla="*/ 1969151 w 3645002"/>
              <a:gd name="connsiteY105" fmla="*/ 2326779 h 2868860"/>
              <a:gd name="connsiteX106" fmla="*/ 1883953 w 3645002"/>
              <a:gd name="connsiteY106" fmla="*/ 2326779 h 2868860"/>
              <a:gd name="connsiteX107" fmla="*/ 1883953 w 3645002"/>
              <a:gd name="connsiteY107" fmla="*/ 2326778 h 2868860"/>
              <a:gd name="connsiteX108" fmla="*/ 1853878 w 3645002"/>
              <a:gd name="connsiteY108" fmla="*/ 2326778 h 2868860"/>
              <a:gd name="connsiteX109" fmla="*/ 1853878 w 3645002"/>
              <a:gd name="connsiteY109" fmla="*/ 2326779 h 2868860"/>
              <a:gd name="connsiteX110" fmla="*/ 1852009 w 3645002"/>
              <a:gd name="connsiteY110" fmla="*/ 2326778 h 2868860"/>
              <a:gd name="connsiteX111" fmla="*/ 1433238 w 3645002"/>
              <a:gd name="connsiteY111" fmla="*/ 2326778 h 2868860"/>
              <a:gd name="connsiteX112" fmla="*/ 1433238 w 3645002"/>
              <a:gd name="connsiteY112" fmla="*/ 2716462 h 2868860"/>
              <a:gd name="connsiteX113" fmla="*/ 2908599 w 3645002"/>
              <a:gd name="connsiteY113" fmla="*/ 2713924 h 2868860"/>
              <a:gd name="connsiteX114" fmla="*/ 3111506 w 3645002"/>
              <a:gd name="connsiteY114" fmla="*/ 2684064 h 2868860"/>
              <a:gd name="connsiteX115" fmla="*/ 3161633 w 3645002"/>
              <a:gd name="connsiteY115" fmla="*/ 2666161 h 2868860"/>
              <a:gd name="connsiteX116" fmla="*/ 3168794 w 3645002"/>
              <a:gd name="connsiteY116" fmla="*/ 2633936 h 2868860"/>
              <a:gd name="connsiteX117" fmla="*/ 3165214 w 3645002"/>
              <a:gd name="connsiteY117" fmla="*/ 2250822 h 2868860"/>
              <a:gd name="connsiteX118" fmla="*/ 3143730 w 3645002"/>
              <a:gd name="connsiteY118" fmla="*/ 2096860 h 2868860"/>
              <a:gd name="connsiteX119" fmla="*/ 3082862 w 3645002"/>
              <a:gd name="connsiteY119" fmla="*/ 1932156 h 2868860"/>
              <a:gd name="connsiteX120" fmla="*/ 2982607 w 3645002"/>
              <a:gd name="connsiteY120" fmla="*/ 1778194 h 2868860"/>
              <a:gd name="connsiteX121" fmla="*/ 2889514 w 3645002"/>
              <a:gd name="connsiteY121" fmla="*/ 1670779 h 2868860"/>
              <a:gd name="connsiteX122" fmla="*/ 2835806 w 3645002"/>
              <a:gd name="connsiteY122" fmla="*/ 1574105 h 2868860"/>
              <a:gd name="connsiteX123" fmla="*/ 2810743 w 3645002"/>
              <a:gd name="connsiteY123" fmla="*/ 1438045 h 2868860"/>
              <a:gd name="connsiteX124" fmla="*/ 2821484 w 3645002"/>
              <a:gd name="connsiteY124" fmla="*/ 1330630 h 2868860"/>
              <a:gd name="connsiteX125" fmla="*/ 2857289 w 3645002"/>
              <a:gd name="connsiteY125" fmla="*/ 1226795 h 2868860"/>
              <a:gd name="connsiteX126" fmla="*/ 2918158 w 3645002"/>
              <a:gd name="connsiteY126" fmla="*/ 1144444 h 2868860"/>
              <a:gd name="connsiteX127" fmla="*/ 3039896 w 3645002"/>
              <a:gd name="connsiteY127" fmla="*/ 997643 h 2868860"/>
              <a:gd name="connsiteX128" fmla="*/ 3104345 w 3645002"/>
              <a:gd name="connsiteY128" fmla="*/ 879486 h 2868860"/>
              <a:gd name="connsiteX129" fmla="*/ 3143730 w 3645002"/>
              <a:gd name="connsiteY129" fmla="*/ 747007 h 2868860"/>
              <a:gd name="connsiteX130" fmla="*/ 3168794 w 3645002"/>
              <a:gd name="connsiteY130" fmla="*/ 575142 h 2868860"/>
              <a:gd name="connsiteX131" fmla="*/ 3165214 w 3645002"/>
              <a:gd name="connsiteY131" fmla="*/ 202769 h 2868860"/>
              <a:gd name="connsiteX132" fmla="*/ 3130625 w 3645002"/>
              <a:gd name="connsiteY132" fmla="*/ 126501 h 2868860"/>
              <a:gd name="connsiteX0" fmla="*/ 1348040 w 3645002"/>
              <a:gd name="connsiteY0" fmla="*/ 542977 h 2976016"/>
              <a:gd name="connsiteX1" fmla="*/ 171998 w 3645002"/>
              <a:gd name="connsiteY1" fmla="*/ 543754 h 2976016"/>
              <a:gd name="connsiteX2" fmla="*/ 78848 w 3645002"/>
              <a:gd name="connsiteY2" fmla="*/ 633581 h 2976016"/>
              <a:gd name="connsiteX3" fmla="*/ 135740 w 3645002"/>
              <a:gd name="connsiteY3" fmla="*/ 716349 h 2976016"/>
              <a:gd name="connsiteX4" fmla="*/ 159526 w 3645002"/>
              <a:gd name="connsiteY4" fmla="*/ 720980 h 2976016"/>
              <a:gd name="connsiteX5" fmla="*/ 170386 w 3645002"/>
              <a:gd name="connsiteY5" fmla="*/ 721191 h 2976016"/>
              <a:gd name="connsiteX6" fmla="*/ 361575 w 3645002"/>
              <a:gd name="connsiteY6" fmla="*/ 723190 h 2976016"/>
              <a:gd name="connsiteX7" fmla="*/ 533573 w 3645002"/>
              <a:gd name="connsiteY7" fmla="*/ 902845 h 2976016"/>
              <a:gd name="connsiteX8" fmla="*/ 428524 w 3645002"/>
              <a:gd name="connsiteY8" fmla="*/ 1068381 h 2976016"/>
              <a:gd name="connsiteX9" fmla="*/ 379980 w 3645002"/>
              <a:gd name="connsiteY9" fmla="*/ 1078619 h 2976016"/>
              <a:gd name="connsiteX10" fmla="*/ 174063 w 3645002"/>
              <a:gd name="connsiteY10" fmla="*/ 1085131 h 2976016"/>
              <a:gd name="connsiteX11" fmla="*/ 80913 w 3645002"/>
              <a:gd name="connsiteY11" fmla="*/ 1174958 h 2976016"/>
              <a:gd name="connsiteX12" fmla="*/ 137805 w 3645002"/>
              <a:gd name="connsiteY12" fmla="*/ 1257726 h 2976016"/>
              <a:gd name="connsiteX13" fmla="*/ 155329 w 3645002"/>
              <a:gd name="connsiteY13" fmla="*/ 1261139 h 2976016"/>
              <a:gd name="connsiteX14" fmla="*/ 168321 w 3645002"/>
              <a:gd name="connsiteY14" fmla="*/ 1261391 h 2976016"/>
              <a:gd name="connsiteX15" fmla="*/ 359510 w 3645002"/>
              <a:gd name="connsiteY15" fmla="*/ 1263390 h 2976016"/>
              <a:gd name="connsiteX16" fmla="*/ 531508 w 3645002"/>
              <a:gd name="connsiteY16" fmla="*/ 1443044 h 2976016"/>
              <a:gd name="connsiteX17" fmla="*/ 426459 w 3645002"/>
              <a:gd name="connsiteY17" fmla="*/ 1608581 h 2976016"/>
              <a:gd name="connsiteX18" fmla="*/ 377915 w 3645002"/>
              <a:gd name="connsiteY18" fmla="*/ 1618818 h 2976016"/>
              <a:gd name="connsiteX19" fmla="*/ 171998 w 3645002"/>
              <a:gd name="connsiteY19" fmla="*/ 1625331 h 2976016"/>
              <a:gd name="connsiteX20" fmla="*/ 78848 w 3645002"/>
              <a:gd name="connsiteY20" fmla="*/ 1715158 h 2976016"/>
              <a:gd name="connsiteX21" fmla="*/ 135740 w 3645002"/>
              <a:gd name="connsiteY21" fmla="*/ 1797926 h 2976016"/>
              <a:gd name="connsiteX22" fmla="*/ 159526 w 3645002"/>
              <a:gd name="connsiteY22" fmla="*/ 1802557 h 2976016"/>
              <a:gd name="connsiteX23" fmla="*/ 170386 w 3645002"/>
              <a:gd name="connsiteY23" fmla="*/ 1802768 h 2976016"/>
              <a:gd name="connsiteX24" fmla="*/ 361575 w 3645002"/>
              <a:gd name="connsiteY24" fmla="*/ 1804767 h 2976016"/>
              <a:gd name="connsiteX25" fmla="*/ 533573 w 3645002"/>
              <a:gd name="connsiteY25" fmla="*/ 1984422 h 2976016"/>
              <a:gd name="connsiteX26" fmla="*/ 428524 w 3645002"/>
              <a:gd name="connsiteY26" fmla="*/ 2149958 h 2976016"/>
              <a:gd name="connsiteX27" fmla="*/ 379980 w 3645002"/>
              <a:gd name="connsiteY27" fmla="*/ 2160195 h 2976016"/>
              <a:gd name="connsiteX28" fmla="*/ 174063 w 3645002"/>
              <a:gd name="connsiteY28" fmla="*/ 2166708 h 2976016"/>
              <a:gd name="connsiteX29" fmla="*/ 80913 w 3645002"/>
              <a:gd name="connsiteY29" fmla="*/ 2256535 h 2976016"/>
              <a:gd name="connsiteX30" fmla="*/ 174063 w 3645002"/>
              <a:gd name="connsiteY30" fmla="*/ 2346362 h 2976016"/>
              <a:gd name="connsiteX31" fmla="*/ 174063 w 3645002"/>
              <a:gd name="connsiteY31" fmla="*/ 2346639 h 2976016"/>
              <a:gd name="connsiteX32" fmla="*/ 1348040 w 3645002"/>
              <a:gd name="connsiteY32" fmla="*/ 2346639 h 2976016"/>
              <a:gd name="connsiteX33" fmla="*/ 1348040 w 3645002"/>
              <a:gd name="connsiteY33" fmla="*/ 542977 h 2976016"/>
              <a:gd name="connsiteX34" fmla="*/ 3130625 w 3645002"/>
              <a:gd name="connsiteY34" fmla="*/ 233657 h 2976016"/>
              <a:gd name="connsiteX35" fmla="*/ 3198497 w 3645002"/>
              <a:gd name="connsiteY35" fmla="*/ 0 h 2976016"/>
              <a:gd name="connsiteX36" fmla="*/ 3193858 w 3645002"/>
              <a:gd name="connsiteY36" fmla="*/ 177446 h 2976016"/>
              <a:gd name="connsiteX37" fmla="*/ 3258307 w 3645002"/>
              <a:gd name="connsiteY37" fmla="*/ 231153 h 2976016"/>
              <a:gd name="connsiteX38" fmla="*/ 3286951 w 3645002"/>
              <a:gd name="connsiteY38" fmla="*/ 309925 h 2976016"/>
              <a:gd name="connsiteX39" fmla="*/ 3283370 w 3645002"/>
              <a:gd name="connsiteY39" fmla="*/ 700201 h 2976016"/>
              <a:gd name="connsiteX40" fmla="*/ 3301273 w 3645002"/>
              <a:gd name="connsiteY40" fmla="*/ 814777 h 2976016"/>
              <a:gd name="connsiteX41" fmla="*/ 3344239 w 3645002"/>
              <a:gd name="connsiteY41" fmla="*/ 972320 h 2976016"/>
              <a:gd name="connsiteX42" fmla="*/ 3397947 w 3645002"/>
              <a:gd name="connsiteY42" fmla="*/ 1079735 h 2976016"/>
              <a:gd name="connsiteX43" fmla="*/ 3469557 w 3645002"/>
              <a:gd name="connsiteY43" fmla="*/ 1183570 h 2976016"/>
              <a:gd name="connsiteX44" fmla="*/ 3566231 w 3645002"/>
              <a:gd name="connsiteY44" fmla="*/ 1294566 h 2976016"/>
              <a:gd name="connsiteX45" fmla="*/ 3619939 w 3645002"/>
              <a:gd name="connsiteY45" fmla="*/ 1398401 h 2976016"/>
              <a:gd name="connsiteX46" fmla="*/ 3645002 w 3645002"/>
              <a:gd name="connsiteY46" fmla="*/ 1520138 h 2976016"/>
              <a:gd name="connsiteX47" fmla="*/ 3630680 w 3645002"/>
              <a:gd name="connsiteY47" fmla="*/ 1638295 h 2976016"/>
              <a:gd name="connsiteX48" fmla="*/ 3576972 w 3645002"/>
              <a:gd name="connsiteY48" fmla="*/ 1756452 h 2976016"/>
              <a:gd name="connsiteX49" fmla="*/ 3458816 w 3645002"/>
              <a:gd name="connsiteY49" fmla="*/ 1896092 h 2976016"/>
              <a:gd name="connsiteX50" fmla="*/ 3387205 w 3645002"/>
              <a:gd name="connsiteY50" fmla="*/ 1999926 h 2976016"/>
              <a:gd name="connsiteX51" fmla="*/ 3333498 w 3645002"/>
              <a:gd name="connsiteY51" fmla="*/ 2121664 h 2976016"/>
              <a:gd name="connsiteX52" fmla="*/ 3301273 w 3645002"/>
              <a:gd name="connsiteY52" fmla="*/ 2246982 h 2976016"/>
              <a:gd name="connsiteX53" fmla="*/ 3286951 w 3645002"/>
              <a:gd name="connsiteY53" fmla="*/ 2383041 h 2976016"/>
              <a:gd name="connsiteX54" fmla="*/ 3283370 w 3645002"/>
              <a:gd name="connsiteY54" fmla="*/ 2773317 h 2976016"/>
              <a:gd name="connsiteX55" fmla="*/ 3261887 w 3645002"/>
              <a:gd name="connsiteY55" fmla="*/ 2827025 h 2976016"/>
              <a:gd name="connsiteX56" fmla="*/ 3218921 w 3645002"/>
              <a:gd name="connsiteY56" fmla="*/ 2877152 h 2976016"/>
              <a:gd name="connsiteX57" fmla="*/ 3140150 w 3645002"/>
              <a:gd name="connsiteY57" fmla="*/ 2905796 h 2976016"/>
              <a:gd name="connsiteX58" fmla="*/ 2716087 w 3645002"/>
              <a:gd name="connsiteY58" fmla="*/ 2910550 h 2976016"/>
              <a:gd name="connsiteX59" fmla="*/ 1348040 w 3645002"/>
              <a:gd name="connsiteY59" fmla="*/ 2911724 h 2976016"/>
              <a:gd name="connsiteX60" fmla="*/ 1348040 w 3645002"/>
              <a:gd name="connsiteY60" fmla="*/ 2887912 h 2976016"/>
              <a:gd name="connsiteX61" fmla="*/ 1348040 w 3645002"/>
              <a:gd name="connsiteY61" fmla="*/ 2823618 h 2976016"/>
              <a:gd name="connsiteX62" fmla="*/ 1348040 w 3645002"/>
              <a:gd name="connsiteY62" fmla="*/ 2433523 h 2976016"/>
              <a:gd name="connsiteX63" fmla="*/ 1028716 w 3645002"/>
              <a:gd name="connsiteY63" fmla="*/ 2433263 h 2976016"/>
              <a:gd name="connsiteX64" fmla="*/ 1028716 w 3645002"/>
              <a:gd name="connsiteY64" fmla="*/ 2976016 h 2976016"/>
              <a:gd name="connsiteX65" fmla="*/ 982997 w 3645002"/>
              <a:gd name="connsiteY65" fmla="*/ 2976016 h 2976016"/>
              <a:gd name="connsiteX66" fmla="*/ 982997 w 3645002"/>
              <a:gd name="connsiteY66" fmla="*/ 2433226 h 2976016"/>
              <a:gd name="connsiteX67" fmla="*/ 139399 w 3645002"/>
              <a:gd name="connsiteY67" fmla="*/ 2432539 h 2976016"/>
              <a:gd name="connsiteX68" fmla="*/ 2064 w 3645002"/>
              <a:gd name="connsiteY68" fmla="*/ 2256535 h 2976016"/>
              <a:gd name="connsiteX69" fmla="*/ 174063 w 3645002"/>
              <a:gd name="connsiteY69" fmla="*/ 2076880 h 2976016"/>
              <a:gd name="connsiteX70" fmla="*/ 341086 w 3645002"/>
              <a:gd name="connsiteY70" fmla="*/ 2075167 h 2976016"/>
              <a:gd name="connsiteX71" fmla="*/ 361575 w 3645002"/>
              <a:gd name="connsiteY71" fmla="*/ 2074925 h 2976016"/>
              <a:gd name="connsiteX72" fmla="*/ 361575 w 3645002"/>
              <a:gd name="connsiteY72" fmla="*/ 2074248 h 2976016"/>
              <a:gd name="connsiteX73" fmla="*/ 454725 w 3645002"/>
              <a:gd name="connsiteY73" fmla="*/ 1984422 h 2976016"/>
              <a:gd name="connsiteX74" fmla="*/ 361575 w 3645002"/>
              <a:gd name="connsiteY74" fmla="*/ 1894594 h 2976016"/>
              <a:gd name="connsiteX75" fmla="*/ 171998 w 3645002"/>
              <a:gd name="connsiteY75" fmla="*/ 1893009 h 2976016"/>
              <a:gd name="connsiteX76" fmla="*/ 105049 w 3645002"/>
              <a:gd name="connsiteY76" fmla="*/ 1880694 h 2976016"/>
              <a:gd name="connsiteX77" fmla="*/ 0 w 3645002"/>
              <a:gd name="connsiteY77" fmla="*/ 1715158 h 2976016"/>
              <a:gd name="connsiteX78" fmla="*/ 171998 w 3645002"/>
              <a:gd name="connsiteY78" fmla="*/ 1535503 h 2976016"/>
              <a:gd name="connsiteX79" fmla="*/ 339021 w 3645002"/>
              <a:gd name="connsiteY79" fmla="*/ 1533790 h 2976016"/>
              <a:gd name="connsiteX80" fmla="*/ 359510 w 3645002"/>
              <a:gd name="connsiteY80" fmla="*/ 1533548 h 2976016"/>
              <a:gd name="connsiteX81" fmla="*/ 359510 w 3645002"/>
              <a:gd name="connsiteY81" fmla="*/ 1532871 h 2976016"/>
              <a:gd name="connsiteX82" fmla="*/ 452660 w 3645002"/>
              <a:gd name="connsiteY82" fmla="*/ 1443044 h 2976016"/>
              <a:gd name="connsiteX83" fmla="*/ 359510 w 3645002"/>
              <a:gd name="connsiteY83" fmla="*/ 1353217 h 2976016"/>
              <a:gd name="connsiteX84" fmla="*/ 153593 w 3645002"/>
              <a:gd name="connsiteY84" fmla="*/ 1344542 h 2976016"/>
              <a:gd name="connsiteX85" fmla="*/ 107114 w 3645002"/>
              <a:gd name="connsiteY85" fmla="*/ 1340494 h 2976016"/>
              <a:gd name="connsiteX86" fmla="*/ 2064 w 3645002"/>
              <a:gd name="connsiteY86" fmla="*/ 1174958 h 2976016"/>
              <a:gd name="connsiteX87" fmla="*/ 174063 w 3645002"/>
              <a:gd name="connsiteY87" fmla="*/ 995304 h 2976016"/>
              <a:gd name="connsiteX88" fmla="*/ 341086 w 3645002"/>
              <a:gd name="connsiteY88" fmla="*/ 993590 h 2976016"/>
              <a:gd name="connsiteX89" fmla="*/ 361575 w 3645002"/>
              <a:gd name="connsiteY89" fmla="*/ 993348 h 2976016"/>
              <a:gd name="connsiteX90" fmla="*/ 361575 w 3645002"/>
              <a:gd name="connsiteY90" fmla="*/ 992672 h 2976016"/>
              <a:gd name="connsiteX91" fmla="*/ 454725 w 3645002"/>
              <a:gd name="connsiteY91" fmla="*/ 902845 h 2976016"/>
              <a:gd name="connsiteX92" fmla="*/ 361575 w 3645002"/>
              <a:gd name="connsiteY92" fmla="*/ 813017 h 2976016"/>
              <a:gd name="connsiteX93" fmla="*/ 171998 w 3645002"/>
              <a:gd name="connsiteY93" fmla="*/ 811433 h 2976016"/>
              <a:gd name="connsiteX94" fmla="*/ 105049 w 3645002"/>
              <a:gd name="connsiteY94" fmla="*/ 799117 h 2976016"/>
              <a:gd name="connsiteX95" fmla="*/ 0 w 3645002"/>
              <a:gd name="connsiteY95" fmla="*/ 633581 h 2976016"/>
              <a:gd name="connsiteX96" fmla="*/ 171998 w 3645002"/>
              <a:gd name="connsiteY96" fmla="*/ 453926 h 2976016"/>
              <a:gd name="connsiteX97" fmla="*/ 320144 w 3645002"/>
              <a:gd name="connsiteY97" fmla="*/ 454171 h 2976016"/>
              <a:gd name="connsiteX98" fmla="*/ 1348040 w 3645002"/>
              <a:gd name="connsiteY98" fmla="*/ 454025 h 2976016"/>
              <a:gd name="connsiteX99" fmla="*/ 1348040 w 3645002"/>
              <a:gd name="connsiteY99" fmla="*/ 453792 h 2976016"/>
              <a:gd name="connsiteX100" fmla="*/ 1433238 w 3645002"/>
              <a:gd name="connsiteY100" fmla="*/ 453792 h 2976016"/>
              <a:gd name="connsiteX101" fmla="*/ 1433238 w 3645002"/>
              <a:gd name="connsiteY101" fmla="*/ 2344987 h 2976016"/>
              <a:gd name="connsiteX102" fmla="*/ 1883953 w 3645002"/>
              <a:gd name="connsiteY102" fmla="*/ 2344987 h 2976016"/>
              <a:gd name="connsiteX103" fmla="*/ 1883953 w 3645002"/>
              <a:gd name="connsiteY103" fmla="*/ 1585753 h 2976016"/>
              <a:gd name="connsiteX104" fmla="*/ 1969151 w 3645002"/>
              <a:gd name="connsiteY104" fmla="*/ 1585753 h 2976016"/>
              <a:gd name="connsiteX105" fmla="*/ 1969151 w 3645002"/>
              <a:gd name="connsiteY105" fmla="*/ 2433935 h 2976016"/>
              <a:gd name="connsiteX106" fmla="*/ 1883953 w 3645002"/>
              <a:gd name="connsiteY106" fmla="*/ 2433935 h 2976016"/>
              <a:gd name="connsiteX107" fmla="*/ 1883953 w 3645002"/>
              <a:gd name="connsiteY107" fmla="*/ 2433934 h 2976016"/>
              <a:gd name="connsiteX108" fmla="*/ 1853878 w 3645002"/>
              <a:gd name="connsiteY108" fmla="*/ 2433934 h 2976016"/>
              <a:gd name="connsiteX109" fmla="*/ 1853878 w 3645002"/>
              <a:gd name="connsiteY109" fmla="*/ 2433935 h 2976016"/>
              <a:gd name="connsiteX110" fmla="*/ 1852009 w 3645002"/>
              <a:gd name="connsiteY110" fmla="*/ 2433934 h 2976016"/>
              <a:gd name="connsiteX111" fmla="*/ 1433238 w 3645002"/>
              <a:gd name="connsiteY111" fmla="*/ 2433934 h 2976016"/>
              <a:gd name="connsiteX112" fmla="*/ 1433238 w 3645002"/>
              <a:gd name="connsiteY112" fmla="*/ 2823618 h 2976016"/>
              <a:gd name="connsiteX113" fmla="*/ 2908599 w 3645002"/>
              <a:gd name="connsiteY113" fmla="*/ 2821080 h 2976016"/>
              <a:gd name="connsiteX114" fmla="*/ 3111506 w 3645002"/>
              <a:gd name="connsiteY114" fmla="*/ 2791220 h 2976016"/>
              <a:gd name="connsiteX115" fmla="*/ 3161633 w 3645002"/>
              <a:gd name="connsiteY115" fmla="*/ 2773317 h 2976016"/>
              <a:gd name="connsiteX116" fmla="*/ 3168794 w 3645002"/>
              <a:gd name="connsiteY116" fmla="*/ 2741092 h 2976016"/>
              <a:gd name="connsiteX117" fmla="*/ 3165214 w 3645002"/>
              <a:gd name="connsiteY117" fmla="*/ 2357978 h 2976016"/>
              <a:gd name="connsiteX118" fmla="*/ 3143730 w 3645002"/>
              <a:gd name="connsiteY118" fmla="*/ 2204016 h 2976016"/>
              <a:gd name="connsiteX119" fmla="*/ 3082862 w 3645002"/>
              <a:gd name="connsiteY119" fmla="*/ 2039312 h 2976016"/>
              <a:gd name="connsiteX120" fmla="*/ 2982607 w 3645002"/>
              <a:gd name="connsiteY120" fmla="*/ 1885350 h 2976016"/>
              <a:gd name="connsiteX121" fmla="*/ 2889514 w 3645002"/>
              <a:gd name="connsiteY121" fmla="*/ 1777935 h 2976016"/>
              <a:gd name="connsiteX122" fmla="*/ 2835806 w 3645002"/>
              <a:gd name="connsiteY122" fmla="*/ 1681261 h 2976016"/>
              <a:gd name="connsiteX123" fmla="*/ 2810743 w 3645002"/>
              <a:gd name="connsiteY123" fmla="*/ 1545201 h 2976016"/>
              <a:gd name="connsiteX124" fmla="*/ 2821484 w 3645002"/>
              <a:gd name="connsiteY124" fmla="*/ 1437786 h 2976016"/>
              <a:gd name="connsiteX125" fmla="*/ 2857289 w 3645002"/>
              <a:gd name="connsiteY125" fmla="*/ 1333951 h 2976016"/>
              <a:gd name="connsiteX126" fmla="*/ 2918158 w 3645002"/>
              <a:gd name="connsiteY126" fmla="*/ 1251600 h 2976016"/>
              <a:gd name="connsiteX127" fmla="*/ 3039896 w 3645002"/>
              <a:gd name="connsiteY127" fmla="*/ 1104799 h 2976016"/>
              <a:gd name="connsiteX128" fmla="*/ 3104345 w 3645002"/>
              <a:gd name="connsiteY128" fmla="*/ 986642 h 2976016"/>
              <a:gd name="connsiteX129" fmla="*/ 3143730 w 3645002"/>
              <a:gd name="connsiteY129" fmla="*/ 854163 h 2976016"/>
              <a:gd name="connsiteX130" fmla="*/ 3168794 w 3645002"/>
              <a:gd name="connsiteY130" fmla="*/ 682298 h 2976016"/>
              <a:gd name="connsiteX131" fmla="*/ 3165214 w 3645002"/>
              <a:gd name="connsiteY131" fmla="*/ 309925 h 2976016"/>
              <a:gd name="connsiteX132" fmla="*/ 3130625 w 3645002"/>
              <a:gd name="connsiteY132" fmla="*/ 233657 h 2976016"/>
              <a:gd name="connsiteX0" fmla="*/ 1348040 w 3645002"/>
              <a:gd name="connsiteY0" fmla="*/ 462015 h 2895054"/>
              <a:gd name="connsiteX1" fmla="*/ 171998 w 3645002"/>
              <a:gd name="connsiteY1" fmla="*/ 462792 h 2895054"/>
              <a:gd name="connsiteX2" fmla="*/ 78848 w 3645002"/>
              <a:gd name="connsiteY2" fmla="*/ 552619 h 2895054"/>
              <a:gd name="connsiteX3" fmla="*/ 135740 w 3645002"/>
              <a:gd name="connsiteY3" fmla="*/ 635387 h 2895054"/>
              <a:gd name="connsiteX4" fmla="*/ 159526 w 3645002"/>
              <a:gd name="connsiteY4" fmla="*/ 640018 h 2895054"/>
              <a:gd name="connsiteX5" fmla="*/ 170386 w 3645002"/>
              <a:gd name="connsiteY5" fmla="*/ 640229 h 2895054"/>
              <a:gd name="connsiteX6" fmla="*/ 361575 w 3645002"/>
              <a:gd name="connsiteY6" fmla="*/ 642228 h 2895054"/>
              <a:gd name="connsiteX7" fmla="*/ 533573 w 3645002"/>
              <a:gd name="connsiteY7" fmla="*/ 821883 h 2895054"/>
              <a:gd name="connsiteX8" fmla="*/ 428524 w 3645002"/>
              <a:gd name="connsiteY8" fmla="*/ 987419 h 2895054"/>
              <a:gd name="connsiteX9" fmla="*/ 379980 w 3645002"/>
              <a:gd name="connsiteY9" fmla="*/ 997657 h 2895054"/>
              <a:gd name="connsiteX10" fmla="*/ 174063 w 3645002"/>
              <a:gd name="connsiteY10" fmla="*/ 1004169 h 2895054"/>
              <a:gd name="connsiteX11" fmla="*/ 80913 w 3645002"/>
              <a:gd name="connsiteY11" fmla="*/ 1093996 h 2895054"/>
              <a:gd name="connsiteX12" fmla="*/ 137805 w 3645002"/>
              <a:gd name="connsiteY12" fmla="*/ 1176764 h 2895054"/>
              <a:gd name="connsiteX13" fmla="*/ 155329 w 3645002"/>
              <a:gd name="connsiteY13" fmla="*/ 1180177 h 2895054"/>
              <a:gd name="connsiteX14" fmla="*/ 168321 w 3645002"/>
              <a:gd name="connsiteY14" fmla="*/ 1180429 h 2895054"/>
              <a:gd name="connsiteX15" fmla="*/ 359510 w 3645002"/>
              <a:gd name="connsiteY15" fmla="*/ 1182428 h 2895054"/>
              <a:gd name="connsiteX16" fmla="*/ 531508 w 3645002"/>
              <a:gd name="connsiteY16" fmla="*/ 1362082 h 2895054"/>
              <a:gd name="connsiteX17" fmla="*/ 426459 w 3645002"/>
              <a:gd name="connsiteY17" fmla="*/ 1527619 h 2895054"/>
              <a:gd name="connsiteX18" fmla="*/ 377915 w 3645002"/>
              <a:gd name="connsiteY18" fmla="*/ 1537856 h 2895054"/>
              <a:gd name="connsiteX19" fmla="*/ 171998 w 3645002"/>
              <a:gd name="connsiteY19" fmla="*/ 1544369 h 2895054"/>
              <a:gd name="connsiteX20" fmla="*/ 78848 w 3645002"/>
              <a:gd name="connsiteY20" fmla="*/ 1634196 h 2895054"/>
              <a:gd name="connsiteX21" fmla="*/ 135740 w 3645002"/>
              <a:gd name="connsiteY21" fmla="*/ 1716964 h 2895054"/>
              <a:gd name="connsiteX22" fmla="*/ 159526 w 3645002"/>
              <a:gd name="connsiteY22" fmla="*/ 1721595 h 2895054"/>
              <a:gd name="connsiteX23" fmla="*/ 170386 w 3645002"/>
              <a:gd name="connsiteY23" fmla="*/ 1721806 h 2895054"/>
              <a:gd name="connsiteX24" fmla="*/ 361575 w 3645002"/>
              <a:gd name="connsiteY24" fmla="*/ 1723805 h 2895054"/>
              <a:gd name="connsiteX25" fmla="*/ 533573 w 3645002"/>
              <a:gd name="connsiteY25" fmla="*/ 1903460 h 2895054"/>
              <a:gd name="connsiteX26" fmla="*/ 428524 w 3645002"/>
              <a:gd name="connsiteY26" fmla="*/ 2068996 h 2895054"/>
              <a:gd name="connsiteX27" fmla="*/ 379980 w 3645002"/>
              <a:gd name="connsiteY27" fmla="*/ 2079233 h 2895054"/>
              <a:gd name="connsiteX28" fmla="*/ 174063 w 3645002"/>
              <a:gd name="connsiteY28" fmla="*/ 2085746 h 2895054"/>
              <a:gd name="connsiteX29" fmla="*/ 80913 w 3645002"/>
              <a:gd name="connsiteY29" fmla="*/ 2175573 h 2895054"/>
              <a:gd name="connsiteX30" fmla="*/ 174063 w 3645002"/>
              <a:gd name="connsiteY30" fmla="*/ 2265400 h 2895054"/>
              <a:gd name="connsiteX31" fmla="*/ 174063 w 3645002"/>
              <a:gd name="connsiteY31" fmla="*/ 2265677 h 2895054"/>
              <a:gd name="connsiteX32" fmla="*/ 1348040 w 3645002"/>
              <a:gd name="connsiteY32" fmla="*/ 2265677 h 2895054"/>
              <a:gd name="connsiteX33" fmla="*/ 1348040 w 3645002"/>
              <a:gd name="connsiteY33" fmla="*/ 462015 h 2895054"/>
              <a:gd name="connsiteX34" fmla="*/ 3130625 w 3645002"/>
              <a:gd name="connsiteY34" fmla="*/ 152695 h 2895054"/>
              <a:gd name="connsiteX35" fmla="*/ 3274697 w 3645002"/>
              <a:gd name="connsiteY35" fmla="*/ 0 h 2895054"/>
              <a:gd name="connsiteX36" fmla="*/ 3193858 w 3645002"/>
              <a:gd name="connsiteY36" fmla="*/ 96484 h 2895054"/>
              <a:gd name="connsiteX37" fmla="*/ 3258307 w 3645002"/>
              <a:gd name="connsiteY37" fmla="*/ 150191 h 2895054"/>
              <a:gd name="connsiteX38" fmla="*/ 3286951 w 3645002"/>
              <a:gd name="connsiteY38" fmla="*/ 228963 h 2895054"/>
              <a:gd name="connsiteX39" fmla="*/ 3283370 w 3645002"/>
              <a:gd name="connsiteY39" fmla="*/ 619239 h 2895054"/>
              <a:gd name="connsiteX40" fmla="*/ 3301273 w 3645002"/>
              <a:gd name="connsiteY40" fmla="*/ 733815 h 2895054"/>
              <a:gd name="connsiteX41" fmla="*/ 3344239 w 3645002"/>
              <a:gd name="connsiteY41" fmla="*/ 891358 h 2895054"/>
              <a:gd name="connsiteX42" fmla="*/ 3397947 w 3645002"/>
              <a:gd name="connsiteY42" fmla="*/ 998773 h 2895054"/>
              <a:gd name="connsiteX43" fmla="*/ 3469557 w 3645002"/>
              <a:gd name="connsiteY43" fmla="*/ 1102608 h 2895054"/>
              <a:gd name="connsiteX44" fmla="*/ 3566231 w 3645002"/>
              <a:gd name="connsiteY44" fmla="*/ 1213604 h 2895054"/>
              <a:gd name="connsiteX45" fmla="*/ 3619939 w 3645002"/>
              <a:gd name="connsiteY45" fmla="*/ 1317439 h 2895054"/>
              <a:gd name="connsiteX46" fmla="*/ 3645002 w 3645002"/>
              <a:gd name="connsiteY46" fmla="*/ 1439176 h 2895054"/>
              <a:gd name="connsiteX47" fmla="*/ 3630680 w 3645002"/>
              <a:gd name="connsiteY47" fmla="*/ 1557333 h 2895054"/>
              <a:gd name="connsiteX48" fmla="*/ 3576972 w 3645002"/>
              <a:gd name="connsiteY48" fmla="*/ 1675490 h 2895054"/>
              <a:gd name="connsiteX49" fmla="*/ 3458816 w 3645002"/>
              <a:gd name="connsiteY49" fmla="*/ 1815130 h 2895054"/>
              <a:gd name="connsiteX50" fmla="*/ 3387205 w 3645002"/>
              <a:gd name="connsiteY50" fmla="*/ 1918964 h 2895054"/>
              <a:gd name="connsiteX51" fmla="*/ 3333498 w 3645002"/>
              <a:gd name="connsiteY51" fmla="*/ 2040702 h 2895054"/>
              <a:gd name="connsiteX52" fmla="*/ 3301273 w 3645002"/>
              <a:gd name="connsiteY52" fmla="*/ 2166020 h 2895054"/>
              <a:gd name="connsiteX53" fmla="*/ 3286951 w 3645002"/>
              <a:gd name="connsiteY53" fmla="*/ 2302079 h 2895054"/>
              <a:gd name="connsiteX54" fmla="*/ 3283370 w 3645002"/>
              <a:gd name="connsiteY54" fmla="*/ 2692355 h 2895054"/>
              <a:gd name="connsiteX55" fmla="*/ 3261887 w 3645002"/>
              <a:gd name="connsiteY55" fmla="*/ 2746063 h 2895054"/>
              <a:gd name="connsiteX56" fmla="*/ 3218921 w 3645002"/>
              <a:gd name="connsiteY56" fmla="*/ 2796190 h 2895054"/>
              <a:gd name="connsiteX57" fmla="*/ 3140150 w 3645002"/>
              <a:gd name="connsiteY57" fmla="*/ 2824834 h 2895054"/>
              <a:gd name="connsiteX58" fmla="*/ 2716087 w 3645002"/>
              <a:gd name="connsiteY58" fmla="*/ 2829588 h 2895054"/>
              <a:gd name="connsiteX59" fmla="*/ 1348040 w 3645002"/>
              <a:gd name="connsiteY59" fmla="*/ 2830762 h 2895054"/>
              <a:gd name="connsiteX60" fmla="*/ 1348040 w 3645002"/>
              <a:gd name="connsiteY60" fmla="*/ 2806950 h 2895054"/>
              <a:gd name="connsiteX61" fmla="*/ 1348040 w 3645002"/>
              <a:gd name="connsiteY61" fmla="*/ 2742656 h 2895054"/>
              <a:gd name="connsiteX62" fmla="*/ 1348040 w 3645002"/>
              <a:gd name="connsiteY62" fmla="*/ 2352561 h 2895054"/>
              <a:gd name="connsiteX63" fmla="*/ 1028716 w 3645002"/>
              <a:gd name="connsiteY63" fmla="*/ 2352301 h 2895054"/>
              <a:gd name="connsiteX64" fmla="*/ 1028716 w 3645002"/>
              <a:gd name="connsiteY64" fmla="*/ 2895054 h 2895054"/>
              <a:gd name="connsiteX65" fmla="*/ 982997 w 3645002"/>
              <a:gd name="connsiteY65" fmla="*/ 2895054 h 2895054"/>
              <a:gd name="connsiteX66" fmla="*/ 982997 w 3645002"/>
              <a:gd name="connsiteY66" fmla="*/ 2352264 h 2895054"/>
              <a:gd name="connsiteX67" fmla="*/ 139399 w 3645002"/>
              <a:gd name="connsiteY67" fmla="*/ 2351577 h 2895054"/>
              <a:gd name="connsiteX68" fmla="*/ 2064 w 3645002"/>
              <a:gd name="connsiteY68" fmla="*/ 2175573 h 2895054"/>
              <a:gd name="connsiteX69" fmla="*/ 174063 w 3645002"/>
              <a:gd name="connsiteY69" fmla="*/ 1995918 h 2895054"/>
              <a:gd name="connsiteX70" fmla="*/ 341086 w 3645002"/>
              <a:gd name="connsiteY70" fmla="*/ 1994205 h 2895054"/>
              <a:gd name="connsiteX71" fmla="*/ 361575 w 3645002"/>
              <a:gd name="connsiteY71" fmla="*/ 1993963 h 2895054"/>
              <a:gd name="connsiteX72" fmla="*/ 361575 w 3645002"/>
              <a:gd name="connsiteY72" fmla="*/ 1993286 h 2895054"/>
              <a:gd name="connsiteX73" fmla="*/ 454725 w 3645002"/>
              <a:gd name="connsiteY73" fmla="*/ 1903460 h 2895054"/>
              <a:gd name="connsiteX74" fmla="*/ 361575 w 3645002"/>
              <a:gd name="connsiteY74" fmla="*/ 1813632 h 2895054"/>
              <a:gd name="connsiteX75" fmla="*/ 171998 w 3645002"/>
              <a:gd name="connsiteY75" fmla="*/ 1812047 h 2895054"/>
              <a:gd name="connsiteX76" fmla="*/ 105049 w 3645002"/>
              <a:gd name="connsiteY76" fmla="*/ 1799732 h 2895054"/>
              <a:gd name="connsiteX77" fmla="*/ 0 w 3645002"/>
              <a:gd name="connsiteY77" fmla="*/ 1634196 h 2895054"/>
              <a:gd name="connsiteX78" fmla="*/ 171998 w 3645002"/>
              <a:gd name="connsiteY78" fmla="*/ 1454541 h 2895054"/>
              <a:gd name="connsiteX79" fmla="*/ 339021 w 3645002"/>
              <a:gd name="connsiteY79" fmla="*/ 1452828 h 2895054"/>
              <a:gd name="connsiteX80" fmla="*/ 359510 w 3645002"/>
              <a:gd name="connsiteY80" fmla="*/ 1452586 h 2895054"/>
              <a:gd name="connsiteX81" fmla="*/ 359510 w 3645002"/>
              <a:gd name="connsiteY81" fmla="*/ 1451909 h 2895054"/>
              <a:gd name="connsiteX82" fmla="*/ 452660 w 3645002"/>
              <a:gd name="connsiteY82" fmla="*/ 1362082 h 2895054"/>
              <a:gd name="connsiteX83" fmla="*/ 359510 w 3645002"/>
              <a:gd name="connsiteY83" fmla="*/ 1272255 h 2895054"/>
              <a:gd name="connsiteX84" fmla="*/ 153593 w 3645002"/>
              <a:gd name="connsiteY84" fmla="*/ 1263580 h 2895054"/>
              <a:gd name="connsiteX85" fmla="*/ 107114 w 3645002"/>
              <a:gd name="connsiteY85" fmla="*/ 1259532 h 2895054"/>
              <a:gd name="connsiteX86" fmla="*/ 2064 w 3645002"/>
              <a:gd name="connsiteY86" fmla="*/ 1093996 h 2895054"/>
              <a:gd name="connsiteX87" fmla="*/ 174063 w 3645002"/>
              <a:gd name="connsiteY87" fmla="*/ 914342 h 2895054"/>
              <a:gd name="connsiteX88" fmla="*/ 341086 w 3645002"/>
              <a:gd name="connsiteY88" fmla="*/ 912628 h 2895054"/>
              <a:gd name="connsiteX89" fmla="*/ 361575 w 3645002"/>
              <a:gd name="connsiteY89" fmla="*/ 912386 h 2895054"/>
              <a:gd name="connsiteX90" fmla="*/ 361575 w 3645002"/>
              <a:gd name="connsiteY90" fmla="*/ 911710 h 2895054"/>
              <a:gd name="connsiteX91" fmla="*/ 454725 w 3645002"/>
              <a:gd name="connsiteY91" fmla="*/ 821883 h 2895054"/>
              <a:gd name="connsiteX92" fmla="*/ 361575 w 3645002"/>
              <a:gd name="connsiteY92" fmla="*/ 732055 h 2895054"/>
              <a:gd name="connsiteX93" fmla="*/ 171998 w 3645002"/>
              <a:gd name="connsiteY93" fmla="*/ 730471 h 2895054"/>
              <a:gd name="connsiteX94" fmla="*/ 105049 w 3645002"/>
              <a:gd name="connsiteY94" fmla="*/ 718155 h 2895054"/>
              <a:gd name="connsiteX95" fmla="*/ 0 w 3645002"/>
              <a:gd name="connsiteY95" fmla="*/ 552619 h 2895054"/>
              <a:gd name="connsiteX96" fmla="*/ 171998 w 3645002"/>
              <a:gd name="connsiteY96" fmla="*/ 372964 h 2895054"/>
              <a:gd name="connsiteX97" fmla="*/ 320144 w 3645002"/>
              <a:gd name="connsiteY97" fmla="*/ 373209 h 2895054"/>
              <a:gd name="connsiteX98" fmla="*/ 1348040 w 3645002"/>
              <a:gd name="connsiteY98" fmla="*/ 373063 h 2895054"/>
              <a:gd name="connsiteX99" fmla="*/ 1348040 w 3645002"/>
              <a:gd name="connsiteY99" fmla="*/ 372830 h 2895054"/>
              <a:gd name="connsiteX100" fmla="*/ 1433238 w 3645002"/>
              <a:gd name="connsiteY100" fmla="*/ 372830 h 2895054"/>
              <a:gd name="connsiteX101" fmla="*/ 1433238 w 3645002"/>
              <a:gd name="connsiteY101" fmla="*/ 2264025 h 2895054"/>
              <a:gd name="connsiteX102" fmla="*/ 1883953 w 3645002"/>
              <a:gd name="connsiteY102" fmla="*/ 2264025 h 2895054"/>
              <a:gd name="connsiteX103" fmla="*/ 1883953 w 3645002"/>
              <a:gd name="connsiteY103" fmla="*/ 1504791 h 2895054"/>
              <a:gd name="connsiteX104" fmla="*/ 1969151 w 3645002"/>
              <a:gd name="connsiteY104" fmla="*/ 1504791 h 2895054"/>
              <a:gd name="connsiteX105" fmla="*/ 1969151 w 3645002"/>
              <a:gd name="connsiteY105" fmla="*/ 2352973 h 2895054"/>
              <a:gd name="connsiteX106" fmla="*/ 1883953 w 3645002"/>
              <a:gd name="connsiteY106" fmla="*/ 2352973 h 2895054"/>
              <a:gd name="connsiteX107" fmla="*/ 1883953 w 3645002"/>
              <a:gd name="connsiteY107" fmla="*/ 2352972 h 2895054"/>
              <a:gd name="connsiteX108" fmla="*/ 1853878 w 3645002"/>
              <a:gd name="connsiteY108" fmla="*/ 2352972 h 2895054"/>
              <a:gd name="connsiteX109" fmla="*/ 1853878 w 3645002"/>
              <a:gd name="connsiteY109" fmla="*/ 2352973 h 2895054"/>
              <a:gd name="connsiteX110" fmla="*/ 1852009 w 3645002"/>
              <a:gd name="connsiteY110" fmla="*/ 2352972 h 2895054"/>
              <a:gd name="connsiteX111" fmla="*/ 1433238 w 3645002"/>
              <a:gd name="connsiteY111" fmla="*/ 2352972 h 2895054"/>
              <a:gd name="connsiteX112" fmla="*/ 1433238 w 3645002"/>
              <a:gd name="connsiteY112" fmla="*/ 2742656 h 2895054"/>
              <a:gd name="connsiteX113" fmla="*/ 2908599 w 3645002"/>
              <a:gd name="connsiteY113" fmla="*/ 2740118 h 2895054"/>
              <a:gd name="connsiteX114" fmla="*/ 3111506 w 3645002"/>
              <a:gd name="connsiteY114" fmla="*/ 2710258 h 2895054"/>
              <a:gd name="connsiteX115" fmla="*/ 3161633 w 3645002"/>
              <a:gd name="connsiteY115" fmla="*/ 2692355 h 2895054"/>
              <a:gd name="connsiteX116" fmla="*/ 3168794 w 3645002"/>
              <a:gd name="connsiteY116" fmla="*/ 2660130 h 2895054"/>
              <a:gd name="connsiteX117" fmla="*/ 3165214 w 3645002"/>
              <a:gd name="connsiteY117" fmla="*/ 2277016 h 2895054"/>
              <a:gd name="connsiteX118" fmla="*/ 3143730 w 3645002"/>
              <a:gd name="connsiteY118" fmla="*/ 2123054 h 2895054"/>
              <a:gd name="connsiteX119" fmla="*/ 3082862 w 3645002"/>
              <a:gd name="connsiteY119" fmla="*/ 1958350 h 2895054"/>
              <a:gd name="connsiteX120" fmla="*/ 2982607 w 3645002"/>
              <a:gd name="connsiteY120" fmla="*/ 1804388 h 2895054"/>
              <a:gd name="connsiteX121" fmla="*/ 2889514 w 3645002"/>
              <a:gd name="connsiteY121" fmla="*/ 1696973 h 2895054"/>
              <a:gd name="connsiteX122" fmla="*/ 2835806 w 3645002"/>
              <a:gd name="connsiteY122" fmla="*/ 1600299 h 2895054"/>
              <a:gd name="connsiteX123" fmla="*/ 2810743 w 3645002"/>
              <a:gd name="connsiteY123" fmla="*/ 1464239 h 2895054"/>
              <a:gd name="connsiteX124" fmla="*/ 2821484 w 3645002"/>
              <a:gd name="connsiteY124" fmla="*/ 1356824 h 2895054"/>
              <a:gd name="connsiteX125" fmla="*/ 2857289 w 3645002"/>
              <a:gd name="connsiteY125" fmla="*/ 1252989 h 2895054"/>
              <a:gd name="connsiteX126" fmla="*/ 2918158 w 3645002"/>
              <a:gd name="connsiteY126" fmla="*/ 1170638 h 2895054"/>
              <a:gd name="connsiteX127" fmla="*/ 3039896 w 3645002"/>
              <a:gd name="connsiteY127" fmla="*/ 1023837 h 2895054"/>
              <a:gd name="connsiteX128" fmla="*/ 3104345 w 3645002"/>
              <a:gd name="connsiteY128" fmla="*/ 905680 h 2895054"/>
              <a:gd name="connsiteX129" fmla="*/ 3143730 w 3645002"/>
              <a:gd name="connsiteY129" fmla="*/ 773201 h 2895054"/>
              <a:gd name="connsiteX130" fmla="*/ 3168794 w 3645002"/>
              <a:gd name="connsiteY130" fmla="*/ 601336 h 2895054"/>
              <a:gd name="connsiteX131" fmla="*/ 3165214 w 3645002"/>
              <a:gd name="connsiteY131" fmla="*/ 228963 h 2895054"/>
              <a:gd name="connsiteX132" fmla="*/ 3130625 w 3645002"/>
              <a:gd name="connsiteY132" fmla="*/ 152695 h 2895054"/>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0625 w 3645002"/>
              <a:gd name="connsiteY34" fmla="*/ 86020 h 2828379"/>
              <a:gd name="connsiteX35" fmla="*/ 3146109 w 3645002"/>
              <a:gd name="connsiteY35" fmla="*/ 0 h 2828379"/>
              <a:gd name="connsiteX36" fmla="*/ 3193858 w 3645002"/>
              <a:gd name="connsiteY36" fmla="*/ 29809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0625 w 3645002"/>
              <a:gd name="connsiteY132" fmla="*/ 86020 h 2828379"/>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0625 w 3645002"/>
              <a:gd name="connsiteY34" fmla="*/ 76495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0625 w 3645002"/>
              <a:gd name="connsiteY132" fmla="*/ 76495 h 2818854"/>
              <a:gd name="connsiteX0" fmla="*/ 1348040 w 3645002"/>
              <a:gd name="connsiteY0" fmla="*/ 385815 h 2818854"/>
              <a:gd name="connsiteX1" fmla="*/ 171998 w 3645002"/>
              <a:gd name="connsiteY1" fmla="*/ 386592 h 2818854"/>
              <a:gd name="connsiteX2" fmla="*/ 78848 w 3645002"/>
              <a:gd name="connsiteY2" fmla="*/ 476419 h 2818854"/>
              <a:gd name="connsiteX3" fmla="*/ 135740 w 3645002"/>
              <a:gd name="connsiteY3" fmla="*/ 559187 h 2818854"/>
              <a:gd name="connsiteX4" fmla="*/ 159526 w 3645002"/>
              <a:gd name="connsiteY4" fmla="*/ 563818 h 2818854"/>
              <a:gd name="connsiteX5" fmla="*/ 170386 w 3645002"/>
              <a:gd name="connsiteY5" fmla="*/ 564029 h 2818854"/>
              <a:gd name="connsiteX6" fmla="*/ 361575 w 3645002"/>
              <a:gd name="connsiteY6" fmla="*/ 566028 h 2818854"/>
              <a:gd name="connsiteX7" fmla="*/ 533573 w 3645002"/>
              <a:gd name="connsiteY7" fmla="*/ 745683 h 2818854"/>
              <a:gd name="connsiteX8" fmla="*/ 428524 w 3645002"/>
              <a:gd name="connsiteY8" fmla="*/ 911219 h 2818854"/>
              <a:gd name="connsiteX9" fmla="*/ 379980 w 3645002"/>
              <a:gd name="connsiteY9" fmla="*/ 921457 h 2818854"/>
              <a:gd name="connsiteX10" fmla="*/ 174063 w 3645002"/>
              <a:gd name="connsiteY10" fmla="*/ 927969 h 2818854"/>
              <a:gd name="connsiteX11" fmla="*/ 80913 w 3645002"/>
              <a:gd name="connsiteY11" fmla="*/ 1017796 h 2818854"/>
              <a:gd name="connsiteX12" fmla="*/ 137805 w 3645002"/>
              <a:gd name="connsiteY12" fmla="*/ 1100564 h 2818854"/>
              <a:gd name="connsiteX13" fmla="*/ 155329 w 3645002"/>
              <a:gd name="connsiteY13" fmla="*/ 1103977 h 2818854"/>
              <a:gd name="connsiteX14" fmla="*/ 168321 w 3645002"/>
              <a:gd name="connsiteY14" fmla="*/ 1104229 h 2818854"/>
              <a:gd name="connsiteX15" fmla="*/ 359510 w 3645002"/>
              <a:gd name="connsiteY15" fmla="*/ 1106228 h 2818854"/>
              <a:gd name="connsiteX16" fmla="*/ 531508 w 3645002"/>
              <a:gd name="connsiteY16" fmla="*/ 1285882 h 2818854"/>
              <a:gd name="connsiteX17" fmla="*/ 426459 w 3645002"/>
              <a:gd name="connsiteY17" fmla="*/ 1451419 h 2818854"/>
              <a:gd name="connsiteX18" fmla="*/ 377915 w 3645002"/>
              <a:gd name="connsiteY18" fmla="*/ 1461656 h 2818854"/>
              <a:gd name="connsiteX19" fmla="*/ 171998 w 3645002"/>
              <a:gd name="connsiteY19" fmla="*/ 1468169 h 2818854"/>
              <a:gd name="connsiteX20" fmla="*/ 78848 w 3645002"/>
              <a:gd name="connsiteY20" fmla="*/ 1557996 h 2818854"/>
              <a:gd name="connsiteX21" fmla="*/ 135740 w 3645002"/>
              <a:gd name="connsiteY21" fmla="*/ 1640764 h 2818854"/>
              <a:gd name="connsiteX22" fmla="*/ 159526 w 3645002"/>
              <a:gd name="connsiteY22" fmla="*/ 1645395 h 2818854"/>
              <a:gd name="connsiteX23" fmla="*/ 170386 w 3645002"/>
              <a:gd name="connsiteY23" fmla="*/ 1645606 h 2818854"/>
              <a:gd name="connsiteX24" fmla="*/ 361575 w 3645002"/>
              <a:gd name="connsiteY24" fmla="*/ 1647605 h 2818854"/>
              <a:gd name="connsiteX25" fmla="*/ 533573 w 3645002"/>
              <a:gd name="connsiteY25" fmla="*/ 1827260 h 2818854"/>
              <a:gd name="connsiteX26" fmla="*/ 428524 w 3645002"/>
              <a:gd name="connsiteY26" fmla="*/ 1992796 h 2818854"/>
              <a:gd name="connsiteX27" fmla="*/ 379980 w 3645002"/>
              <a:gd name="connsiteY27" fmla="*/ 2003033 h 2818854"/>
              <a:gd name="connsiteX28" fmla="*/ 174063 w 3645002"/>
              <a:gd name="connsiteY28" fmla="*/ 2009546 h 2818854"/>
              <a:gd name="connsiteX29" fmla="*/ 80913 w 3645002"/>
              <a:gd name="connsiteY29" fmla="*/ 2099373 h 2818854"/>
              <a:gd name="connsiteX30" fmla="*/ 174063 w 3645002"/>
              <a:gd name="connsiteY30" fmla="*/ 2189200 h 2818854"/>
              <a:gd name="connsiteX31" fmla="*/ 174063 w 3645002"/>
              <a:gd name="connsiteY31" fmla="*/ 2189477 h 2818854"/>
              <a:gd name="connsiteX32" fmla="*/ 1348040 w 3645002"/>
              <a:gd name="connsiteY32" fmla="*/ 2189477 h 2818854"/>
              <a:gd name="connsiteX33" fmla="*/ 1348040 w 3645002"/>
              <a:gd name="connsiteY33" fmla="*/ 385815 h 2818854"/>
              <a:gd name="connsiteX34" fmla="*/ 3137769 w 3645002"/>
              <a:gd name="connsiteY34" fmla="*/ 74114 h 2818854"/>
              <a:gd name="connsiteX35" fmla="*/ 3146109 w 3645002"/>
              <a:gd name="connsiteY35" fmla="*/ 0 h 2818854"/>
              <a:gd name="connsiteX36" fmla="*/ 3193858 w 3645002"/>
              <a:gd name="connsiteY36" fmla="*/ 20284 h 2818854"/>
              <a:gd name="connsiteX37" fmla="*/ 3258307 w 3645002"/>
              <a:gd name="connsiteY37" fmla="*/ 73991 h 2818854"/>
              <a:gd name="connsiteX38" fmla="*/ 3286951 w 3645002"/>
              <a:gd name="connsiteY38" fmla="*/ 152763 h 2818854"/>
              <a:gd name="connsiteX39" fmla="*/ 3283370 w 3645002"/>
              <a:gd name="connsiteY39" fmla="*/ 543039 h 2818854"/>
              <a:gd name="connsiteX40" fmla="*/ 3301273 w 3645002"/>
              <a:gd name="connsiteY40" fmla="*/ 657615 h 2818854"/>
              <a:gd name="connsiteX41" fmla="*/ 3344239 w 3645002"/>
              <a:gd name="connsiteY41" fmla="*/ 815158 h 2818854"/>
              <a:gd name="connsiteX42" fmla="*/ 3397947 w 3645002"/>
              <a:gd name="connsiteY42" fmla="*/ 922573 h 2818854"/>
              <a:gd name="connsiteX43" fmla="*/ 3469557 w 3645002"/>
              <a:gd name="connsiteY43" fmla="*/ 1026408 h 2818854"/>
              <a:gd name="connsiteX44" fmla="*/ 3566231 w 3645002"/>
              <a:gd name="connsiteY44" fmla="*/ 1137404 h 2818854"/>
              <a:gd name="connsiteX45" fmla="*/ 3619939 w 3645002"/>
              <a:gd name="connsiteY45" fmla="*/ 1241239 h 2818854"/>
              <a:gd name="connsiteX46" fmla="*/ 3645002 w 3645002"/>
              <a:gd name="connsiteY46" fmla="*/ 1362976 h 2818854"/>
              <a:gd name="connsiteX47" fmla="*/ 3630680 w 3645002"/>
              <a:gd name="connsiteY47" fmla="*/ 1481133 h 2818854"/>
              <a:gd name="connsiteX48" fmla="*/ 3576972 w 3645002"/>
              <a:gd name="connsiteY48" fmla="*/ 1599290 h 2818854"/>
              <a:gd name="connsiteX49" fmla="*/ 3458816 w 3645002"/>
              <a:gd name="connsiteY49" fmla="*/ 1738930 h 2818854"/>
              <a:gd name="connsiteX50" fmla="*/ 3387205 w 3645002"/>
              <a:gd name="connsiteY50" fmla="*/ 1842764 h 2818854"/>
              <a:gd name="connsiteX51" fmla="*/ 3333498 w 3645002"/>
              <a:gd name="connsiteY51" fmla="*/ 1964502 h 2818854"/>
              <a:gd name="connsiteX52" fmla="*/ 3301273 w 3645002"/>
              <a:gd name="connsiteY52" fmla="*/ 2089820 h 2818854"/>
              <a:gd name="connsiteX53" fmla="*/ 3286951 w 3645002"/>
              <a:gd name="connsiteY53" fmla="*/ 2225879 h 2818854"/>
              <a:gd name="connsiteX54" fmla="*/ 3283370 w 3645002"/>
              <a:gd name="connsiteY54" fmla="*/ 2616155 h 2818854"/>
              <a:gd name="connsiteX55" fmla="*/ 3261887 w 3645002"/>
              <a:gd name="connsiteY55" fmla="*/ 2669863 h 2818854"/>
              <a:gd name="connsiteX56" fmla="*/ 3218921 w 3645002"/>
              <a:gd name="connsiteY56" fmla="*/ 2719990 h 2818854"/>
              <a:gd name="connsiteX57" fmla="*/ 3140150 w 3645002"/>
              <a:gd name="connsiteY57" fmla="*/ 2748634 h 2818854"/>
              <a:gd name="connsiteX58" fmla="*/ 2716087 w 3645002"/>
              <a:gd name="connsiteY58" fmla="*/ 2753388 h 2818854"/>
              <a:gd name="connsiteX59" fmla="*/ 1348040 w 3645002"/>
              <a:gd name="connsiteY59" fmla="*/ 2754562 h 2818854"/>
              <a:gd name="connsiteX60" fmla="*/ 1348040 w 3645002"/>
              <a:gd name="connsiteY60" fmla="*/ 2730750 h 2818854"/>
              <a:gd name="connsiteX61" fmla="*/ 1348040 w 3645002"/>
              <a:gd name="connsiteY61" fmla="*/ 2666456 h 2818854"/>
              <a:gd name="connsiteX62" fmla="*/ 1348040 w 3645002"/>
              <a:gd name="connsiteY62" fmla="*/ 2276361 h 2818854"/>
              <a:gd name="connsiteX63" fmla="*/ 1028716 w 3645002"/>
              <a:gd name="connsiteY63" fmla="*/ 2276101 h 2818854"/>
              <a:gd name="connsiteX64" fmla="*/ 1028716 w 3645002"/>
              <a:gd name="connsiteY64" fmla="*/ 2818854 h 2818854"/>
              <a:gd name="connsiteX65" fmla="*/ 982997 w 3645002"/>
              <a:gd name="connsiteY65" fmla="*/ 2818854 h 2818854"/>
              <a:gd name="connsiteX66" fmla="*/ 982997 w 3645002"/>
              <a:gd name="connsiteY66" fmla="*/ 2276064 h 2818854"/>
              <a:gd name="connsiteX67" fmla="*/ 139399 w 3645002"/>
              <a:gd name="connsiteY67" fmla="*/ 2275377 h 2818854"/>
              <a:gd name="connsiteX68" fmla="*/ 2064 w 3645002"/>
              <a:gd name="connsiteY68" fmla="*/ 2099373 h 2818854"/>
              <a:gd name="connsiteX69" fmla="*/ 174063 w 3645002"/>
              <a:gd name="connsiteY69" fmla="*/ 1919718 h 2818854"/>
              <a:gd name="connsiteX70" fmla="*/ 341086 w 3645002"/>
              <a:gd name="connsiteY70" fmla="*/ 1918005 h 2818854"/>
              <a:gd name="connsiteX71" fmla="*/ 361575 w 3645002"/>
              <a:gd name="connsiteY71" fmla="*/ 1917763 h 2818854"/>
              <a:gd name="connsiteX72" fmla="*/ 361575 w 3645002"/>
              <a:gd name="connsiteY72" fmla="*/ 1917086 h 2818854"/>
              <a:gd name="connsiteX73" fmla="*/ 454725 w 3645002"/>
              <a:gd name="connsiteY73" fmla="*/ 1827260 h 2818854"/>
              <a:gd name="connsiteX74" fmla="*/ 361575 w 3645002"/>
              <a:gd name="connsiteY74" fmla="*/ 1737432 h 2818854"/>
              <a:gd name="connsiteX75" fmla="*/ 171998 w 3645002"/>
              <a:gd name="connsiteY75" fmla="*/ 1735847 h 2818854"/>
              <a:gd name="connsiteX76" fmla="*/ 105049 w 3645002"/>
              <a:gd name="connsiteY76" fmla="*/ 1723532 h 2818854"/>
              <a:gd name="connsiteX77" fmla="*/ 0 w 3645002"/>
              <a:gd name="connsiteY77" fmla="*/ 1557996 h 2818854"/>
              <a:gd name="connsiteX78" fmla="*/ 171998 w 3645002"/>
              <a:gd name="connsiteY78" fmla="*/ 1378341 h 2818854"/>
              <a:gd name="connsiteX79" fmla="*/ 339021 w 3645002"/>
              <a:gd name="connsiteY79" fmla="*/ 1376628 h 2818854"/>
              <a:gd name="connsiteX80" fmla="*/ 359510 w 3645002"/>
              <a:gd name="connsiteY80" fmla="*/ 1376386 h 2818854"/>
              <a:gd name="connsiteX81" fmla="*/ 359510 w 3645002"/>
              <a:gd name="connsiteY81" fmla="*/ 1375709 h 2818854"/>
              <a:gd name="connsiteX82" fmla="*/ 452660 w 3645002"/>
              <a:gd name="connsiteY82" fmla="*/ 1285882 h 2818854"/>
              <a:gd name="connsiteX83" fmla="*/ 359510 w 3645002"/>
              <a:gd name="connsiteY83" fmla="*/ 1196055 h 2818854"/>
              <a:gd name="connsiteX84" fmla="*/ 153593 w 3645002"/>
              <a:gd name="connsiteY84" fmla="*/ 1187380 h 2818854"/>
              <a:gd name="connsiteX85" fmla="*/ 107114 w 3645002"/>
              <a:gd name="connsiteY85" fmla="*/ 1183332 h 2818854"/>
              <a:gd name="connsiteX86" fmla="*/ 2064 w 3645002"/>
              <a:gd name="connsiteY86" fmla="*/ 1017796 h 2818854"/>
              <a:gd name="connsiteX87" fmla="*/ 174063 w 3645002"/>
              <a:gd name="connsiteY87" fmla="*/ 838142 h 2818854"/>
              <a:gd name="connsiteX88" fmla="*/ 341086 w 3645002"/>
              <a:gd name="connsiteY88" fmla="*/ 836428 h 2818854"/>
              <a:gd name="connsiteX89" fmla="*/ 361575 w 3645002"/>
              <a:gd name="connsiteY89" fmla="*/ 836186 h 2818854"/>
              <a:gd name="connsiteX90" fmla="*/ 361575 w 3645002"/>
              <a:gd name="connsiteY90" fmla="*/ 835510 h 2818854"/>
              <a:gd name="connsiteX91" fmla="*/ 454725 w 3645002"/>
              <a:gd name="connsiteY91" fmla="*/ 745683 h 2818854"/>
              <a:gd name="connsiteX92" fmla="*/ 361575 w 3645002"/>
              <a:gd name="connsiteY92" fmla="*/ 655855 h 2818854"/>
              <a:gd name="connsiteX93" fmla="*/ 171998 w 3645002"/>
              <a:gd name="connsiteY93" fmla="*/ 654271 h 2818854"/>
              <a:gd name="connsiteX94" fmla="*/ 105049 w 3645002"/>
              <a:gd name="connsiteY94" fmla="*/ 641955 h 2818854"/>
              <a:gd name="connsiteX95" fmla="*/ 0 w 3645002"/>
              <a:gd name="connsiteY95" fmla="*/ 476419 h 2818854"/>
              <a:gd name="connsiteX96" fmla="*/ 171998 w 3645002"/>
              <a:gd name="connsiteY96" fmla="*/ 296764 h 2818854"/>
              <a:gd name="connsiteX97" fmla="*/ 320144 w 3645002"/>
              <a:gd name="connsiteY97" fmla="*/ 297009 h 2818854"/>
              <a:gd name="connsiteX98" fmla="*/ 1348040 w 3645002"/>
              <a:gd name="connsiteY98" fmla="*/ 296863 h 2818854"/>
              <a:gd name="connsiteX99" fmla="*/ 1348040 w 3645002"/>
              <a:gd name="connsiteY99" fmla="*/ 296630 h 2818854"/>
              <a:gd name="connsiteX100" fmla="*/ 1433238 w 3645002"/>
              <a:gd name="connsiteY100" fmla="*/ 296630 h 2818854"/>
              <a:gd name="connsiteX101" fmla="*/ 1433238 w 3645002"/>
              <a:gd name="connsiteY101" fmla="*/ 2187825 h 2818854"/>
              <a:gd name="connsiteX102" fmla="*/ 1883953 w 3645002"/>
              <a:gd name="connsiteY102" fmla="*/ 2187825 h 2818854"/>
              <a:gd name="connsiteX103" fmla="*/ 1883953 w 3645002"/>
              <a:gd name="connsiteY103" fmla="*/ 1428591 h 2818854"/>
              <a:gd name="connsiteX104" fmla="*/ 1969151 w 3645002"/>
              <a:gd name="connsiteY104" fmla="*/ 1428591 h 2818854"/>
              <a:gd name="connsiteX105" fmla="*/ 1969151 w 3645002"/>
              <a:gd name="connsiteY105" fmla="*/ 2276773 h 2818854"/>
              <a:gd name="connsiteX106" fmla="*/ 1883953 w 3645002"/>
              <a:gd name="connsiteY106" fmla="*/ 2276773 h 2818854"/>
              <a:gd name="connsiteX107" fmla="*/ 1883953 w 3645002"/>
              <a:gd name="connsiteY107" fmla="*/ 2276772 h 2818854"/>
              <a:gd name="connsiteX108" fmla="*/ 1853878 w 3645002"/>
              <a:gd name="connsiteY108" fmla="*/ 2276772 h 2818854"/>
              <a:gd name="connsiteX109" fmla="*/ 1853878 w 3645002"/>
              <a:gd name="connsiteY109" fmla="*/ 2276773 h 2818854"/>
              <a:gd name="connsiteX110" fmla="*/ 1852009 w 3645002"/>
              <a:gd name="connsiteY110" fmla="*/ 2276772 h 2818854"/>
              <a:gd name="connsiteX111" fmla="*/ 1433238 w 3645002"/>
              <a:gd name="connsiteY111" fmla="*/ 2276772 h 2818854"/>
              <a:gd name="connsiteX112" fmla="*/ 1433238 w 3645002"/>
              <a:gd name="connsiteY112" fmla="*/ 2666456 h 2818854"/>
              <a:gd name="connsiteX113" fmla="*/ 2908599 w 3645002"/>
              <a:gd name="connsiteY113" fmla="*/ 2663918 h 2818854"/>
              <a:gd name="connsiteX114" fmla="*/ 3111506 w 3645002"/>
              <a:gd name="connsiteY114" fmla="*/ 2634058 h 2818854"/>
              <a:gd name="connsiteX115" fmla="*/ 3161633 w 3645002"/>
              <a:gd name="connsiteY115" fmla="*/ 2616155 h 2818854"/>
              <a:gd name="connsiteX116" fmla="*/ 3168794 w 3645002"/>
              <a:gd name="connsiteY116" fmla="*/ 2583930 h 2818854"/>
              <a:gd name="connsiteX117" fmla="*/ 3165214 w 3645002"/>
              <a:gd name="connsiteY117" fmla="*/ 2200816 h 2818854"/>
              <a:gd name="connsiteX118" fmla="*/ 3143730 w 3645002"/>
              <a:gd name="connsiteY118" fmla="*/ 2046854 h 2818854"/>
              <a:gd name="connsiteX119" fmla="*/ 3082862 w 3645002"/>
              <a:gd name="connsiteY119" fmla="*/ 1882150 h 2818854"/>
              <a:gd name="connsiteX120" fmla="*/ 2982607 w 3645002"/>
              <a:gd name="connsiteY120" fmla="*/ 1728188 h 2818854"/>
              <a:gd name="connsiteX121" fmla="*/ 2889514 w 3645002"/>
              <a:gd name="connsiteY121" fmla="*/ 1620773 h 2818854"/>
              <a:gd name="connsiteX122" fmla="*/ 2835806 w 3645002"/>
              <a:gd name="connsiteY122" fmla="*/ 1524099 h 2818854"/>
              <a:gd name="connsiteX123" fmla="*/ 2810743 w 3645002"/>
              <a:gd name="connsiteY123" fmla="*/ 1388039 h 2818854"/>
              <a:gd name="connsiteX124" fmla="*/ 2821484 w 3645002"/>
              <a:gd name="connsiteY124" fmla="*/ 1280624 h 2818854"/>
              <a:gd name="connsiteX125" fmla="*/ 2857289 w 3645002"/>
              <a:gd name="connsiteY125" fmla="*/ 1176789 h 2818854"/>
              <a:gd name="connsiteX126" fmla="*/ 2918158 w 3645002"/>
              <a:gd name="connsiteY126" fmla="*/ 1094438 h 2818854"/>
              <a:gd name="connsiteX127" fmla="*/ 3039896 w 3645002"/>
              <a:gd name="connsiteY127" fmla="*/ 947637 h 2818854"/>
              <a:gd name="connsiteX128" fmla="*/ 3104345 w 3645002"/>
              <a:gd name="connsiteY128" fmla="*/ 829480 h 2818854"/>
              <a:gd name="connsiteX129" fmla="*/ 3143730 w 3645002"/>
              <a:gd name="connsiteY129" fmla="*/ 697001 h 2818854"/>
              <a:gd name="connsiteX130" fmla="*/ 3168794 w 3645002"/>
              <a:gd name="connsiteY130" fmla="*/ 525136 h 2818854"/>
              <a:gd name="connsiteX131" fmla="*/ 3165214 w 3645002"/>
              <a:gd name="connsiteY131" fmla="*/ 152763 h 2818854"/>
              <a:gd name="connsiteX132" fmla="*/ 3137769 w 3645002"/>
              <a:gd name="connsiteY132" fmla="*/ 74114 h 2818854"/>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8965 w 3645002"/>
              <a:gd name="connsiteY35" fmla="*/ 0 h 2821235"/>
              <a:gd name="connsiteX36" fmla="*/ 3193858 w 3645002"/>
              <a:gd name="connsiteY36" fmla="*/ 22665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78671 h 2811710"/>
              <a:gd name="connsiteX1" fmla="*/ 171998 w 3645002"/>
              <a:gd name="connsiteY1" fmla="*/ 379448 h 2811710"/>
              <a:gd name="connsiteX2" fmla="*/ 78848 w 3645002"/>
              <a:gd name="connsiteY2" fmla="*/ 469275 h 2811710"/>
              <a:gd name="connsiteX3" fmla="*/ 135740 w 3645002"/>
              <a:gd name="connsiteY3" fmla="*/ 552043 h 2811710"/>
              <a:gd name="connsiteX4" fmla="*/ 159526 w 3645002"/>
              <a:gd name="connsiteY4" fmla="*/ 556674 h 2811710"/>
              <a:gd name="connsiteX5" fmla="*/ 170386 w 3645002"/>
              <a:gd name="connsiteY5" fmla="*/ 556885 h 2811710"/>
              <a:gd name="connsiteX6" fmla="*/ 361575 w 3645002"/>
              <a:gd name="connsiteY6" fmla="*/ 558884 h 2811710"/>
              <a:gd name="connsiteX7" fmla="*/ 533573 w 3645002"/>
              <a:gd name="connsiteY7" fmla="*/ 738539 h 2811710"/>
              <a:gd name="connsiteX8" fmla="*/ 428524 w 3645002"/>
              <a:gd name="connsiteY8" fmla="*/ 904075 h 2811710"/>
              <a:gd name="connsiteX9" fmla="*/ 379980 w 3645002"/>
              <a:gd name="connsiteY9" fmla="*/ 914313 h 2811710"/>
              <a:gd name="connsiteX10" fmla="*/ 174063 w 3645002"/>
              <a:gd name="connsiteY10" fmla="*/ 920825 h 2811710"/>
              <a:gd name="connsiteX11" fmla="*/ 80913 w 3645002"/>
              <a:gd name="connsiteY11" fmla="*/ 1010652 h 2811710"/>
              <a:gd name="connsiteX12" fmla="*/ 137805 w 3645002"/>
              <a:gd name="connsiteY12" fmla="*/ 1093420 h 2811710"/>
              <a:gd name="connsiteX13" fmla="*/ 155329 w 3645002"/>
              <a:gd name="connsiteY13" fmla="*/ 1096833 h 2811710"/>
              <a:gd name="connsiteX14" fmla="*/ 168321 w 3645002"/>
              <a:gd name="connsiteY14" fmla="*/ 1097085 h 2811710"/>
              <a:gd name="connsiteX15" fmla="*/ 359510 w 3645002"/>
              <a:gd name="connsiteY15" fmla="*/ 1099084 h 2811710"/>
              <a:gd name="connsiteX16" fmla="*/ 531508 w 3645002"/>
              <a:gd name="connsiteY16" fmla="*/ 1278738 h 2811710"/>
              <a:gd name="connsiteX17" fmla="*/ 426459 w 3645002"/>
              <a:gd name="connsiteY17" fmla="*/ 1444275 h 2811710"/>
              <a:gd name="connsiteX18" fmla="*/ 377915 w 3645002"/>
              <a:gd name="connsiteY18" fmla="*/ 1454512 h 2811710"/>
              <a:gd name="connsiteX19" fmla="*/ 171998 w 3645002"/>
              <a:gd name="connsiteY19" fmla="*/ 1461025 h 2811710"/>
              <a:gd name="connsiteX20" fmla="*/ 78848 w 3645002"/>
              <a:gd name="connsiteY20" fmla="*/ 1550852 h 2811710"/>
              <a:gd name="connsiteX21" fmla="*/ 135740 w 3645002"/>
              <a:gd name="connsiteY21" fmla="*/ 1633620 h 2811710"/>
              <a:gd name="connsiteX22" fmla="*/ 159526 w 3645002"/>
              <a:gd name="connsiteY22" fmla="*/ 1638251 h 2811710"/>
              <a:gd name="connsiteX23" fmla="*/ 170386 w 3645002"/>
              <a:gd name="connsiteY23" fmla="*/ 1638462 h 2811710"/>
              <a:gd name="connsiteX24" fmla="*/ 361575 w 3645002"/>
              <a:gd name="connsiteY24" fmla="*/ 1640461 h 2811710"/>
              <a:gd name="connsiteX25" fmla="*/ 533573 w 3645002"/>
              <a:gd name="connsiteY25" fmla="*/ 1820116 h 2811710"/>
              <a:gd name="connsiteX26" fmla="*/ 428524 w 3645002"/>
              <a:gd name="connsiteY26" fmla="*/ 1985652 h 2811710"/>
              <a:gd name="connsiteX27" fmla="*/ 379980 w 3645002"/>
              <a:gd name="connsiteY27" fmla="*/ 1995889 h 2811710"/>
              <a:gd name="connsiteX28" fmla="*/ 174063 w 3645002"/>
              <a:gd name="connsiteY28" fmla="*/ 2002402 h 2811710"/>
              <a:gd name="connsiteX29" fmla="*/ 80913 w 3645002"/>
              <a:gd name="connsiteY29" fmla="*/ 2092229 h 2811710"/>
              <a:gd name="connsiteX30" fmla="*/ 174063 w 3645002"/>
              <a:gd name="connsiteY30" fmla="*/ 2182056 h 2811710"/>
              <a:gd name="connsiteX31" fmla="*/ 174063 w 3645002"/>
              <a:gd name="connsiteY31" fmla="*/ 2182333 h 2811710"/>
              <a:gd name="connsiteX32" fmla="*/ 1348040 w 3645002"/>
              <a:gd name="connsiteY32" fmla="*/ 2182333 h 2811710"/>
              <a:gd name="connsiteX33" fmla="*/ 1348040 w 3645002"/>
              <a:gd name="connsiteY33" fmla="*/ 378671 h 2811710"/>
              <a:gd name="connsiteX34" fmla="*/ 3137769 w 3645002"/>
              <a:gd name="connsiteY34" fmla="*/ 66970 h 2811710"/>
              <a:gd name="connsiteX35" fmla="*/ 3138965 w 3645002"/>
              <a:gd name="connsiteY35" fmla="*/ 0 h 2811710"/>
              <a:gd name="connsiteX36" fmla="*/ 3193858 w 3645002"/>
              <a:gd name="connsiteY36" fmla="*/ 13140 h 2811710"/>
              <a:gd name="connsiteX37" fmla="*/ 3258307 w 3645002"/>
              <a:gd name="connsiteY37" fmla="*/ 66847 h 2811710"/>
              <a:gd name="connsiteX38" fmla="*/ 3286951 w 3645002"/>
              <a:gd name="connsiteY38" fmla="*/ 145619 h 2811710"/>
              <a:gd name="connsiteX39" fmla="*/ 3283370 w 3645002"/>
              <a:gd name="connsiteY39" fmla="*/ 535895 h 2811710"/>
              <a:gd name="connsiteX40" fmla="*/ 3301273 w 3645002"/>
              <a:gd name="connsiteY40" fmla="*/ 650471 h 2811710"/>
              <a:gd name="connsiteX41" fmla="*/ 3344239 w 3645002"/>
              <a:gd name="connsiteY41" fmla="*/ 808014 h 2811710"/>
              <a:gd name="connsiteX42" fmla="*/ 3397947 w 3645002"/>
              <a:gd name="connsiteY42" fmla="*/ 915429 h 2811710"/>
              <a:gd name="connsiteX43" fmla="*/ 3469557 w 3645002"/>
              <a:gd name="connsiteY43" fmla="*/ 1019264 h 2811710"/>
              <a:gd name="connsiteX44" fmla="*/ 3566231 w 3645002"/>
              <a:gd name="connsiteY44" fmla="*/ 1130260 h 2811710"/>
              <a:gd name="connsiteX45" fmla="*/ 3619939 w 3645002"/>
              <a:gd name="connsiteY45" fmla="*/ 1234095 h 2811710"/>
              <a:gd name="connsiteX46" fmla="*/ 3645002 w 3645002"/>
              <a:gd name="connsiteY46" fmla="*/ 1355832 h 2811710"/>
              <a:gd name="connsiteX47" fmla="*/ 3630680 w 3645002"/>
              <a:gd name="connsiteY47" fmla="*/ 1473989 h 2811710"/>
              <a:gd name="connsiteX48" fmla="*/ 3576972 w 3645002"/>
              <a:gd name="connsiteY48" fmla="*/ 1592146 h 2811710"/>
              <a:gd name="connsiteX49" fmla="*/ 3458816 w 3645002"/>
              <a:gd name="connsiteY49" fmla="*/ 1731786 h 2811710"/>
              <a:gd name="connsiteX50" fmla="*/ 3387205 w 3645002"/>
              <a:gd name="connsiteY50" fmla="*/ 1835620 h 2811710"/>
              <a:gd name="connsiteX51" fmla="*/ 3333498 w 3645002"/>
              <a:gd name="connsiteY51" fmla="*/ 1957358 h 2811710"/>
              <a:gd name="connsiteX52" fmla="*/ 3301273 w 3645002"/>
              <a:gd name="connsiteY52" fmla="*/ 2082676 h 2811710"/>
              <a:gd name="connsiteX53" fmla="*/ 3286951 w 3645002"/>
              <a:gd name="connsiteY53" fmla="*/ 2218735 h 2811710"/>
              <a:gd name="connsiteX54" fmla="*/ 3283370 w 3645002"/>
              <a:gd name="connsiteY54" fmla="*/ 2609011 h 2811710"/>
              <a:gd name="connsiteX55" fmla="*/ 3261887 w 3645002"/>
              <a:gd name="connsiteY55" fmla="*/ 2662719 h 2811710"/>
              <a:gd name="connsiteX56" fmla="*/ 3218921 w 3645002"/>
              <a:gd name="connsiteY56" fmla="*/ 2712846 h 2811710"/>
              <a:gd name="connsiteX57" fmla="*/ 3140150 w 3645002"/>
              <a:gd name="connsiteY57" fmla="*/ 2741490 h 2811710"/>
              <a:gd name="connsiteX58" fmla="*/ 2716087 w 3645002"/>
              <a:gd name="connsiteY58" fmla="*/ 2746244 h 2811710"/>
              <a:gd name="connsiteX59" fmla="*/ 1348040 w 3645002"/>
              <a:gd name="connsiteY59" fmla="*/ 2747418 h 2811710"/>
              <a:gd name="connsiteX60" fmla="*/ 1348040 w 3645002"/>
              <a:gd name="connsiteY60" fmla="*/ 2723606 h 2811710"/>
              <a:gd name="connsiteX61" fmla="*/ 1348040 w 3645002"/>
              <a:gd name="connsiteY61" fmla="*/ 2659312 h 2811710"/>
              <a:gd name="connsiteX62" fmla="*/ 1348040 w 3645002"/>
              <a:gd name="connsiteY62" fmla="*/ 2269217 h 2811710"/>
              <a:gd name="connsiteX63" fmla="*/ 1028716 w 3645002"/>
              <a:gd name="connsiteY63" fmla="*/ 2268957 h 2811710"/>
              <a:gd name="connsiteX64" fmla="*/ 1028716 w 3645002"/>
              <a:gd name="connsiteY64" fmla="*/ 2811710 h 2811710"/>
              <a:gd name="connsiteX65" fmla="*/ 982997 w 3645002"/>
              <a:gd name="connsiteY65" fmla="*/ 2811710 h 2811710"/>
              <a:gd name="connsiteX66" fmla="*/ 982997 w 3645002"/>
              <a:gd name="connsiteY66" fmla="*/ 2268920 h 2811710"/>
              <a:gd name="connsiteX67" fmla="*/ 139399 w 3645002"/>
              <a:gd name="connsiteY67" fmla="*/ 2268233 h 2811710"/>
              <a:gd name="connsiteX68" fmla="*/ 2064 w 3645002"/>
              <a:gd name="connsiteY68" fmla="*/ 2092229 h 2811710"/>
              <a:gd name="connsiteX69" fmla="*/ 174063 w 3645002"/>
              <a:gd name="connsiteY69" fmla="*/ 1912574 h 2811710"/>
              <a:gd name="connsiteX70" fmla="*/ 341086 w 3645002"/>
              <a:gd name="connsiteY70" fmla="*/ 1910861 h 2811710"/>
              <a:gd name="connsiteX71" fmla="*/ 361575 w 3645002"/>
              <a:gd name="connsiteY71" fmla="*/ 1910619 h 2811710"/>
              <a:gd name="connsiteX72" fmla="*/ 361575 w 3645002"/>
              <a:gd name="connsiteY72" fmla="*/ 1909942 h 2811710"/>
              <a:gd name="connsiteX73" fmla="*/ 454725 w 3645002"/>
              <a:gd name="connsiteY73" fmla="*/ 1820116 h 2811710"/>
              <a:gd name="connsiteX74" fmla="*/ 361575 w 3645002"/>
              <a:gd name="connsiteY74" fmla="*/ 1730288 h 2811710"/>
              <a:gd name="connsiteX75" fmla="*/ 171998 w 3645002"/>
              <a:gd name="connsiteY75" fmla="*/ 1728703 h 2811710"/>
              <a:gd name="connsiteX76" fmla="*/ 105049 w 3645002"/>
              <a:gd name="connsiteY76" fmla="*/ 1716388 h 2811710"/>
              <a:gd name="connsiteX77" fmla="*/ 0 w 3645002"/>
              <a:gd name="connsiteY77" fmla="*/ 1550852 h 2811710"/>
              <a:gd name="connsiteX78" fmla="*/ 171998 w 3645002"/>
              <a:gd name="connsiteY78" fmla="*/ 1371197 h 2811710"/>
              <a:gd name="connsiteX79" fmla="*/ 339021 w 3645002"/>
              <a:gd name="connsiteY79" fmla="*/ 1369484 h 2811710"/>
              <a:gd name="connsiteX80" fmla="*/ 359510 w 3645002"/>
              <a:gd name="connsiteY80" fmla="*/ 1369242 h 2811710"/>
              <a:gd name="connsiteX81" fmla="*/ 359510 w 3645002"/>
              <a:gd name="connsiteY81" fmla="*/ 1368565 h 2811710"/>
              <a:gd name="connsiteX82" fmla="*/ 452660 w 3645002"/>
              <a:gd name="connsiteY82" fmla="*/ 1278738 h 2811710"/>
              <a:gd name="connsiteX83" fmla="*/ 359510 w 3645002"/>
              <a:gd name="connsiteY83" fmla="*/ 1188911 h 2811710"/>
              <a:gd name="connsiteX84" fmla="*/ 153593 w 3645002"/>
              <a:gd name="connsiteY84" fmla="*/ 1180236 h 2811710"/>
              <a:gd name="connsiteX85" fmla="*/ 107114 w 3645002"/>
              <a:gd name="connsiteY85" fmla="*/ 1176188 h 2811710"/>
              <a:gd name="connsiteX86" fmla="*/ 2064 w 3645002"/>
              <a:gd name="connsiteY86" fmla="*/ 1010652 h 2811710"/>
              <a:gd name="connsiteX87" fmla="*/ 174063 w 3645002"/>
              <a:gd name="connsiteY87" fmla="*/ 830998 h 2811710"/>
              <a:gd name="connsiteX88" fmla="*/ 341086 w 3645002"/>
              <a:gd name="connsiteY88" fmla="*/ 829284 h 2811710"/>
              <a:gd name="connsiteX89" fmla="*/ 361575 w 3645002"/>
              <a:gd name="connsiteY89" fmla="*/ 829042 h 2811710"/>
              <a:gd name="connsiteX90" fmla="*/ 361575 w 3645002"/>
              <a:gd name="connsiteY90" fmla="*/ 828366 h 2811710"/>
              <a:gd name="connsiteX91" fmla="*/ 454725 w 3645002"/>
              <a:gd name="connsiteY91" fmla="*/ 738539 h 2811710"/>
              <a:gd name="connsiteX92" fmla="*/ 361575 w 3645002"/>
              <a:gd name="connsiteY92" fmla="*/ 648711 h 2811710"/>
              <a:gd name="connsiteX93" fmla="*/ 171998 w 3645002"/>
              <a:gd name="connsiteY93" fmla="*/ 647127 h 2811710"/>
              <a:gd name="connsiteX94" fmla="*/ 105049 w 3645002"/>
              <a:gd name="connsiteY94" fmla="*/ 634811 h 2811710"/>
              <a:gd name="connsiteX95" fmla="*/ 0 w 3645002"/>
              <a:gd name="connsiteY95" fmla="*/ 469275 h 2811710"/>
              <a:gd name="connsiteX96" fmla="*/ 171998 w 3645002"/>
              <a:gd name="connsiteY96" fmla="*/ 289620 h 2811710"/>
              <a:gd name="connsiteX97" fmla="*/ 320144 w 3645002"/>
              <a:gd name="connsiteY97" fmla="*/ 289865 h 2811710"/>
              <a:gd name="connsiteX98" fmla="*/ 1348040 w 3645002"/>
              <a:gd name="connsiteY98" fmla="*/ 289719 h 2811710"/>
              <a:gd name="connsiteX99" fmla="*/ 1348040 w 3645002"/>
              <a:gd name="connsiteY99" fmla="*/ 289486 h 2811710"/>
              <a:gd name="connsiteX100" fmla="*/ 1433238 w 3645002"/>
              <a:gd name="connsiteY100" fmla="*/ 289486 h 2811710"/>
              <a:gd name="connsiteX101" fmla="*/ 1433238 w 3645002"/>
              <a:gd name="connsiteY101" fmla="*/ 2180681 h 2811710"/>
              <a:gd name="connsiteX102" fmla="*/ 1883953 w 3645002"/>
              <a:gd name="connsiteY102" fmla="*/ 2180681 h 2811710"/>
              <a:gd name="connsiteX103" fmla="*/ 1883953 w 3645002"/>
              <a:gd name="connsiteY103" fmla="*/ 1421447 h 2811710"/>
              <a:gd name="connsiteX104" fmla="*/ 1969151 w 3645002"/>
              <a:gd name="connsiteY104" fmla="*/ 1421447 h 2811710"/>
              <a:gd name="connsiteX105" fmla="*/ 1969151 w 3645002"/>
              <a:gd name="connsiteY105" fmla="*/ 2269629 h 2811710"/>
              <a:gd name="connsiteX106" fmla="*/ 1883953 w 3645002"/>
              <a:gd name="connsiteY106" fmla="*/ 2269629 h 2811710"/>
              <a:gd name="connsiteX107" fmla="*/ 1883953 w 3645002"/>
              <a:gd name="connsiteY107" fmla="*/ 2269628 h 2811710"/>
              <a:gd name="connsiteX108" fmla="*/ 1853878 w 3645002"/>
              <a:gd name="connsiteY108" fmla="*/ 2269628 h 2811710"/>
              <a:gd name="connsiteX109" fmla="*/ 1853878 w 3645002"/>
              <a:gd name="connsiteY109" fmla="*/ 2269629 h 2811710"/>
              <a:gd name="connsiteX110" fmla="*/ 1852009 w 3645002"/>
              <a:gd name="connsiteY110" fmla="*/ 2269628 h 2811710"/>
              <a:gd name="connsiteX111" fmla="*/ 1433238 w 3645002"/>
              <a:gd name="connsiteY111" fmla="*/ 2269628 h 2811710"/>
              <a:gd name="connsiteX112" fmla="*/ 1433238 w 3645002"/>
              <a:gd name="connsiteY112" fmla="*/ 2659312 h 2811710"/>
              <a:gd name="connsiteX113" fmla="*/ 2908599 w 3645002"/>
              <a:gd name="connsiteY113" fmla="*/ 2656774 h 2811710"/>
              <a:gd name="connsiteX114" fmla="*/ 3111506 w 3645002"/>
              <a:gd name="connsiteY114" fmla="*/ 2626914 h 2811710"/>
              <a:gd name="connsiteX115" fmla="*/ 3161633 w 3645002"/>
              <a:gd name="connsiteY115" fmla="*/ 2609011 h 2811710"/>
              <a:gd name="connsiteX116" fmla="*/ 3168794 w 3645002"/>
              <a:gd name="connsiteY116" fmla="*/ 2576786 h 2811710"/>
              <a:gd name="connsiteX117" fmla="*/ 3165214 w 3645002"/>
              <a:gd name="connsiteY117" fmla="*/ 2193672 h 2811710"/>
              <a:gd name="connsiteX118" fmla="*/ 3143730 w 3645002"/>
              <a:gd name="connsiteY118" fmla="*/ 2039710 h 2811710"/>
              <a:gd name="connsiteX119" fmla="*/ 3082862 w 3645002"/>
              <a:gd name="connsiteY119" fmla="*/ 1875006 h 2811710"/>
              <a:gd name="connsiteX120" fmla="*/ 2982607 w 3645002"/>
              <a:gd name="connsiteY120" fmla="*/ 1721044 h 2811710"/>
              <a:gd name="connsiteX121" fmla="*/ 2889514 w 3645002"/>
              <a:gd name="connsiteY121" fmla="*/ 1613629 h 2811710"/>
              <a:gd name="connsiteX122" fmla="*/ 2835806 w 3645002"/>
              <a:gd name="connsiteY122" fmla="*/ 1516955 h 2811710"/>
              <a:gd name="connsiteX123" fmla="*/ 2810743 w 3645002"/>
              <a:gd name="connsiteY123" fmla="*/ 1380895 h 2811710"/>
              <a:gd name="connsiteX124" fmla="*/ 2821484 w 3645002"/>
              <a:gd name="connsiteY124" fmla="*/ 1273480 h 2811710"/>
              <a:gd name="connsiteX125" fmla="*/ 2857289 w 3645002"/>
              <a:gd name="connsiteY125" fmla="*/ 1169645 h 2811710"/>
              <a:gd name="connsiteX126" fmla="*/ 2918158 w 3645002"/>
              <a:gd name="connsiteY126" fmla="*/ 1087294 h 2811710"/>
              <a:gd name="connsiteX127" fmla="*/ 3039896 w 3645002"/>
              <a:gd name="connsiteY127" fmla="*/ 940493 h 2811710"/>
              <a:gd name="connsiteX128" fmla="*/ 3104345 w 3645002"/>
              <a:gd name="connsiteY128" fmla="*/ 822336 h 2811710"/>
              <a:gd name="connsiteX129" fmla="*/ 3143730 w 3645002"/>
              <a:gd name="connsiteY129" fmla="*/ 689857 h 2811710"/>
              <a:gd name="connsiteX130" fmla="*/ 3168794 w 3645002"/>
              <a:gd name="connsiteY130" fmla="*/ 517992 h 2811710"/>
              <a:gd name="connsiteX131" fmla="*/ 3165214 w 3645002"/>
              <a:gd name="connsiteY131" fmla="*/ 145619 h 2811710"/>
              <a:gd name="connsiteX132" fmla="*/ 3137769 w 3645002"/>
              <a:gd name="connsiteY132" fmla="*/ 66970 h 2811710"/>
              <a:gd name="connsiteX0" fmla="*/ 1348040 w 3645002"/>
              <a:gd name="connsiteY0" fmla="*/ 390577 h 2823616"/>
              <a:gd name="connsiteX1" fmla="*/ 171998 w 3645002"/>
              <a:gd name="connsiteY1" fmla="*/ 391354 h 2823616"/>
              <a:gd name="connsiteX2" fmla="*/ 78848 w 3645002"/>
              <a:gd name="connsiteY2" fmla="*/ 481181 h 2823616"/>
              <a:gd name="connsiteX3" fmla="*/ 135740 w 3645002"/>
              <a:gd name="connsiteY3" fmla="*/ 563949 h 2823616"/>
              <a:gd name="connsiteX4" fmla="*/ 159526 w 3645002"/>
              <a:gd name="connsiteY4" fmla="*/ 568580 h 2823616"/>
              <a:gd name="connsiteX5" fmla="*/ 170386 w 3645002"/>
              <a:gd name="connsiteY5" fmla="*/ 568791 h 2823616"/>
              <a:gd name="connsiteX6" fmla="*/ 361575 w 3645002"/>
              <a:gd name="connsiteY6" fmla="*/ 570790 h 2823616"/>
              <a:gd name="connsiteX7" fmla="*/ 533573 w 3645002"/>
              <a:gd name="connsiteY7" fmla="*/ 750445 h 2823616"/>
              <a:gd name="connsiteX8" fmla="*/ 428524 w 3645002"/>
              <a:gd name="connsiteY8" fmla="*/ 915981 h 2823616"/>
              <a:gd name="connsiteX9" fmla="*/ 379980 w 3645002"/>
              <a:gd name="connsiteY9" fmla="*/ 926219 h 2823616"/>
              <a:gd name="connsiteX10" fmla="*/ 174063 w 3645002"/>
              <a:gd name="connsiteY10" fmla="*/ 932731 h 2823616"/>
              <a:gd name="connsiteX11" fmla="*/ 80913 w 3645002"/>
              <a:gd name="connsiteY11" fmla="*/ 1022558 h 2823616"/>
              <a:gd name="connsiteX12" fmla="*/ 137805 w 3645002"/>
              <a:gd name="connsiteY12" fmla="*/ 1105326 h 2823616"/>
              <a:gd name="connsiteX13" fmla="*/ 155329 w 3645002"/>
              <a:gd name="connsiteY13" fmla="*/ 1108739 h 2823616"/>
              <a:gd name="connsiteX14" fmla="*/ 168321 w 3645002"/>
              <a:gd name="connsiteY14" fmla="*/ 1108991 h 2823616"/>
              <a:gd name="connsiteX15" fmla="*/ 359510 w 3645002"/>
              <a:gd name="connsiteY15" fmla="*/ 1110990 h 2823616"/>
              <a:gd name="connsiteX16" fmla="*/ 531508 w 3645002"/>
              <a:gd name="connsiteY16" fmla="*/ 1290644 h 2823616"/>
              <a:gd name="connsiteX17" fmla="*/ 426459 w 3645002"/>
              <a:gd name="connsiteY17" fmla="*/ 1456181 h 2823616"/>
              <a:gd name="connsiteX18" fmla="*/ 377915 w 3645002"/>
              <a:gd name="connsiteY18" fmla="*/ 1466418 h 2823616"/>
              <a:gd name="connsiteX19" fmla="*/ 171998 w 3645002"/>
              <a:gd name="connsiteY19" fmla="*/ 1472931 h 2823616"/>
              <a:gd name="connsiteX20" fmla="*/ 78848 w 3645002"/>
              <a:gd name="connsiteY20" fmla="*/ 1562758 h 2823616"/>
              <a:gd name="connsiteX21" fmla="*/ 135740 w 3645002"/>
              <a:gd name="connsiteY21" fmla="*/ 1645526 h 2823616"/>
              <a:gd name="connsiteX22" fmla="*/ 159526 w 3645002"/>
              <a:gd name="connsiteY22" fmla="*/ 1650157 h 2823616"/>
              <a:gd name="connsiteX23" fmla="*/ 170386 w 3645002"/>
              <a:gd name="connsiteY23" fmla="*/ 1650368 h 2823616"/>
              <a:gd name="connsiteX24" fmla="*/ 361575 w 3645002"/>
              <a:gd name="connsiteY24" fmla="*/ 1652367 h 2823616"/>
              <a:gd name="connsiteX25" fmla="*/ 533573 w 3645002"/>
              <a:gd name="connsiteY25" fmla="*/ 1832022 h 2823616"/>
              <a:gd name="connsiteX26" fmla="*/ 428524 w 3645002"/>
              <a:gd name="connsiteY26" fmla="*/ 1997558 h 2823616"/>
              <a:gd name="connsiteX27" fmla="*/ 379980 w 3645002"/>
              <a:gd name="connsiteY27" fmla="*/ 2007795 h 2823616"/>
              <a:gd name="connsiteX28" fmla="*/ 174063 w 3645002"/>
              <a:gd name="connsiteY28" fmla="*/ 2014308 h 2823616"/>
              <a:gd name="connsiteX29" fmla="*/ 80913 w 3645002"/>
              <a:gd name="connsiteY29" fmla="*/ 2104135 h 2823616"/>
              <a:gd name="connsiteX30" fmla="*/ 174063 w 3645002"/>
              <a:gd name="connsiteY30" fmla="*/ 2193962 h 2823616"/>
              <a:gd name="connsiteX31" fmla="*/ 174063 w 3645002"/>
              <a:gd name="connsiteY31" fmla="*/ 2194239 h 2823616"/>
              <a:gd name="connsiteX32" fmla="*/ 1348040 w 3645002"/>
              <a:gd name="connsiteY32" fmla="*/ 2194239 h 2823616"/>
              <a:gd name="connsiteX33" fmla="*/ 1348040 w 3645002"/>
              <a:gd name="connsiteY33" fmla="*/ 390577 h 2823616"/>
              <a:gd name="connsiteX34" fmla="*/ 3137769 w 3645002"/>
              <a:gd name="connsiteY34" fmla="*/ 78876 h 2823616"/>
              <a:gd name="connsiteX35" fmla="*/ 3138965 w 3645002"/>
              <a:gd name="connsiteY35" fmla="*/ 0 h 2823616"/>
              <a:gd name="connsiteX36" fmla="*/ 3193858 w 3645002"/>
              <a:gd name="connsiteY36" fmla="*/ 25046 h 2823616"/>
              <a:gd name="connsiteX37" fmla="*/ 3258307 w 3645002"/>
              <a:gd name="connsiteY37" fmla="*/ 78753 h 2823616"/>
              <a:gd name="connsiteX38" fmla="*/ 3286951 w 3645002"/>
              <a:gd name="connsiteY38" fmla="*/ 157525 h 2823616"/>
              <a:gd name="connsiteX39" fmla="*/ 3283370 w 3645002"/>
              <a:gd name="connsiteY39" fmla="*/ 547801 h 2823616"/>
              <a:gd name="connsiteX40" fmla="*/ 3301273 w 3645002"/>
              <a:gd name="connsiteY40" fmla="*/ 662377 h 2823616"/>
              <a:gd name="connsiteX41" fmla="*/ 3344239 w 3645002"/>
              <a:gd name="connsiteY41" fmla="*/ 819920 h 2823616"/>
              <a:gd name="connsiteX42" fmla="*/ 3397947 w 3645002"/>
              <a:gd name="connsiteY42" fmla="*/ 927335 h 2823616"/>
              <a:gd name="connsiteX43" fmla="*/ 3469557 w 3645002"/>
              <a:gd name="connsiteY43" fmla="*/ 1031170 h 2823616"/>
              <a:gd name="connsiteX44" fmla="*/ 3566231 w 3645002"/>
              <a:gd name="connsiteY44" fmla="*/ 1142166 h 2823616"/>
              <a:gd name="connsiteX45" fmla="*/ 3619939 w 3645002"/>
              <a:gd name="connsiteY45" fmla="*/ 1246001 h 2823616"/>
              <a:gd name="connsiteX46" fmla="*/ 3645002 w 3645002"/>
              <a:gd name="connsiteY46" fmla="*/ 1367738 h 2823616"/>
              <a:gd name="connsiteX47" fmla="*/ 3630680 w 3645002"/>
              <a:gd name="connsiteY47" fmla="*/ 1485895 h 2823616"/>
              <a:gd name="connsiteX48" fmla="*/ 3576972 w 3645002"/>
              <a:gd name="connsiteY48" fmla="*/ 1604052 h 2823616"/>
              <a:gd name="connsiteX49" fmla="*/ 3458816 w 3645002"/>
              <a:gd name="connsiteY49" fmla="*/ 1743692 h 2823616"/>
              <a:gd name="connsiteX50" fmla="*/ 3387205 w 3645002"/>
              <a:gd name="connsiteY50" fmla="*/ 1847526 h 2823616"/>
              <a:gd name="connsiteX51" fmla="*/ 3333498 w 3645002"/>
              <a:gd name="connsiteY51" fmla="*/ 1969264 h 2823616"/>
              <a:gd name="connsiteX52" fmla="*/ 3301273 w 3645002"/>
              <a:gd name="connsiteY52" fmla="*/ 2094582 h 2823616"/>
              <a:gd name="connsiteX53" fmla="*/ 3286951 w 3645002"/>
              <a:gd name="connsiteY53" fmla="*/ 2230641 h 2823616"/>
              <a:gd name="connsiteX54" fmla="*/ 3283370 w 3645002"/>
              <a:gd name="connsiteY54" fmla="*/ 2620917 h 2823616"/>
              <a:gd name="connsiteX55" fmla="*/ 3261887 w 3645002"/>
              <a:gd name="connsiteY55" fmla="*/ 2674625 h 2823616"/>
              <a:gd name="connsiteX56" fmla="*/ 3218921 w 3645002"/>
              <a:gd name="connsiteY56" fmla="*/ 2724752 h 2823616"/>
              <a:gd name="connsiteX57" fmla="*/ 3140150 w 3645002"/>
              <a:gd name="connsiteY57" fmla="*/ 2753396 h 2823616"/>
              <a:gd name="connsiteX58" fmla="*/ 2716087 w 3645002"/>
              <a:gd name="connsiteY58" fmla="*/ 2758150 h 2823616"/>
              <a:gd name="connsiteX59" fmla="*/ 1348040 w 3645002"/>
              <a:gd name="connsiteY59" fmla="*/ 2759324 h 2823616"/>
              <a:gd name="connsiteX60" fmla="*/ 1348040 w 3645002"/>
              <a:gd name="connsiteY60" fmla="*/ 2735512 h 2823616"/>
              <a:gd name="connsiteX61" fmla="*/ 1348040 w 3645002"/>
              <a:gd name="connsiteY61" fmla="*/ 2671218 h 2823616"/>
              <a:gd name="connsiteX62" fmla="*/ 1348040 w 3645002"/>
              <a:gd name="connsiteY62" fmla="*/ 2281123 h 2823616"/>
              <a:gd name="connsiteX63" fmla="*/ 1028716 w 3645002"/>
              <a:gd name="connsiteY63" fmla="*/ 2280863 h 2823616"/>
              <a:gd name="connsiteX64" fmla="*/ 1028716 w 3645002"/>
              <a:gd name="connsiteY64" fmla="*/ 2823616 h 2823616"/>
              <a:gd name="connsiteX65" fmla="*/ 982997 w 3645002"/>
              <a:gd name="connsiteY65" fmla="*/ 2823616 h 2823616"/>
              <a:gd name="connsiteX66" fmla="*/ 982997 w 3645002"/>
              <a:gd name="connsiteY66" fmla="*/ 2280826 h 2823616"/>
              <a:gd name="connsiteX67" fmla="*/ 139399 w 3645002"/>
              <a:gd name="connsiteY67" fmla="*/ 2280139 h 2823616"/>
              <a:gd name="connsiteX68" fmla="*/ 2064 w 3645002"/>
              <a:gd name="connsiteY68" fmla="*/ 2104135 h 2823616"/>
              <a:gd name="connsiteX69" fmla="*/ 174063 w 3645002"/>
              <a:gd name="connsiteY69" fmla="*/ 1924480 h 2823616"/>
              <a:gd name="connsiteX70" fmla="*/ 341086 w 3645002"/>
              <a:gd name="connsiteY70" fmla="*/ 1922767 h 2823616"/>
              <a:gd name="connsiteX71" fmla="*/ 361575 w 3645002"/>
              <a:gd name="connsiteY71" fmla="*/ 1922525 h 2823616"/>
              <a:gd name="connsiteX72" fmla="*/ 361575 w 3645002"/>
              <a:gd name="connsiteY72" fmla="*/ 1921848 h 2823616"/>
              <a:gd name="connsiteX73" fmla="*/ 454725 w 3645002"/>
              <a:gd name="connsiteY73" fmla="*/ 1832022 h 2823616"/>
              <a:gd name="connsiteX74" fmla="*/ 361575 w 3645002"/>
              <a:gd name="connsiteY74" fmla="*/ 1742194 h 2823616"/>
              <a:gd name="connsiteX75" fmla="*/ 171998 w 3645002"/>
              <a:gd name="connsiteY75" fmla="*/ 1740609 h 2823616"/>
              <a:gd name="connsiteX76" fmla="*/ 105049 w 3645002"/>
              <a:gd name="connsiteY76" fmla="*/ 1728294 h 2823616"/>
              <a:gd name="connsiteX77" fmla="*/ 0 w 3645002"/>
              <a:gd name="connsiteY77" fmla="*/ 1562758 h 2823616"/>
              <a:gd name="connsiteX78" fmla="*/ 171998 w 3645002"/>
              <a:gd name="connsiteY78" fmla="*/ 1383103 h 2823616"/>
              <a:gd name="connsiteX79" fmla="*/ 339021 w 3645002"/>
              <a:gd name="connsiteY79" fmla="*/ 1381390 h 2823616"/>
              <a:gd name="connsiteX80" fmla="*/ 359510 w 3645002"/>
              <a:gd name="connsiteY80" fmla="*/ 1381148 h 2823616"/>
              <a:gd name="connsiteX81" fmla="*/ 359510 w 3645002"/>
              <a:gd name="connsiteY81" fmla="*/ 1380471 h 2823616"/>
              <a:gd name="connsiteX82" fmla="*/ 452660 w 3645002"/>
              <a:gd name="connsiteY82" fmla="*/ 1290644 h 2823616"/>
              <a:gd name="connsiteX83" fmla="*/ 359510 w 3645002"/>
              <a:gd name="connsiteY83" fmla="*/ 1200817 h 2823616"/>
              <a:gd name="connsiteX84" fmla="*/ 153593 w 3645002"/>
              <a:gd name="connsiteY84" fmla="*/ 1192142 h 2823616"/>
              <a:gd name="connsiteX85" fmla="*/ 107114 w 3645002"/>
              <a:gd name="connsiteY85" fmla="*/ 1188094 h 2823616"/>
              <a:gd name="connsiteX86" fmla="*/ 2064 w 3645002"/>
              <a:gd name="connsiteY86" fmla="*/ 1022558 h 2823616"/>
              <a:gd name="connsiteX87" fmla="*/ 174063 w 3645002"/>
              <a:gd name="connsiteY87" fmla="*/ 842904 h 2823616"/>
              <a:gd name="connsiteX88" fmla="*/ 341086 w 3645002"/>
              <a:gd name="connsiteY88" fmla="*/ 841190 h 2823616"/>
              <a:gd name="connsiteX89" fmla="*/ 361575 w 3645002"/>
              <a:gd name="connsiteY89" fmla="*/ 840948 h 2823616"/>
              <a:gd name="connsiteX90" fmla="*/ 361575 w 3645002"/>
              <a:gd name="connsiteY90" fmla="*/ 840272 h 2823616"/>
              <a:gd name="connsiteX91" fmla="*/ 454725 w 3645002"/>
              <a:gd name="connsiteY91" fmla="*/ 750445 h 2823616"/>
              <a:gd name="connsiteX92" fmla="*/ 361575 w 3645002"/>
              <a:gd name="connsiteY92" fmla="*/ 660617 h 2823616"/>
              <a:gd name="connsiteX93" fmla="*/ 171998 w 3645002"/>
              <a:gd name="connsiteY93" fmla="*/ 659033 h 2823616"/>
              <a:gd name="connsiteX94" fmla="*/ 105049 w 3645002"/>
              <a:gd name="connsiteY94" fmla="*/ 646717 h 2823616"/>
              <a:gd name="connsiteX95" fmla="*/ 0 w 3645002"/>
              <a:gd name="connsiteY95" fmla="*/ 481181 h 2823616"/>
              <a:gd name="connsiteX96" fmla="*/ 171998 w 3645002"/>
              <a:gd name="connsiteY96" fmla="*/ 301526 h 2823616"/>
              <a:gd name="connsiteX97" fmla="*/ 320144 w 3645002"/>
              <a:gd name="connsiteY97" fmla="*/ 301771 h 2823616"/>
              <a:gd name="connsiteX98" fmla="*/ 1348040 w 3645002"/>
              <a:gd name="connsiteY98" fmla="*/ 301625 h 2823616"/>
              <a:gd name="connsiteX99" fmla="*/ 1348040 w 3645002"/>
              <a:gd name="connsiteY99" fmla="*/ 301392 h 2823616"/>
              <a:gd name="connsiteX100" fmla="*/ 1433238 w 3645002"/>
              <a:gd name="connsiteY100" fmla="*/ 301392 h 2823616"/>
              <a:gd name="connsiteX101" fmla="*/ 1433238 w 3645002"/>
              <a:gd name="connsiteY101" fmla="*/ 2192587 h 2823616"/>
              <a:gd name="connsiteX102" fmla="*/ 1883953 w 3645002"/>
              <a:gd name="connsiteY102" fmla="*/ 2192587 h 2823616"/>
              <a:gd name="connsiteX103" fmla="*/ 1883953 w 3645002"/>
              <a:gd name="connsiteY103" fmla="*/ 1433353 h 2823616"/>
              <a:gd name="connsiteX104" fmla="*/ 1969151 w 3645002"/>
              <a:gd name="connsiteY104" fmla="*/ 1433353 h 2823616"/>
              <a:gd name="connsiteX105" fmla="*/ 1969151 w 3645002"/>
              <a:gd name="connsiteY105" fmla="*/ 2281535 h 2823616"/>
              <a:gd name="connsiteX106" fmla="*/ 1883953 w 3645002"/>
              <a:gd name="connsiteY106" fmla="*/ 2281535 h 2823616"/>
              <a:gd name="connsiteX107" fmla="*/ 1883953 w 3645002"/>
              <a:gd name="connsiteY107" fmla="*/ 2281534 h 2823616"/>
              <a:gd name="connsiteX108" fmla="*/ 1853878 w 3645002"/>
              <a:gd name="connsiteY108" fmla="*/ 2281534 h 2823616"/>
              <a:gd name="connsiteX109" fmla="*/ 1853878 w 3645002"/>
              <a:gd name="connsiteY109" fmla="*/ 2281535 h 2823616"/>
              <a:gd name="connsiteX110" fmla="*/ 1852009 w 3645002"/>
              <a:gd name="connsiteY110" fmla="*/ 2281534 h 2823616"/>
              <a:gd name="connsiteX111" fmla="*/ 1433238 w 3645002"/>
              <a:gd name="connsiteY111" fmla="*/ 2281534 h 2823616"/>
              <a:gd name="connsiteX112" fmla="*/ 1433238 w 3645002"/>
              <a:gd name="connsiteY112" fmla="*/ 2671218 h 2823616"/>
              <a:gd name="connsiteX113" fmla="*/ 2908599 w 3645002"/>
              <a:gd name="connsiteY113" fmla="*/ 2668680 h 2823616"/>
              <a:gd name="connsiteX114" fmla="*/ 3111506 w 3645002"/>
              <a:gd name="connsiteY114" fmla="*/ 2638820 h 2823616"/>
              <a:gd name="connsiteX115" fmla="*/ 3161633 w 3645002"/>
              <a:gd name="connsiteY115" fmla="*/ 2620917 h 2823616"/>
              <a:gd name="connsiteX116" fmla="*/ 3168794 w 3645002"/>
              <a:gd name="connsiteY116" fmla="*/ 2588692 h 2823616"/>
              <a:gd name="connsiteX117" fmla="*/ 3165214 w 3645002"/>
              <a:gd name="connsiteY117" fmla="*/ 2205578 h 2823616"/>
              <a:gd name="connsiteX118" fmla="*/ 3143730 w 3645002"/>
              <a:gd name="connsiteY118" fmla="*/ 2051616 h 2823616"/>
              <a:gd name="connsiteX119" fmla="*/ 3082862 w 3645002"/>
              <a:gd name="connsiteY119" fmla="*/ 1886912 h 2823616"/>
              <a:gd name="connsiteX120" fmla="*/ 2982607 w 3645002"/>
              <a:gd name="connsiteY120" fmla="*/ 1732950 h 2823616"/>
              <a:gd name="connsiteX121" fmla="*/ 2889514 w 3645002"/>
              <a:gd name="connsiteY121" fmla="*/ 1625535 h 2823616"/>
              <a:gd name="connsiteX122" fmla="*/ 2835806 w 3645002"/>
              <a:gd name="connsiteY122" fmla="*/ 1528861 h 2823616"/>
              <a:gd name="connsiteX123" fmla="*/ 2810743 w 3645002"/>
              <a:gd name="connsiteY123" fmla="*/ 1392801 h 2823616"/>
              <a:gd name="connsiteX124" fmla="*/ 2821484 w 3645002"/>
              <a:gd name="connsiteY124" fmla="*/ 1285386 h 2823616"/>
              <a:gd name="connsiteX125" fmla="*/ 2857289 w 3645002"/>
              <a:gd name="connsiteY125" fmla="*/ 1181551 h 2823616"/>
              <a:gd name="connsiteX126" fmla="*/ 2918158 w 3645002"/>
              <a:gd name="connsiteY126" fmla="*/ 1099200 h 2823616"/>
              <a:gd name="connsiteX127" fmla="*/ 3039896 w 3645002"/>
              <a:gd name="connsiteY127" fmla="*/ 952399 h 2823616"/>
              <a:gd name="connsiteX128" fmla="*/ 3104345 w 3645002"/>
              <a:gd name="connsiteY128" fmla="*/ 834242 h 2823616"/>
              <a:gd name="connsiteX129" fmla="*/ 3143730 w 3645002"/>
              <a:gd name="connsiteY129" fmla="*/ 701763 h 2823616"/>
              <a:gd name="connsiteX130" fmla="*/ 3168794 w 3645002"/>
              <a:gd name="connsiteY130" fmla="*/ 529898 h 2823616"/>
              <a:gd name="connsiteX131" fmla="*/ 3165214 w 3645002"/>
              <a:gd name="connsiteY131" fmla="*/ 157525 h 2823616"/>
              <a:gd name="connsiteX132" fmla="*/ 3137769 w 3645002"/>
              <a:gd name="connsiteY132" fmla="*/ 78876 h 2823616"/>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193858 w 3645002"/>
              <a:gd name="connsiteY36" fmla="*/ 17902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3433 h 2816472"/>
              <a:gd name="connsiteX1" fmla="*/ 171998 w 3645002"/>
              <a:gd name="connsiteY1" fmla="*/ 384210 h 2816472"/>
              <a:gd name="connsiteX2" fmla="*/ 78848 w 3645002"/>
              <a:gd name="connsiteY2" fmla="*/ 474037 h 2816472"/>
              <a:gd name="connsiteX3" fmla="*/ 135740 w 3645002"/>
              <a:gd name="connsiteY3" fmla="*/ 556805 h 2816472"/>
              <a:gd name="connsiteX4" fmla="*/ 159526 w 3645002"/>
              <a:gd name="connsiteY4" fmla="*/ 561436 h 2816472"/>
              <a:gd name="connsiteX5" fmla="*/ 170386 w 3645002"/>
              <a:gd name="connsiteY5" fmla="*/ 561647 h 2816472"/>
              <a:gd name="connsiteX6" fmla="*/ 361575 w 3645002"/>
              <a:gd name="connsiteY6" fmla="*/ 563646 h 2816472"/>
              <a:gd name="connsiteX7" fmla="*/ 533573 w 3645002"/>
              <a:gd name="connsiteY7" fmla="*/ 743301 h 2816472"/>
              <a:gd name="connsiteX8" fmla="*/ 428524 w 3645002"/>
              <a:gd name="connsiteY8" fmla="*/ 908837 h 2816472"/>
              <a:gd name="connsiteX9" fmla="*/ 379980 w 3645002"/>
              <a:gd name="connsiteY9" fmla="*/ 919075 h 2816472"/>
              <a:gd name="connsiteX10" fmla="*/ 174063 w 3645002"/>
              <a:gd name="connsiteY10" fmla="*/ 925587 h 2816472"/>
              <a:gd name="connsiteX11" fmla="*/ 80913 w 3645002"/>
              <a:gd name="connsiteY11" fmla="*/ 1015414 h 2816472"/>
              <a:gd name="connsiteX12" fmla="*/ 137805 w 3645002"/>
              <a:gd name="connsiteY12" fmla="*/ 1098182 h 2816472"/>
              <a:gd name="connsiteX13" fmla="*/ 155329 w 3645002"/>
              <a:gd name="connsiteY13" fmla="*/ 1101595 h 2816472"/>
              <a:gd name="connsiteX14" fmla="*/ 168321 w 3645002"/>
              <a:gd name="connsiteY14" fmla="*/ 1101847 h 2816472"/>
              <a:gd name="connsiteX15" fmla="*/ 359510 w 3645002"/>
              <a:gd name="connsiteY15" fmla="*/ 1103846 h 2816472"/>
              <a:gd name="connsiteX16" fmla="*/ 531508 w 3645002"/>
              <a:gd name="connsiteY16" fmla="*/ 1283500 h 2816472"/>
              <a:gd name="connsiteX17" fmla="*/ 426459 w 3645002"/>
              <a:gd name="connsiteY17" fmla="*/ 1449037 h 2816472"/>
              <a:gd name="connsiteX18" fmla="*/ 377915 w 3645002"/>
              <a:gd name="connsiteY18" fmla="*/ 1459274 h 2816472"/>
              <a:gd name="connsiteX19" fmla="*/ 171998 w 3645002"/>
              <a:gd name="connsiteY19" fmla="*/ 1465787 h 2816472"/>
              <a:gd name="connsiteX20" fmla="*/ 78848 w 3645002"/>
              <a:gd name="connsiteY20" fmla="*/ 1555614 h 2816472"/>
              <a:gd name="connsiteX21" fmla="*/ 135740 w 3645002"/>
              <a:gd name="connsiteY21" fmla="*/ 1638382 h 2816472"/>
              <a:gd name="connsiteX22" fmla="*/ 159526 w 3645002"/>
              <a:gd name="connsiteY22" fmla="*/ 1643013 h 2816472"/>
              <a:gd name="connsiteX23" fmla="*/ 170386 w 3645002"/>
              <a:gd name="connsiteY23" fmla="*/ 1643224 h 2816472"/>
              <a:gd name="connsiteX24" fmla="*/ 361575 w 3645002"/>
              <a:gd name="connsiteY24" fmla="*/ 1645223 h 2816472"/>
              <a:gd name="connsiteX25" fmla="*/ 533573 w 3645002"/>
              <a:gd name="connsiteY25" fmla="*/ 1824878 h 2816472"/>
              <a:gd name="connsiteX26" fmla="*/ 428524 w 3645002"/>
              <a:gd name="connsiteY26" fmla="*/ 1990414 h 2816472"/>
              <a:gd name="connsiteX27" fmla="*/ 379980 w 3645002"/>
              <a:gd name="connsiteY27" fmla="*/ 2000651 h 2816472"/>
              <a:gd name="connsiteX28" fmla="*/ 174063 w 3645002"/>
              <a:gd name="connsiteY28" fmla="*/ 2007164 h 2816472"/>
              <a:gd name="connsiteX29" fmla="*/ 80913 w 3645002"/>
              <a:gd name="connsiteY29" fmla="*/ 2096991 h 2816472"/>
              <a:gd name="connsiteX30" fmla="*/ 174063 w 3645002"/>
              <a:gd name="connsiteY30" fmla="*/ 2186818 h 2816472"/>
              <a:gd name="connsiteX31" fmla="*/ 174063 w 3645002"/>
              <a:gd name="connsiteY31" fmla="*/ 2187095 h 2816472"/>
              <a:gd name="connsiteX32" fmla="*/ 1348040 w 3645002"/>
              <a:gd name="connsiteY32" fmla="*/ 2187095 h 2816472"/>
              <a:gd name="connsiteX33" fmla="*/ 1348040 w 3645002"/>
              <a:gd name="connsiteY33" fmla="*/ 383433 h 2816472"/>
              <a:gd name="connsiteX34" fmla="*/ 3137769 w 3645002"/>
              <a:gd name="connsiteY34" fmla="*/ 71732 h 2816472"/>
              <a:gd name="connsiteX35" fmla="*/ 3138965 w 3645002"/>
              <a:gd name="connsiteY35" fmla="*/ 0 h 2816472"/>
              <a:gd name="connsiteX36" fmla="*/ 3210527 w 3645002"/>
              <a:gd name="connsiteY36" fmla="*/ 10758 h 2816472"/>
              <a:gd name="connsiteX37" fmla="*/ 3258307 w 3645002"/>
              <a:gd name="connsiteY37" fmla="*/ 71609 h 2816472"/>
              <a:gd name="connsiteX38" fmla="*/ 3286951 w 3645002"/>
              <a:gd name="connsiteY38" fmla="*/ 150381 h 2816472"/>
              <a:gd name="connsiteX39" fmla="*/ 3283370 w 3645002"/>
              <a:gd name="connsiteY39" fmla="*/ 540657 h 2816472"/>
              <a:gd name="connsiteX40" fmla="*/ 3301273 w 3645002"/>
              <a:gd name="connsiteY40" fmla="*/ 655233 h 2816472"/>
              <a:gd name="connsiteX41" fmla="*/ 3344239 w 3645002"/>
              <a:gd name="connsiteY41" fmla="*/ 812776 h 2816472"/>
              <a:gd name="connsiteX42" fmla="*/ 3397947 w 3645002"/>
              <a:gd name="connsiteY42" fmla="*/ 920191 h 2816472"/>
              <a:gd name="connsiteX43" fmla="*/ 3469557 w 3645002"/>
              <a:gd name="connsiteY43" fmla="*/ 1024026 h 2816472"/>
              <a:gd name="connsiteX44" fmla="*/ 3566231 w 3645002"/>
              <a:gd name="connsiteY44" fmla="*/ 1135022 h 2816472"/>
              <a:gd name="connsiteX45" fmla="*/ 3619939 w 3645002"/>
              <a:gd name="connsiteY45" fmla="*/ 1238857 h 2816472"/>
              <a:gd name="connsiteX46" fmla="*/ 3645002 w 3645002"/>
              <a:gd name="connsiteY46" fmla="*/ 1360594 h 2816472"/>
              <a:gd name="connsiteX47" fmla="*/ 3630680 w 3645002"/>
              <a:gd name="connsiteY47" fmla="*/ 1478751 h 2816472"/>
              <a:gd name="connsiteX48" fmla="*/ 3576972 w 3645002"/>
              <a:gd name="connsiteY48" fmla="*/ 1596908 h 2816472"/>
              <a:gd name="connsiteX49" fmla="*/ 3458816 w 3645002"/>
              <a:gd name="connsiteY49" fmla="*/ 1736548 h 2816472"/>
              <a:gd name="connsiteX50" fmla="*/ 3387205 w 3645002"/>
              <a:gd name="connsiteY50" fmla="*/ 1840382 h 2816472"/>
              <a:gd name="connsiteX51" fmla="*/ 3333498 w 3645002"/>
              <a:gd name="connsiteY51" fmla="*/ 1962120 h 2816472"/>
              <a:gd name="connsiteX52" fmla="*/ 3301273 w 3645002"/>
              <a:gd name="connsiteY52" fmla="*/ 2087438 h 2816472"/>
              <a:gd name="connsiteX53" fmla="*/ 3286951 w 3645002"/>
              <a:gd name="connsiteY53" fmla="*/ 2223497 h 2816472"/>
              <a:gd name="connsiteX54" fmla="*/ 3283370 w 3645002"/>
              <a:gd name="connsiteY54" fmla="*/ 2613773 h 2816472"/>
              <a:gd name="connsiteX55" fmla="*/ 3261887 w 3645002"/>
              <a:gd name="connsiteY55" fmla="*/ 2667481 h 2816472"/>
              <a:gd name="connsiteX56" fmla="*/ 3218921 w 3645002"/>
              <a:gd name="connsiteY56" fmla="*/ 2717608 h 2816472"/>
              <a:gd name="connsiteX57" fmla="*/ 3140150 w 3645002"/>
              <a:gd name="connsiteY57" fmla="*/ 2746252 h 2816472"/>
              <a:gd name="connsiteX58" fmla="*/ 2716087 w 3645002"/>
              <a:gd name="connsiteY58" fmla="*/ 2751006 h 2816472"/>
              <a:gd name="connsiteX59" fmla="*/ 1348040 w 3645002"/>
              <a:gd name="connsiteY59" fmla="*/ 2752180 h 2816472"/>
              <a:gd name="connsiteX60" fmla="*/ 1348040 w 3645002"/>
              <a:gd name="connsiteY60" fmla="*/ 2728368 h 2816472"/>
              <a:gd name="connsiteX61" fmla="*/ 1348040 w 3645002"/>
              <a:gd name="connsiteY61" fmla="*/ 2664074 h 2816472"/>
              <a:gd name="connsiteX62" fmla="*/ 1348040 w 3645002"/>
              <a:gd name="connsiteY62" fmla="*/ 2273979 h 2816472"/>
              <a:gd name="connsiteX63" fmla="*/ 1028716 w 3645002"/>
              <a:gd name="connsiteY63" fmla="*/ 2273719 h 2816472"/>
              <a:gd name="connsiteX64" fmla="*/ 1028716 w 3645002"/>
              <a:gd name="connsiteY64" fmla="*/ 2816472 h 2816472"/>
              <a:gd name="connsiteX65" fmla="*/ 982997 w 3645002"/>
              <a:gd name="connsiteY65" fmla="*/ 2816472 h 2816472"/>
              <a:gd name="connsiteX66" fmla="*/ 982997 w 3645002"/>
              <a:gd name="connsiteY66" fmla="*/ 2273682 h 2816472"/>
              <a:gd name="connsiteX67" fmla="*/ 139399 w 3645002"/>
              <a:gd name="connsiteY67" fmla="*/ 2272995 h 2816472"/>
              <a:gd name="connsiteX68" fmla="*/ 2064 w 3645002"/>
              <a:gd name="connsiteY68" fmla="*/ 2096991 h 2816472"/>
              <a:gd name="connsiteX69" fmla="*/ 174063 w 3645002"/>
              <a:gd name="connsiteY69" fmla="*/ 1917336 h 2816472"/>
              <a:gd name="connsiteX70" fmla="*/ 341086 w 3645002"/>
              <a:gd name="connsiteY70" fmla="*/ 1915623 h 2816472"/>
              <a:gd name="connsiteX71" fmla="*/ 361575 w 3645002"/>
              <a:gd name="connsiteY71" fmla="*/ 1915381 h 2816472"/>
              <a:gd name="connsiteX72" fmla="*/ 361575 w 3645002"/>
              <a:gd name="connsiteY72" fmla="*/ 1914704 h 2816472"/>
              <a:gd name="connsiteX73" fmla="*/ 454725 w 3645002"/>
              <a:gd name="connsiteY73" fmla="*/ 1824878 h 2816472"/>
              <a:gd name="connsiteX74" fmla="*/ 361575 w 3645002"/>
              <a:gd name="connsiteY74" fmla="*/ 1735050 h 2816472"/>
              <a:gd name="connsiteX75" fmla="*/ 171998 w 3645002"/>
              <a:gd name="connsiteY75" fmla="*/ 1733465 h 2816472"/>
              <a:gd name="connsiteX76" fmla="*/ 105049 w 3645002"/>
              <a:gd name="connsiteY76" fmla="*/ 1721150 h 2816472"/>
              <a:gd name="connsiteX77" fmla="*/ 0 w 3645002"/>
              <a:gd name="connsiteY77" fmla="*/ 1555614 h 2816472"/>
              <a:gd name="connsiteX78" fmla="*/ 171998 w 3645002"/>
              <a:gd name="connsiteY78" fmla="*/ 1375959 h 2816472"/>
              <a:gd name="connsiteX79" fmla="*/ 339021 w 3645002"/>
              <a:gd name="connsiteY79" fmla="*/ 1374246 h 2816472"/>
              <a:gd name="connsiteX80" fmla="*/ 359510 w 3645002"/>
              <a:gd name="connsiteY80" fmla="*/ 1374004 h 2816472"/>
              <a:gd name="connsiteX81" fmla="*/ 359510 w 3645002"/>
              <a:gd name="connsiteY81" fmla="*/ 1373327 h 2816472"/>
              <a:gd name="connsiteX82" fmla="*/ 452660 w 3645002"/>
              <a:gd name="connsiteY82" fmla="*/ 1283500 h 2816472"/>
              <a:gd name="connsiteX83" fmla="*/ 359510 w 3645002"/>
              <a:gd name="connsiteY83" fmla="*/ 1193673 h 2816472"/>
              <a:gd name="connsiteX84" fmla="*/ 153593 w 3645002"/>
              <a:gd name="connsiteY84" fmla="*/ 1184998 h 2816472"/>
              <a:gd name="connsiteX85" fmla="*/ 107114 w 3645002"/>
              <a:gd name="connsiteY85" fmla="*/ 1180950 h 2816472"/>
              <a:gd name="connsiteX86" fmla="*/ 2064 w 3645002"/>
              <a:gd name="connsiteY86" fmla="*/ 1015414 h 2816472"/>
              <a:gd name="connsiteX87" fmla="*/ 174063 w 3645002"/>
              <a:gd name="connsiteY87" fmla="*/ 835760 h 2816472"/>
              <a:gd name="connsiteX88" fmla="*/ 341086 w 3645002"/>
              <a:gd name="connsiteY88" fmla="*/ 834046 h 2816472"/>
              <a:gd name="connsiteX89" fmla="*/ 361575 w 3645002"/>
              <a:gd name="connsiteY89" fmla="*/ 833804 h 2816472"/>
              <a:gd name="connsiteX90" fmla="*/ 361575 w 3645002"/>
              <a:gd name="connsiteY90" fmla="*/ 833128 h 2816472"/>
              <a:gd name="connsiteX91" fmla="*/ 454725 w 3645002"/>
              <a:gd name="connsiteY91" fmla="*/ 743301 h 2816472"/>
              <a:gd name="connsiteX92" fmla="*/ 361575 w 3645002"/>
              <a:gd name="connsiteY92" fmla="*/ 653473 h 2816472"/>
              <a:gd name="connsiteX93" fmla="*/ 171998 w 3645002"/>
              <a:gd name="connsiteY93" fmla="*/ 651889 h 2816472"/>
              <a:gd name="connsiteX94" fmla="*/ 105049 w 3645002"/>
              <a:gd name="connsiteY94" fmla="*/ 639573 h 2816472"/>
              <a:gd name="connsiteX95" fmla="*/ 0 w 3645002"/>
              <a:gd name="connsiteY95" fmla="*/ 474037 h 2816472"/>
              <a:gd name="connsiteX96" fmla="*/ 171998 w 3645002"/>
              <a:gd name="connsiteY96" fmla="*/ 294382 h 2816472"/>
              <a:gd name="connsiteX97" fmla="*/ 320144 w 3645002"/>
              <a:gd name="connsiteY97" fmla="*/ 294627 h 2816472"/>
              <a:gd name="connsiteX98" fmla="*/ 1348040 w 3645002"/>
              <a:gd name="connsiteY98" fmla="*/ 294481 h 2816472"/>
              <a:gd name="connsiteX99" fmla="*/ 1348040 w 3645002"/>
              <a:gd name="connsiteY99" fmla="*/ 294248 h 2816472"/>
              <a:gd name="connsiteX100" fmla="*/ 1433238 w 3645002"/>
              <a:gd name="connsiteY100" fmla="*/ 294248 h 2816472"/>
              <a:gd name="connsiteX101" fmla="*/ 1433238 w 3645002"/>
              <a:gd name="connsiteY101" fmla="*/ 2185443 h 2816472"/>
              <a:gd name="connsiteX102" fmla="*/ 1883953 w 3645002"/>
              <a:gd name="connsiteY102" fmla="*/ 2185443 h 2816472"/>
              <a:gd name="connsiteX103" fmla="*/ 1883953 w 3645002"/>
              <a:gd name="connsiteY103" fmla="*/ 1426209 h 2816472"/>
              <a:gd name="connsiteX104" fmla="*/ 1969151 w 3645002"/>
              <a:gd name="connsiteY104" fmla="*/ 1426209 h 2816472"/>
              <a:gd name="connsiteX105" fmla="*/ 1969151 w 3645002"/>
              <a:gd name="connsiteY105" fmla="*/ 2274391 h 2816472"/>
              <a:gd name="connsiteX106" fmla="*/ 1883953 w 3645002"/>
              <a:gd name="connsiteY106" fmla="*/ 2274391 h 2816472"/>
              <a:gd name="connsiteX107" fmla="*/ 1883953 w 3645002"/>
              <a:gd name="connsiteY107" fmla="*/ 2274390 h 2816472"/>
              <a:gd name="connsiteX108" fmla="*/ 1853878 w 3645002"/>
              <a:gd name="connsiteY108" fmla="*/ 2274390 h 2816472"/>
              <a:gd name="connsiteX109" fmla="*/ 1853878 w 3645002"/>
              <a:gd name="connsiteY109" fmla="*/ 2274391 h 2816472"/>
              <a:gd name="connsiteX110" fmla="*/ 1852009 w 3645002"/>
              <a:gd name="connsiteY110" fmla="*/ 2274390 h 2816472"/>
              <a:gd name="connsiteX111" fmla="*/ 1433238 w 3645002"/>
              <a:gd name="connsiteY111" fmla="*/ 2274390 h 2816472"/>
              <a:gd name="connsiteX112" fmla="*/ 1433238 w 3645002"/>
              <a:gd name="connsiteY112" fmla="*/ 2664074 h 2816472"/>
              <a:gd name="connsiteX113" fmla="*/ 2908599 w 3645002"/>
              <a:gd name="connsiteY113" fmla="*/ 2661536 h 2816472"/>
              <a:gd name="connsiteX114" fmla="*/ 3111506 w 3645002"/>
              <a:gd name="connsiteY114" fmla="*/ 2631676 h 2816472"/>
              <a:gd name="connsiteX115" fmla="*/ 3161633 w 3645002"/>
              <a:gd name="connsiteY115" fmla="*/ 2613773 h 2816472"/>
              <a:gd name="connsiteX116" fmla="*/ 3168794 w 3645002"/>
              <a:gd name="connsiteY116" fmla="*/ 2581548 h 2816472"/>
              <a:gd name="connsiteX117" fmla="*/ 3165214 w 3645002"/>
              <a:gd name="connsiteY117" fmla="*/ 2198434 h 2816472"/>
              <a:gd name="connsiteX118" fmla="*/ 3143730 w 3645002"/>
              <a:gd name="connsiteY118" fmla="*/ 2044472 h 2816472"/>
              <a:gd name="connsiteX119" fmla="*/ 3082862 w 3645002"/>
              <a:gd name="connsiteY119" fmla="*/ 1879768 h 2816472"/>
              <a:gd name="connsiteX120" fmla="*/ 2982607 w 3645002"/>
              <a:gd name="connsiteY120" fmla="*/ 1725806 h 2816472"/>
              <a:gd name="connsiteX121" fmla="*/ 2889514 w 3645002"/>
              <a:gd name="connsiteY121" fmla="*/ 1618391 h 2816472"/>
              <a:gd name="connsiteX122" fmla="*/ 2835806 w 3645002"/>
              <a:gd name="connsiteY122" fmla="*/ 1521717 h 2816472"/>
              <a:gd name="connsiteX123" fmla="*/ 2810743 w 3645002"/>
              <a:gd name="connsiteY123" fmla="*/ 1385657 h 2816472"/>
              <a:gd name="connsiteX124" fmla="*/ 2821484 w 3645002"/>
              <a:gd name="connsiteY124" fmla="*/ 1278242 h 2816472"/>
              <a:gd name="connsiteX125" fmla="*/ 2857289 w 3645002"/>
              <a:gd name="connsiteY125" fmla="*/ 1174407 h 2816472"/>
              <a:gd name="connsiteX126" fmla="*/ 2918158 w 3645002"/>
              <a:gd name="connsiteY126" fmla="*/ 1092056 h 2816472"/>
              <a:gd name="connsiteX127" fmla="*/ 3039896 w 3645002"/>
              <a:gd name="connsiteY127" fmla="*/ 945255 h 2816472"/>
              <a:gd name="connsiteX128" fmla="*/ 3104345 w 3645002"/>
              <a:gd name="connsiteY128" fmla="*/ 827098 h 2816472"/>
              <a:gd name="connsiteX129" fmla="*/ 3143730 w 3645002"/>
              <a:gd name="connsiteY129" fmla="*/ 694619 h 2816472"/>
              <a:gd name="connsiteX130" fmla="*/ 3168794 w 3645002"/>
              <a:gd name="connsiteY130" fmla="*/ 522754 h 2816472"/>
              <a:gd name="connsiteX131" fmla="*/ 3165214 w 3645002"/>
              <a:gd name="connsiteY131" fmla="*/ 150381 h 2816472"/>
              <a:gd name="connsiteX132" fmla="*/ 3137769 w 3645002"/>
              <a:gd name="connsiteY132" fmla="*/ 71732 h 2816472"/>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0591 h 2823630"/>
              <a:gd name="connsiteX1" fmla="*/ 171998 w 3645002"/>
              <a:gd name="connsiteY1" fmla="*/ 391368 h 2823630"/>
              <a:gd name="connsiteX2" fmla="*/ 78848 w 3645002"/>
              <a:gd name="connsiteY2" fmla="*/ 481195 h 2823630"/>
              <a:gd name="connsiteX3" fmla="*/ 135740 w 3645002"/>
              <a:gd name="connsiteY3" fmla="*/ 563963 h 2823630"/>
              <a:gd name="connsiteX4" fmla="*/ 159526 w 3645002"/>
              <a:gd name="connsiteY4" fmla="*/ 568594 h 2823630"/>
              <a:gd name="connsiteX5" fmla="*/ 170386 w 3645002"/>
              <a:gd name="connsiteY5" fmla="*/ 568805 h 2823630"/>
              <a:gd name="connsiteX6" fmla="*/ 361575 w 3645002"/>
              <a:gd name="connsiteY6" fmla="*/ 570804 h 2823630"/>
              <a:gd name="connsiteX7" fmla="*/ 533573 w 3645002"/>
              <a:gd name="connsiteY7" fmla="*/ 750459 h 2823630"/>
              <a:gd name="connsiteX8" fmla="*/ 428524 w 3645002"/>
              <a:gd name="connsiteY8" fmla="*/ 915995 h 2823630"/>
              <a:gd name="connsiteX9" fmla="*/ 379980 w 3645002"/>
              <a:gd name="connsiteY9" fmla="*/ 926233 h 2823630"/>
              <a:gd name="connsiteX10" fmla="*/ 174063 w 3645002"/>
              <a:gd name="connsiteY10" fmla="*/ 932745 h 2823630"/>
              <a:gd name="connsiteX11" fmla="*/ 80913 w 3645002"/>
              <a:gd name="connsiteY11" fmla="*/ 1022572 h 2823630"/>
              <a:gd name="connsiteX12" fmla="*/ 137805 w 3645002"/>
              <a:gd name="connsiteY12" fmla="*/ 1105340 h 2823630"/>
              <a:gd name="connsiteX13" fmla="*/ 155329 w 3645002"/>
              <a:gd name="connsiteY13" fmla="*/ 1108753 h 2823630"/>
              <a:gd name="connsiteX14" fmla="*/ 168321 w 3645002"/>
              <a:gd name="connsiteY14" fmla="*/ 1109005 h 2823630"/>
              <a:gd name="connsiteX15" fmla="*/ 359510 w 3645002"/>
              <a:gd name="connsiteY15" fmla="*/ 1111004 h 2823630"/>
              <a:gd name="connsiteX16" fmla="*/ 531508 w 3645002"/>
              <a:gd name="connsiteY16" fmla="*/ 1290658 h 2823630"/>
              <a:gd name="connsiteX17" fmla="*/ 426459 w 3645002"/>
              <a:gd name="connsiteY17" fmla="*/ 1456195 h 2823630"/>
              <a:gd name="connsiteX18" fmla="*/ 377915 w 3645002"/>
              <a:gd name="connsiteY18" fmla="*/ 1466432 h 2823630"/>
              <a:gd name="connsiteX19" fmla="*/ 171998 w 3645002"/>
              <a:gd name="connsiteY19" fmla="*/ 1472945 h 2823630"/>
              <a:gd name="connsiteX20" fmla="*/ 78848 w 3645002"/>
              <a:gd name="connsiteY20" fmla="*/ 1562772 h 2823630"/>
              <a:gd name="connsiteX21" fmla="*/ 135740 w 3645002"/>
              <a:gd name="connsiteY21" fmla="*/ 1645540 h 2823630"/>
              <a:gd name="connsiteX22" fmla="*/ 159526 w 3645002"/>
              <a:gd name="connsiteY22" fmla="*/ 1650171 h 2823630"/>
              <a:gd name="connsiteX23" fmla="*/ 170386 w 3645002"/>
              <a:gd name="connsiteY23" fmla="*/ 1650382 h 2823630"/>
              <a:gd name="connsiteX24" fmla="*/ 361575 w 3645002"/>
              <a:gd name="connsiteY24" fmla="*/ 1652381 h 2823630"/>
              <a:gd name="connsiteX25" fmla="*/ 533573 w 3645002"/>
              <a:gd name="connsiteY25" fmla="*/ 1832036 h 2823630"/>
              <a:gd name="connsiteX26" fmla="*/ 428524 w 3645002"/>
              <a:gd name="connsiteY26" fmla="*/ 1997572 h 2823630"/>
              <a:gd name="connsiteX27" fmla="*/ 379980 w 3645002"/>
              <a:gd name="connsiteY27" fmla="*/ 2007809 h 2823630"/>
              <a:gd name="connsiteX28" fmla="*/ 174063 w 3645002"/>
              <a:gd name="connsiteY28" fmla="*/ 2014322 h 2823630"/>
              <a:gd name="connsiteX29" fmla="*/ 80913 w 3645002"/>
              <a:gd name="connsiteY29" fmla="*/ 2104149 h 2823630"/>
              <a:gd name="connsiteX30" fmla="*/ 174063 w 3645002"/>
              <a:gd name="connsiteY30" fmla="*/ 2193976 h 2823630"/>
              <a:gd name="connsiteX31" fmla="*/ 174063 w 3645002"/>
              <a:gd name="connsiteY31" fmla="*/ 2194253 h 2823630"/>
              <a:gd name="connsiteX32" fmla="*/ 1348040 w 3645002"/>
              <a:gd name="connsiteY32" fmla="*/ 2194253 h 2823630"/>
              <a:gd name="connsiteX33" fmla="*/ 1348040 w 3645002"/>
              <a:gd name="connsiteY33" fmla="*/ 390591 h 2823630"/>
              <a:gd name="connsiteX34" fmla="*/ 3137769 w 3645002"/>
              <a:gd name="connsiteY34" fmla="*/ 78890 h 2823630"/>
              <a:gd name="connsiteX35" fmla="*/ 3131822 w 3645002"/>
              <a:gd name="connsiteY35" fmla="*/ 2395 h 2823630"/>
              <a:gd name="connsiteX36" fmla="*/ 3210527 w 3645002"/>
              <a:gd name="connsiteY36" fmla="*/ 17916 h 2823630"/>
              <a:gd name="connsiteX37" fmla="*/ 3258307 w 3645002"/>
              <a:gd name="connsiteY37" fmla="*/ 78767 h 2823630"/>
              <a:gd name="connsiteX38" fmla="*/ 3286951 w 3645002"/>
              <a:gd name="connsiteY38" fmla="*/ 157539 h 2823630"/>
              <a:gd name="connsiteX39" fmla="*/ 3283370 w 3645002"/>
              <a:gd name="connsiteY39" fmla="*/ 547815 h 2823630"/>
              <a:gd name="connsiteX40" fmla="*/ 3301273 w 3645002"/>
              <a:gd name="connsiteY40" fmla="*/ 662391 h 2823630"/>
              <a:gd name="connsiteX41" fmla="*/ 3344239 w 3645002"/>
              <a:gd name="connsiteY41" fmla="*/ 819934 h 2823630"/>
              <a:gd name="connsiteX42" fmla="*/ 3397947 w 3645002"/>
              <a:gd name="connsiteY42" fmla="*/ 927349 h 2823630"/>
              <a:gd name="connsiteX43" fmla="*/ 3469557 w 3645002"/>
              <a:gd name="connsiteY43" fmla="*/ 1031184 h 2823630"/>
              <a:gd name="connsiteX44" fmla="*/ 3566231 w 3645002"/>
              <a:gd name="connsiteY44" fmla="*/ 1142180 h 2823630"/>
              <a:gd name="connsiteX45" fmla="*/ 3619939 w 3645002"/>
              <a:gd name="connsiteY45" fmla="*/ 1246015 h 2823630"/>
              <a:gd name="connsiteX46" fmla="*/ 3645002 w 3645002"/>
              <a:gd name="connsiteY46" fmla="*/ 1367752 h 2823630"/>
              <a:gd name="connsiteX47" fmla="*/ 3630680 w 3645002"/>
              <a:gd name="connsiteY47" fmla="*/ 1485909 h 2823630"/>
              <a:gd name="connsiteX48" fmla="*/ 3576972 w 3645002"/>
              <a:gd name="connsiteY48" fmla="*/ 1604066 h 2823630"/>
              <a:gd name="connsiteX49" fmla="*/ 3458816 w 3645002"/>
              <a:gd name="connsiteY49" fmla="*/ 1743706 h 2823630"/>
              <a:gd name="connsiteX50" fmla="*/ 3387205 w 3645002"/>
              <a:gd name="connsiteY50" fmla="*/ 1847540 h 2823630"/>
              <a:gd name="connsiteX51" fmla="*/ 3333498 w 3645002"/>
              <a:gd name="connsiteY51" fmla="*/ 1969278 h 2823630"/>
              <a:gd name="connsiteX52" fmla="*/ 3301273 w 3645002"/>
              <a:gd name="connsiteY52" fmla="*/ 2094596 h 2823630"/>
              <a:gd name="connsiteX53" fmla="*/ 3286951 w 3645002"/>
              <a:gd name="connsiteY53" fmla="*/ 2230655 h 2823630"/>
              <a:gd name="connsiteX54" fmla="*/ 3283370 w 3645002"/>
              <a:gd name="connsiteY54" fmla="*/ 2620931 h 2823630"/>
              <a:gd name="connsiteX55" fmla="*/ 3261887 w 3645002"/>
              <a:gd name="connsiteY55" fmla="*/ 2674639 h 2823630"/>
              <a:gd name="connsiteX56" fmla="*/ 3218921 w 3645002"/>
              <a:gd name="connsiteY56" fmla="*/ 2724766 h 2823630"/>
              <a:gd name="connsiteX57" fmla="*/ 3140150 w 3645002"/>
              <a:gd name="connsiteY57" fmla="*/ 2753410 h 2823630"/>
              <a:gd name="connsiteX58" fmla="*/ 2716087 w 3645002"/>
              <a:gd name="connsiteY58" fmla="*/ 2758164 h 2823630"/>
              <a:gd name="connsiteX59" fmla="*/ 1348040 w 3645002"/>
              <a:gd name="connsiteY59" fmla="*/ 2759338 h 2823630"/>
              <a:gd name="connsiteX60" fmla="*/ 1348040 w 3645002"/>
              <a:gd name="connsiteY60" fmla="*/ 2735526 h 2823630"/>
              <a:gd name="connsiteX61" fmla="*/ 1348040 w 3645002"/>
              <a:gd name="connsiteY61" fmla="*/ 2671232 h 2823630"/>
              <a:gd name="connsiteX62" fmla="*/ 1348040 w 3645002"/>
              <a:gd name="connsiteY62" fmla="*/ 2281137 h 2823630"/>
              <a:gd name="connsiteX63" fmla="*/ 1028716 w 3645002"/>
              <a:gd name="connsiteY63" fmla="*/ 2280877 h 2823630"/>
              <a:gd name="connsiteX64" fmla="*/ 1028716 w 3645002"/>
              <a:gd name="connsiteY64" fmla="*/ 2823630 h 2823630"/>
              <a:gd name="connsiteX65" fmla="*/ 982997 w 3645002"/>
              <a:gd name="connsiteY65" fmla="*/ 2823630 h 2823630"/>
              <a:gd name="connsiteX66" fmla="*/ 982997 w 3645002"/>
              <a:gd name="connsiteY66" fmla="*/ 2280840 h 2823630"/>
              <a:gd name="connsiteX67" fmla="*/ 139399 w 3645002"/>
              <a:gd name="connsiteY67" fmla="*/ 2280153 h 2823630"/>
              <a:gd name="connsiteX68" fmla="*/ 2064 w 3645002"/>
              <a:gd name="connsiteY68" fmla="*/ 2104149 h 2823630"/>
              <a:gd name="connsiteX69" fmla="*/ 174063 w 3645002"/>
              <a:gd name="connsiteY69" fmla="*/ 1924494 h 2823630"/>
              <a:gd name="connsiteX70" fmla="*/ 341086 w 3645002"/>
              <a:gd name="connsiteY70" fmla="*/ 1922781 h 2823630"/>
              <a:gd name="connsiteX71" fmla="*/ 361575 w 3645002"/>
              <a:gd name="connsiteY71" fmla="*/ 1922539 h 2823630"/>
              <a:gd name="connsiteX72" fmla="*/ 361575 w 3645002"/>
              <a:gd name="connsiteY72" fmla="*/ 1921862 h 2823630"/>
              <a:gd name="connsiteX73" fmla="*/ 454725 w 3645002"/>
              <a:gd name="connsiteY73" fmla="*/ 1832036 h 2823630"/>
              <a:gd name="connsiteX74" fmla="*/ 361575 w 3645002"/>
              <a:gd name="connsiteY74" fmla="*/ 1742208 h 2823630"/>
              <a:gd name="connsiteX75" fmla="*/ 171998 w 3645002"/>
              <a:gd name="connsiteY75" fmla="*/ 1740623 h 2823630"/>
              <a:gd name="connsiteX76" fmla="*/ 105049 w 3645002"/>
              <a:gd name="connsiteY76" fmla="*/ 1728308 h 2823630"/>
              <a:gd name="connsiteX77" fmla="*/ 0 w 3645002"/>
              <a:gd name="connsiteY77" fmla="*/ 1562772 h 2823630"/>
              <a:gd name="connsiteX78" fmla="*/ 171998 w 3645002"/>
              <a:gd name="connsiteY78" fmla="*/ 1383117 h 2823630"/>
              <a:gd name="connsiteX79" fmla="*/ 339021 w 3645002"/>
              <a:gd name="connsiteY79" fmla="*/ 1381404 h 2823630"/>
              <a:gd name="connsiteX80" fmla="*/ 359510 w 3645002"/>
              <a:gd name="connsiteY80" fmla="*/ 1381162 h 2823630"/>
              <a:gd name="connsiteX81" fmla="*/ 359510 w 3645002"/>
              <a:gd name="connsiteY81" fmla="*/ 1380485 h 2823630"/>
              <a:gd name="connsiteX82" fmla="*/ 452660 w 3645002"/>
              <a:gd name="connsiteY82" fmla="*/ 1290658 h 2823630"/>
              <a:gd name="connsiteX83" fmla="*/ 359510 w 3645002"/>
              <a:gd name="connsiteY83" fmla="*/ 1200831 h 2823630"/>
              <a:gd name="connsiteX84" fmla="*/ 153593 w 3645002"/>
              <a:gd name="connsiteY84" fmla="*/ 1192156 h 2823630"/>
              <a:gd name="connsiteX85" fmla="*/ 107114 w 3645002"/>
              <a:gd name="connsiteY85" fmla="*/ 1188108 h 2823630"/>
              <a:gd name="connsiteX86" fmla="*/ 2064 w 3645002"/>
              <a:gd name="connsiteY86" fmla="*/ 1022572 h 2823630"/>
              <a:gd name="connsiteX87" fmla="*/ 174063 w 3645002"/>
              <a:gd name="connsiteY87" fmla="*/ 842918 h 2823630"/>
              <a:gd name="connsiteX88" fmla="*/ 341086 w 3645002"/>
              <a:gd name="connsiteY88" fmla="*/ 841204 h 2823630"/>
              <a:gd name="connsiteX89" fmla="*/ 361575 w 3645002"/>
              <a:gd name="connsiteY89" fmla="*/ 840962 h 2823630"/>
              <a:gd name="connsiteX90" fmla="*/ 361575 w 3645002"/>
              <a:gd name="connsiteY90" fmla="*/ 840286 h 2823630"/>
              <a:gd name="connsiteX91" fmla="*/ 454725 w 3645002"/>
              <a:gd name="connsiteY91" fmla="*/ 750459 h 2823630"/>
              <a:gd name="connsiteX92" fmla="*/ 361575 w 3645002"/>
              <a:gd name="connsiteY92" fmla="*/ 660631 h 2823630"/>
              <a:gd name="connsiteX93" fmla="*/ 171998 w 3645002"/>
              <a:gd name="connsiteY93" fmla="*/ 659047 h 2823630"/>
              <a:gd name="connsiteX94" fmla="*/ 105049 w 3645002"/>
              <a:gd name="connsiteY94" fmla="*/ 646731 h 2823630"/>
              <a:gd name="connsiteX95" fmla="*/ 0 w 3645002"/>
              <a:gd name="connsiteY95" fmla="*/ 481195 h 2823630"/>
              <a:gd name="connsiteX96" fmla="*/ 171998 w 3645002"/>
              <a:gd name="connsiteY96" fmla="*/ 301540 h 2823630"/>
              <a:gd name="connsiteX97" fmla="*/ 320144 w 3645002"/>
              <a:gd name="connsiteY97" fmla="*/ 301785 h 2823630"/>
              <a:gd name="connsiteX98" fmla="*/ 1348040 w 3645002"/>
              <a:gd name="connsiteY98" fmla="*/ 301639 h 2823630"/>
              <a:gd name="connsiteX99" fmla="*/ 1348040 w 3645002"/>
              <a:gd name="connsiteY99" fmla="*/ 301406 h 2823630"/>
              <a:gd name="connsiteX100" fmla="*/ 1433238 w 3645002"/>
              <a:gd name="connsiteY100" fmla="*/ 301406 h 2823630"/>
              <a:gd name="connsiteX101" fmla="*/ 1433238 w 3645002"/>
              <a:gd name="connsiteY101" fmla="*/ 2192601 h 2823630"/>
              <a:gd name="connsiteX102" fmla="*/ 1883953 w 3645002"/>
              <a:gd name="connsiteY102" fmla="*/ 2192601 h 2823630"/>
              <a:gd name="connsiteX103" fmla="*/ 1883953 w 3645002"/>
              <a:gd name="connsiteY103" fmla="*/ 1433367 h 2823630"/>
              <a:gd name="connsiteX104" fmla="*/ 1969151 w 3645002"/>
              <a:gd name="connsiteY104" fmla="*/ 1433367 h 2823630"/>
              <a:gd name="connsiteX105" fmla="*/ 1969151 w 3645002"/>
              <a:gd name="connsiteY105" fmla="*/ 2281549 h 2823630"/>
              <a:gd name="connsiteX106" fmla="*/ 1883953 w 3645002"/>
              <a:gd name="connsiteY106" fmla="*/ 2281549 h 2823630"/>
              <a:gd name="connsiteX107" fmla="*/ 1883953 w 3645002"/>
              <a:gd name="connsiteY107" fmla="*/ 2281548 h 2823630"/>
              <a:gd name="connsiteX108" fmla="*/ 1853878 w 3645002"/>
              <a:gd name="connsiteY108" fmla="*/ 2281548 h 2823630"/>
              <a:gd name="connsiteX109" fmla="*/ 1853878 w 3645002"/>
              <a:gd name="connsiteY109" fmla="*/ 2281549 h 2823630"/>
              <a:gd name="connsiteX110" fmla="*/ 1852009 w 3645002"/>
              <a:gd name="connsiteY110" fmla="*/ 2281548 h 2823630"/>
              <a:gd name="connsiteX111" fmla="*/ 1433238 w 3645002"/>
              <a:gd name="connsiteY111" fmla="*/ 2281548 h 2823630"/>
              <a:gd name="connsiteX112" fmla="*/ 1433238 w 3645002"/>
              <a:gd name="connsiteY112" fmla="*/ 2671232 h 2823630"/>
              <a:gd name="connsiteX113" fmla="*/ 2908599 w 3645002"/>
              <a:gd name="connsiteY113" fmla="*/ 2668694 h 2823630"/>
              <a:gd name="connsiteX114" fmla="*/ 3111506 w 3645002"/>
              <a:gd name="connsiteY114" fmla="*/ 2638834 h 2823630"/>
              <a:gd name="connsiteX115" fmla="*/ 3161633 w 3645002"/>
              <a:gd name="connsiteY115" fmla="*/ 2620931 h 2823630"/>
              <a:gd name="connsiteX116" fmla="*/ 3168794 w 3645002"/>
              <a:gd name="connsiteY116" fmla="*/ 2588706 h 2823630"/>
              <a:gd name="connsiteX117" fmla="*/ 3165214 w 3645002"/>
              <a:gd name="connsiteY117" fmla="*/ 2205592 h 2823630"/>
              <a:gd name="connsiteX118" fmla="*/ 3143730 w 3645002"/>
              <a:gd name="connsiteY118" fmla="*/ 2051630 h 2823630"/>
              <a:gd name="connsiteX119" fmla="*/ 3082862 w 3645002"/>
              <a:gd name="connsiteY119" fmla="*/ 1886926 h 2823630"/>
              <a:gd name="connsiteX120" fmla="*/ 2982607 w 3645002"/>
              <a:gd name="connsiteY120" fmla="*/ 1732964 h 2823630"/>
              <a:gd name="connsiteX121" fmla="*/ 2889514 w 3645002"/>
              <a:gd name="connsiteY121" fmla="*/ 1625549 h 2823630"/>
              <a:gd name="connsiteX122" fmla="*/ 2835806 w 3645002"/>
              <a:gd name="connsiteY122" fmla="*/ 1528875 h 2823630"/>
              <a:gd name="connsiteX123" fmla="*/ 2810743 w 3645002"/>
              <a:gd name="connsiteY123" fmla="*/ 1392815 h 2823630"/>
              <a:gd name="connsiteX124" fmla="*/ 2821484 w 3645002"/>
              <a:gd name="connsiteY124" fmla="*/ 1285400 h 2823630"/>
              <a:gd name="connsiteX125" fmla="*/ 2857289 w 3645002"/>
              <a:gd name="connsiteY125" fmla="*/ 1181565 h 2823630"/>
              <a:gd name="connsiteX126" fmla="*/ 2918158 w 3645002"/>
              <a:gd name="connsiteY126" fmla="*/ 1099214 h 2823630"/>
              <a:gd name="connsiteX127" fmla="*/ 3039896 w 3645002"/>
              <a:gd name="connsiteY127" fmla="*/ 952413 h 2823630"/>
              <a:gd name="connsiteX128" fmla="*/ 3104345 w 3645002"/>
              <a:gd name="connsiteY128" fmla="*/ 834256 h 2823630"/>
              <a:gd name="connsiteX129" fmla="*/ 3143730 w 3645002"/>
              <a:gd name="connsiteY129" fmla="*/ 701777 h 2823630"/>
              <a:gd name="connsiteX130" fmla="*/ 3168794 w 3645002"/>
              <a:gd name="connsiteY130" fmla="*/ 529912 h 2823630"/>
              <a:gd name="connsiteX131" fmla="*/ 3165214 w 3645002"/>
              <a:gd name="connsiteY131" fmla="*/ 157539 h 2823630"/>
              <a:gd name="connsiteX132" fmla="*/ 3137769 w 3645002"/>
              <a:gd name="connsiteY132" fmla="*/ 78890 h 2823630"/>
              <a:gd name="connsiteX0" fmla="*/ 1348040 w 3645002"/>
              <a:gd name="connsiteY0" fmla="*/ 388196 h 2821235"/>
              <a:gd name="connsiteX1" fmla="*/ 171998 w 3645002"/>
              <a:gd name="connsiteY1" fmla="*/ 388973 h 2821235"/>
              <a:gd name="connsiteX2" fmla="*/ 78848 w 3645002"/>
              <a:gd name="connsiteY2" fmla="*/ 478800 h 2821235"/>
              <a:gd name="connsiteX3" fmla="*/ 135740 w 3645002"/>
              <a:gd name="connsiteY3" fmla="*/ 561568 h 2821235"/>
              <a:gd name="connsiteX4" fmla="*/ 159526 w 3645002"/>
              <a:gd name="connsiteY4" fmla="*/ 566199 h 2821235"/>
              <a:gd name="connsiteX5" fmla="*/ 170386 w 3645002"/>
              <a:gd name="connsiteY5" fmla="*/ 566410 h 2821235"/>
              <a:gd name="connsiteX6" fmla="*/ 361575 w 3645002"/>
              <a:gd name="connsiteY6" fmla="*/ 568409 h 2821235"/>
              <a:gd name="connsiteX7" fmla="*/ 533573 w 3645002"/>
              <a:gd name="connsiteY7" fmla="*/ 748064 h 2821235"/>
              <a:gd name="connsiteX8" fmla="*/ 428524 w 3645002"/>
              <a:gd name="connsiteY8" fmla="*/ 913600 h 2821235"/>
              <a:gd name="connsiteX9" fmla="*/ 379980 w 3645002"/>
              <a:gd name="connsiteY9" fmla="*/ 923838 h 2821235"/>
              <a:gd name="connsiteX10" fmla="*/ 174063 w 3645002"/>
              <a:gd name="connsiteY10" fmla="*/ 930350 h 2821235"/>
              <a:gd name="connsiteX11" fmla="*/ 80913 w 3645002"/>
              <a:gd name="connsiteY11" fmla="*/ 1020177 h 2821235"/>
              <a:gd name="connsiteX12" fmla="*/ 137805 w 3645002"/>
              <a:gd name="connsiteY12" fmla="*/ 1102945 h 2821235"/>
              <a:gd name="connsiteX13" fmla="*/ 155329 w 3645002"/>
              <a:gd name="connsiteY13" fmla="*/ 1106358 h 2821235"/>
              <a:gd name="connsiteX14" fmla="*/ 168321 w 3645002"/>
              <a:gd name="connsiteY14" fmla="*/ 1106610 h 2821235"/>
              <a:gd name="connsiteX15" fmla="*/ 359510 w 3645002"/>
              <a:gd name="connsiteY15" fmla="*/ 1108609 h 2821235"/>
              <a:gd name="connsiteX16" fmla="*/ 531508 w 3645002"/>
              <a:gd name="connsiteY16" fmla="*/ 1288263 h 2821235"/>
              <a:gd name="connsiteX17" fmla="*/ 426459 w 3645002"/>
              <a:gd name="connsiteY17" fmla="*/ 1453800 h 2821235"/>
              <a:gd name="connsiteX18" fmla="*/ 377915 w 3645002"/>
              <a:gd name="connsiteY18" fmla="*/ 1464037 h 2821235"/>
              <a:gd name="connsiteX19" fmla="*/ 171998 w 3645002"/>
              <a:gd name="connsiteY19" fmla="*/ 1470550 h 2821235"/>
              <a:gd name="connsiteX20" fmla="*/ 78848 w 3645002"/>
              <a:gd name="connsiteY20" fmla="*/ 1560377 h 2821235"/>
              <a:gd name="connsiteX21" fmla="*/ 135740 w 3645002"/>
              <a:gd name="connsiteY21" fmla="*/ 1643145 h 2821235"/>
              <a:gd name="connsiteX22" fmla="*/ 159526 w 3645002"/>
              <a:gd name="connsiteY22" fmla="*/ 1647776 h 2821235"/>
              <a:gd name="connsiteX23" fmla="*/ 170386 w 3645002"/>
              <a:gd name="connsiteY23" fmla="*/ 1647987 h 2821235"/>
              <a:gd name="connsiteX24" fmla="*/ 361575 w 3645002"/>
              <a:gd name="connsiteY24" fmla="*/ 1649986 h 2821235"/>
              <a:gd name="connsiteX25" fmla="*/ 533573 w 3645002"/>
              <a:gd name="connsiteY25" fmla="*/ 1829641 h 2821235"/>
              <a:gd name="connsiteX26" fmla="*/ 428524 w 3645002"/>
              <a:gd name="connsiteY26" fmla="*/ 1995177 h 2821235"/>
              <a:gd name="connsiteX27" fmla="*/ 379980 w 3645002"/>
              <a:gd name="connsiteY27" fmla="*/ 2005414 h 2821235"/>
              <a:gd name="connsiteX28" fmla="*/ 174063 w 3645002"/>
              <a:gd name="connsiteY28" fmla="*/ 2011927 h 2821235"/>
              <a:gd name="connsiteX29" fmla="*/ 80913 w 3645002"/>
              <a:gd name="connsiteY29" fmla="*/ 2101754 h 2821235"/>
              <a:gd name="connsiteX30" fmla="*/ 174063 w 3645002"/>
              <a:gd name="connsiteY30" fmla="*/ 2191581 h 2821235"/>
              <a:gd name="connsiteX31" fmla="*/ 174063 w 3645002"/>
              <a:gd name="connsiteY31" fmla="*/ 2191858 h 2821235"/>
              <a:gd name="connsiteX32" fmla="*/ 1348040 w 3645002"/>
              <a:gd name="connsiteY32" fmla="*/ 2191858 h 2821235"/>
              <a:gd name="connsiteX33" fmla="*/ 1348040 w 3645002"/>
              <a:gd name="connsiteY33" fmla="*/ 388196 h 2821235"/>
              <a:gd name="connsiteX34" fmla="*/ 3137769 w 3645002"/>
              <a:gd name="connsiteY34" fmla="*/ 76495 h 2821235"/>
              <a:gd name="connsiteX35" fmla="*/ 3131822 w 3645002"/>
              <a:gd name="connsiteY35" fmla="*/ 0 h 2821235"/>
              <a:gd name="connsiteX36" fmla="*/ 3210527 w 3645002"/>
              <a:gd name="connsiteY36" fmla="*/ 15521 h 2821235"/>
              <a:gd name="connsiteX37" fmla="*/ 3258307 w 3645002"/>
              <a:gd name="connsiteY37" fmla="*/ 76372 h 2821235"/>
              <a:gd name="connsiteX38" fmla="*/ 3286951 w 3645002"/>
              <a:gd name="connsiteY38" fmla="*/ 155144 h 2821235"/>
              <a:gd name="connsiteX39" fmla="*/ 3283370 w 3645002"/>
              <a:gd name="connsiteY39" fmla="*/ 545420 h 2821235"/>
              <a:gd name="connsiteX40" fmla="*/ 3301273 w 3645002"/>
              <a:gd name="connsiteY40" fmla="*/ 659996 h 2821235"/>
              <a:gd name="connsiteX41" fmla="*/ 3344239 w 3645002"/>
              <a:gd name="connsiteY41" fmla="*/ 817539 h 2821235"/>
              <a:gd name="connsiteX42" fmla="*/ 3397947 w 3645002"/>
              <a:gd name="connsiteY42" fmla="*/ 924954 h 2821235"/>
              <a:gd name="connsiteX43" fmla="*/ 3469557 w 3645002"/>
              <a:gd name="connsiteY43" fmla="*/ 1028789 h 2821235"/>
              <a:gd name="connsiteX44" fmla="*/ 3566231 w 3645002"/>
              <a:gd name="connsiteY44" fmla="*/ 1139785 h 2821235"/>
              <a:gd name="connsiteX45" fmla="*/ 3619939 w 3645002"/>
              <a:gd name="connsiteY45" fmla="*/ 1243620 h 2821235"/>
              <a:gd name="connsiteX46" fmla="*/ 3645002 w 3645002"/>
              <a:gd name="connsiteY46" fmla="*/ 1365357 h 2821235"/>
              <a:gd name="connsiteX47" fmla="*/ 3630680 w 3645002"/>
              <a:gd name="connsiteY47" fmla="*/ 1483514 h 2821235"/>
              <a:gd name="connsiteX48" fmla="*/ 3576972 w 3645002"/>
              <a:gd name="connsiteY48" fmla="*/ 1601671 h 2821235"/>
              <a:gd name="connsiteX49" fmla="*/ 3458816 w 3645002"/>
              <a:gd name="connsiteY49" fmla="*/ 1741311 h 2821235"/>
              <a:gd name="connsiteX50" fmla="*/ 3387205 w 3645002"/>
              <a:gd name="connsiteY50" fmla="*/ 1845145 h 2821235"/>
              <a:gd name="connsiteX51" fmla="*/ 3333498 w 3645002"/>
              <a:gd name="connsiteY51" fmla="*/ 1966883 h 2821235"/>
              <a:gd name="connsiteX52" fmla="*/ 3301273 w 3645002"/>
              <a:gd name="connsiteY52" fmla="*/ 2092201 h 2821235"/>
              <a:gd name="connsiteX53" fmla="*/ 3286951 w 3645002"/>
              <a:gd name="connsiteY53" fmla="*/ 2228260 h 2821235"/>
              <a:gd name="connsiteX54" fmla="*/ 3283370 w 3645002"/>
              <a:gd name="connsiteY54" fmla="*/ 2618536 h 2821235"/>
              <a:gd name="connsiteX55" fmla="*/ 3261887 w 3645002"/>
              <a:gd name="connsiteY55" fmla="*/ 2672244 h 2821235"/>
              <a:gd name="connsiteX56" fmla="*/ 3218921 w 3645002"/>
              <a:gd name="connsiteY56" fmla="*/ 2722371 h 2821235"/>
              <a:gd name="connsiteX57" fmla="*/ 3140150 w 3645002"/>
              <a:gd name="connsiteY57" fmla="*/ 2751015 h 2821235"/>
              <a:gd name="connsiteX58" fmla="*/ 2716087 w 3645002"/>
              <a:gd name="connsiteY58" fmla="*/ 2755769 h 2821235"/>
              <a:gd name="connsiteX59" fmla="*/ 1348040 w 3645002"/>
              <a:gd name="connsiteY59" fmla="*/ 2756943 h 2821235"/>
              <a:gd name="connsiteX60" fmla="*/ 1348040 w 3645002"/>
              <a:gd name="connsiteY60" fmla="*/ 2733131 h 2821235"/>
              <a:gd name="connsiteX61" fmla="*/ 1348040 w 3645002"/>
              <a:gd name="connsiteY61" fmla="*/ 2668837 h 2821235"/>
              <a:gd name="connsiteX62" fmla="*/ 1348040 w 3645002"/>
              <a:gd name="connsiteY62" fmla="*/ 2278742 h 2821235"/>
              <a:gd name="connsiteX63" fmla="*/ 1028716 w 3645002"/>
              <a:gd name="connsiteY63" fmla="*/ 2278482 h 2821235"/>
              <a:gd name="connsiteX64" fmla="*/ 1028716 w 3645002"/>
              <a:gd name="connsiteY64" fmla="*/ 2821235 h 2821235"/>
              <a:gd name="connsiteX65" fmla="*/ 982997 w 3645002"/>
              <a:gd name="connsiteY65" fmla="*/ 2821235 h 2821235"/>
              <a:gd name="connsiteX66" fmla="*/ 982997 w 3645002"/>
              <a:gd name="connsiteY66" fmla="*/ 2278445 h 2821235"/>
              <a:gd name="connsiteX67" fmla="*/ 139399 w 3645002"/>
              <a:gd name="connsiteY67" fmla="*/ 2277758 h 2821235"/>
              <a:gd name="connsiteX68" fmla="*/ 2064 w 3645002"/>
              <a:gd name="connsiteY68" fmla="*/ 2101754 h 2821235"/>
              <a:gd name="connsiteX69" fmla="*/ 174063 w 3645002"/>
              <a:gd name="connsiteY69" fmla="*/ 1922099 h 2821235"/>
              <a:gd name="connsiteX70" fmla="*/ 341086 w 3645002"/>
              <a:gd name="connsiteY70" fmla="*/ 1920386 h 2821235"/>
              <a:gd name="connsiteX71" fmla="*/ 361575 w 3645002"/>
              <a:gd name="connsiteY71" fmla="*/ 1920144 h 2821235"/>
              <a:gd name="connsiteX72" fmla="*/ 361575 w 3645002"/>
              <a:gd name="connsiteY72" fmla="*/ 1919467 h 2821235"/>
              <a:gd name="connsiteX73" fmla="*/ 454725 w 3645002"/>
              <a:gd name="connsiteY73" fmla="*/ 1829641 h 2821235"/>
              <a:gd name="connsiteX74" fmla="*/ 361575 w 3645002"/>
              <a:gd name="connsiteY74" fmla="*/ 1739813 h 2821235"/>
              <a:gd name="connsiteX75" fmla="*/ 171998 w 3645002"/>
              <a:gd name="connsiteY75" fmla="*/ 1738228 h 2821235"/>
              <a:gd name="connsiteX76" fmla="*/ 105049 w 3645002"/>
              <a:gd name="connsiteY76" fmla="*/ 1725913 h 2821235"/>
              <a:gd name="connsiteX77" fmla="*/ 0 w 3645002"/>
              <a:gd name="connsiteY77" fmla="*/ 1560377 h 2821235"/>
              <a:gd name="connsiteX78" fmla="*/ 171998 w 3645002"/>
              <a:gd name="connsiteY78" fmla="*/ 1380722 h 2821235"/>
              <a:gd name="connsiteX79" fmla="*/ 339021 w 3645002"/>
              <a:gd name="connsiteY79" fmla="*/ 1379009 h 2821235"/>
              <a:gd name="connsiteX80" fmla="*/ 359510 w 3645002"/>
              <a:gd name="connsiteY80" fmla="*/ 1378767 h 2821235"/>
              <a:gd name="connsiteX81" fmla="*/ 359510 w 3645002"/>
              <a:gd name="connsiteY81" fmla="*/ 1378090 h 2821235"/>
              <a:gd name="connsiteX82" fmla="*/ 452660 w 3645002"/>
              <a:gd name="connsiteY82" fmla="*/ 1288263 h 2821235"/>
              <a:gd name="connsiteX83" fmla="*/ 359510 w 3645002"/>
              <a:gd name="connsiteY83" fmla="*/ 1198436 h 2821235"/>
              <a:gd name="connsiteX84" fmla="*/ 153593 w 3645002"/>
              <a:gd name="connsiteY84" fmla="*/ 1189761 h 2821235"/>
              <a:gd name="connsiteX85" fmla="*/ 107114 w 3645002"/>
              <a:gd name="connsiteY85" fmla="*/ 1185713 h 2821235"/>
              <a:gd name="connsiteX86" fmla="*/ 2064 w 3645002"/>
              <a:gd name="connsiteY86" fmla="*/ 1020177 h 2821235"/>
              <a:gd name="connsiteX87" fmla="*/ 174063 w 3645002"/>
              <a:gd name="connsiteY87" fmla="*/ 840523 h 2821235"/>
              <a:gd name="connsiteX88" fmla="*/ 341086 w 3645002"/>
              <a:gd name="connsiteY88" fmla="*/ 838809 h 2821235"/>
              <a:gd name="connsiteX89" fmla="*/ 361575 w 3645002"/>
              <a:gd name="connsiteY89" fmla="*/ 838567 h 2821235"/>
              <a:gd name="connsiteX90" fmla="*/ 361575 w 3645002"/>
              <a:gd name="connsiteY90" fmla="*/ 837891 h 2821235"/>
              <a:gd name="connsiteX91" fmla="*/ 454725 w 3645002"/>
              <a:gd name="connsiteY91" fmla="*/ 748064 h 2821235"/>
              <a:gd name="connsiteX92" fmla="*/ 361575 w 3645002"/>
              <a:gd name="connsiteY92" fmla="*/ 658236 h 2821235"/>
              <a:gd name="connsiteX93" fmla="*/ 171998 w 3645002"/>
              <a:gd name="connsiteY93" fmla="*/ 656652 h 2821235"/>
              <a:gd name="connsiteX94" fmla="*/ 105049 w 3645002"/>
              <a:gd name="connsiteY94" fmla="*/ 644336 h 2821235"/>
              <a:gd name="connsiteX95" fmla="*/ 0 w 3645002"/>
              <a:gd name="connsiteY95" fmla="*/ 478800 h 2821235"/>
              <a:gd name="connsiteX96" fmla="*/ 171998 w 3645002"/>
              <a:gd name="connsiteY96" fmla="*/ 299145 h 2821235"/>
              <a:gd name="connsiteX97" fmla="*/ 320144 w 3645002"/>
              <a:gd name="connsiteY97" fmla="*/ 299390 h 2821235"/>
              <a:gd name="connsiteX98" fmla="*/ 1348040 w 3645002"/>
              <a:gd name="connsiteY98" fmla="*/ 299244 h 2821235"/>
              <a:gd name="connsiteX99" fmla="*/ 1348040 w 3645002"/>
              <a:gd name="connsiteY99" fmla="*/ 299011 h 2821235"/>
              <a:gd name="connsiteX100" fmla="*/ 1433238 w 3645002"/>
              <a:gd name="connsiteY100" fmla="*/ 299011 h 2821235"/>
              <a:gd name="connsiteX101" fmla="*/ 1433238 w 3645002"/>
              <a:gd name="connsiteY101" fmla="*/ 2190206 h 2821235"/>
              <a:gd name="connsiteX102" fmla="*/ 1883953 w 3645002"/>
              <a:gd name="connsiteY102" fmla="*/ 2190206 h 2821235"/>
              <a:gd name="connsiteX103" fmla="*/ 1883953 w 3645002"/>
              <a:gd name="connsiteY103" fmla="*/ 1430972 h 2821235"/>
              <a:gd name="connsiteX104" fmla="*/ 1969151 w 3645002"/>
              <a:gd name="connsiteY104" fmla="*/ 1430972 h 2821235"/>
              <a:gd name="connsiteX105" fmla="*/ 1969151 w 3645002"/>
              <a:gd name="connsiteY105" fmla="*/ 2279154 h 2821235"/>
              <a:gd name="connsiteX106" fmla="*/ 1883953 w 3645002"/>
              <a:gd name="connsiteY106" fmla="*/ 2279154 h 2821235"/>
              <a:gd name="connsiteX107" fmla="*/ 1883953 w 3645002"/>
              <a:gd name="connsiteY107" fmla="*/ 2279153 h 2821235"/>
              <a:gd name="connsiteX108" fmla="*/ 1853878 w 3645002"/>
              <a:gd name="connsiteY108" fmla="*/ 2279153 h 2821235"/>
              <a:gd name="connsiteX109" fmla="*/ 1853878 w 3645002"/>
              <a:gd name="connsiteY109" fmla="*/ 2279154 h 2821235"/>
              <a:gd name="connsiteX110" fmla="*/ 1852009 w 3645002"/>
              <a:gd name="connsiteY110" fmla="*/ 2279153 h 2821235"/>
              <a:gd name="connsiteX111" fmla="*/ 1433238 w 3645002"/>
              <a:gd name="connsiteY111" fmla="*/ 2279153 h 2821235"/>
              <a:gd name="connsiteX112" fmla="*/ 1433238 w 3645002"/>
              <a:gd name="connsiteY112" fmla="*/ 2668837 h 2821235"/>
              <a:gd name="connsiteX113" fmla="*/ 2908599 w 3645002"/>
              <a:gd name="connsiteY113" fmla="*/ 2666299 h 2821235"/>
              <a:gd name="connsiteX114" fmla="*/ 3111506 w 3645002"/>
              <a:gd name="connsiteY114" fmla="*/ 2636439 h 2821235"/>
              <a:gd name="connsiteX115" fmla="*/ 3161633 w 3645002"/>
              <a:gd name="connsiteY115" fmla="*/ 2618536 h 2821235"/>
              <a:gd name="connsiteX116" fmla="*/ 3168794 w 3645002"/>
              <a:gd name="connsiteY116" fmla="*/ 2586311 h 2821235"/>
              <a:gd name="connsiteX117" fmla="*/ 3165214 w 3645002"/>
              <a:gd name="connsiteY117" fmla="*/ 2203197 h 2821235"/>
              <a:gd name="connsiteX118" fmla="*/ 3143730 w 3645002"/>
              <a:gd name="connsiteY118" fmla="*/ 2049235 h 2821235"/>
              <a:gd name="connsiteX119" fmla="*/ 3082862 w 3645002"/>
              <a:gd name="connsiteY119" fmla="*/ 1884531 h 2821235"/>
              <a:gd name="connsiteX120" fmla="*/ 2982607 w 3645002"/>
              <a:gd name="connsiteY120" fmla="*/ 1730569 h 2821235"/>
              <a:gd name="connsiteX121" fmla="*/ 2889514 w 3645002"/>
              <a:gd name="connsiteY121" fmla="*/ 1623154 h 2821235"/>
              <a:gd name="connsiteX122" fmla="*/ 2835806 w 3645002"/>
              <a:gd name="connsiteY122" fmla="*/ 1526480 h 2821235"/>
              <a:gd name="connsiteX123" fmla="*/ 2810743 w 3645002"/>
              <a:gd name="connsiteY123" fmla="*/ 1390420 h 2821235"/>
              <a:gd name="connsiteX124" fmla="*/ 2821484 w 3645002"/>
              <a:gd name="connsiteY124" fmla="*/ 1283005 h 2821235"/>
              <a:gd name="connsiteX125" fmla="*/ 2857289 w 3645002"/>
              <a:gd name="connsiteY125" fmla="*/ 1179170 h 2821235"/>
              <a:gd name="connsiteX126" fmla="*/ 2918158 w 3645002"/>
              <a:gd name="connsiteY126" fmla="*/ 1096819 h 2821235"/>
              <a:gd name="connsiteX127" fmla="*/ 3039896 w 3645002"/>
              <a:gd name="connsiteY127" fmla="*/ 950018 h 2821235"/>
              <a:gd name="connsiteX128" fmla="*/ 3104345 w 3645002"/>
              <a:gd name="connsiteY128" fmla="*/ 831861 h 2821235"/>
              <a:gd name="connsiteX129" fmla="*/ 3143730 w 3645002"/>
              <a:gd name="connsiteY129" fmla="*/ 699382 h 2821235"/>
              <a:gd name="connsiteX130" fmla="*/ 3168794 w 3645002"/>
              <a:gd name="connsiteY130" fmla="*/ 527517 h 2821235"/>
              <a:gd name="connsiteX131" fmla="*/ 3165214 w 3645002"/>
              <a:gd name="connsiteY131" fmla="*/ 155144 h 2821235"/>
              <a:gd name="connsiteX132" fmla="*/ 3137769 w 3645002"/>
              <a:gd name="connsiteY132" fmla="*/ 76495 h 2821235"/>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10527 w 3645002"/>
              <a:gd name="connsiteY36" fmla="*/ 22665 h 2828379"/>
              <a:gd name="connsiteX37" fmla="*/ 3258307 w 3645002"/>
              <a:gd name="connsiteY37" fmla="*/ 83516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79 h 2828518"/>
              <a:gd name="connsiteX1" fmla="*/ 171998 w 3645002"/>
              <a:gd name="connsiteY1" fmla="*/ 396256 h 2828518"/>
              <a:gd name="connsiteX2" fmla="*/ 78848 w 3645002"/>
              <a:gd name="connsiteY2" fmla="*/ 486083 h 2828518"/>
              <a:gd name="connsiteX3" fmla="*/ 135740 w 3645002"/>
              <a:gd name="connsiteY3" fmla="*/ 568851 h 2828518"/>
              <a:gd name="connsiteX4" fmla="*/ 159526 w 3645002"/>
              <a:gd name="connsiteY4" fmla="*/ 573482 h 2828518"/>
              <a:gd name="connsiteX5" fmla="*/ 170386 w 3645002"/>
              <a:gd name="connsiteY5" fmla="*/ 573693 h 2828518"/>
              <a:gd name="connsiteX6" fmla="*/ 361575 w 3645002"/>
              <a:gd name="connsiteY6" fmla="*/ 575692 h 2828518"/>
              <a:gd name="connsiteX7" fmla="*/ 533573 w 3645002"/>
              <a:gd name="connsiteY7" fmla="*/ 755347 h 2828518"/>
              <a:gd name="connsiteX8" fmla="*/ 428524 w 3645002"/>
              <a:gd name="connsiteY8" fmla="*/ 920883 h 2828518"/>
              <a:gd name="connsiteX9" fmla="*/ 379980 w 3645002"/>
              <a:gd name="connsiteY9" fmla="*/ 931121 h 2828518"/>
              <a:gd name="connsiteX10" fmla="*/ 174063 w 3645002"/>
              <a:gd name="connsiteY10" fmla="*/ 937633 h 2828518"/>
              <a:gd name="connsiteX11" fmla="*/ 80913 w 3645002"/>
              <a:gd name="connsiteY11" fmla="*/ 1027460 h 2828518"/>
              <a:gd name="connsiteX12" fmla="*/ 137805 w 3645002"/>
              <a:gd name="connsiteY12" fmla="*/ 1110228 h 2828518"/>
              <a:gd name="connsiteX13" fmla="*/ 155329 w 3645002"/>
              <a:gd name="connsiteY13" fmla="*/ 1113641 h 2828518"/>
              <a:gd name="connsiteX14" fmla="*/ 168321 w 3645002"/>
              <a:gd name="connsiteY14" fmla="*/ 1113893 h 2828518"/>
              <a:gd name="connsiteX15" fmla="*/ 359510 w 3645002"/>
              <a:gd name="connsiteY15" fmla="*/ 1115892 h 2828518"/>
              <a:gd name="connsiteX16" fmla="*/ 531508 w 3645002"/>
              <a:gd name="connsiteY16" fmla="*/ 1295546 h 2828518"/>
              <a:gd name="connsiteX17" fmla="*/ 426459 w 3645002"/>
              <a:gd name="connsiteY17" fmla="*/ 1461083 h 2828518"/>
              <a:gd name="connsiteX18" fmla="*/ 377915 w 3645002"/>
              <a:gd name="connsiteY18" fmla="*/ 1471320 h 2828518"/>
              <a:gd name="connsiteX19" fmla="*/ 171998 w 3645002"/>
              <a:gd name="connsiteY19" fmla="*/ 1477833 h 2828518"/>
              <a:gd name="connsiteX20" fmla="*/ 78848 w 3645002"/>
              <a:gd name="connsiteY20" fmla="*/ 1567660 h 2828518"/>
              <a:gd name="connsiteX21" fmla="*/ 135740 w 3645002"/>
              <a:gd name="connsiteY21" fmla="*/ 1650428 h 2828518"/>
              <a:gd name="connsiteX22" fmla="*/ 159526 w 3645002"/>
              <a:gd name="connsiteY22" fmla="*/ 1655059 h 2828518"/>
              <a:gd name="connsiteX23" fmla="*/ 170386 w 3645002"/>
              <a:gd name="connsiteY23" fmla="*/ 1655270 h 2828518"/>
              <a:gd name="connsiteX24" fmla="*/ 361575 w 3645002"/>
              <a:gd name="connsiteY24" fmla="*/ 1657269 h 2828518"/>
              <a:gd name="connsiteX25" fmla="*/ 533573 w 3645002"/>
              <a:gd name="connsiteY25" fmla="*/ 1836924 h 2828518"/>
              <a:gd name="connsiteX26" fmla="*/ 428524 w 3645002"/>
              <a:gd name="connsiteY26" fmla="*/ 2002460 h 2828518"/>
              <a:gd name="connsiteX27" fmla="*/ 379980 w 3645002"/>
              <a:gd name="connsiteY27" fmla="*/ 2012697 h 2828518"/>
              <a:gd name="connsiteX28" fmla="*/ 174063 w 3645002"/>
              <a:gd name="connsiteY28" fmla="*/ 2019210 h 2828518"/>
              <a:gd name="connsiteX29" fmla="*/ 80913 w 3645002"/>
              <a:gd name="connsiteY29" fmla="*/ 2109037 h 2828518"/>
              <a:gd name="connsiteX30" fmla="*/ 174063 w 3645002"/>
              <a:gd name="connsiteY30" fmla="*/ 2198864 h 2828518"/>
              <a:gd name="connsiteX31" fmla="*/ 174063 w 3645002"/>
              <a:gd name="connsiteY31" fmla="*/ 2199141 h 2828518"/>
              <a:gd name="connsiteX32" fmla="*/ 1348040 w 3645002"/>
              <a:gd name="connsiteY32" fmla="*/ 2199141 h 2828518"/>
              <a:gd name="connsiteX33" fmla="*/ 1348040 w 3645002"/>
              <a:gd name="connsiteY33" fmla="*/ 395479 h 2828518"/>
              <a:gd name="connsiteX34" fmla="*/ 3137769 w 3645002"/>
              <a:gd name="connsiteY34" fmla="*/ 83778 h 2828518"/>
              <a:gd name="connsiteX35" fmla="*/ 3131822 w 3645002"/>
              <a:gd name="connsiteY35" fmla="*/ 139 h 2828518"/>
              <a:gd name="connsiteX36" fmla="*/ 3210527 w 3645002"/>
              <a:gd name="connsiteY36" fmla="*/ 22804 h 2828518"/>
              <a:gd name="connsiteX37" fmla="*/ 3258307 w 3645002"/>
              <a:gd name="connsiteY37" fmla="*/ 83655 h 2828518"/>
              <a:gd name="connsiteX38" fmla="*/ 3286951 w 3645002"/>
              <a:gd name="connsiteY38" fmla="*/ 162427 h 2828518"/>
              <a:gd name="connsiteX39" fmla="*/ 3283370 w 3645002"/>
              <a:gd name="connsiteY39" fmla="*/ 552703 h 2828518"/>
              <a:gd name="connsiteX40" fmla="*/ 3301273 w 3645002"/>
              <a:gd name="connsiteY40" fmla="*/ 667279 h 2828518"/>
              <a:gd name="connsiteX41" fmla="*/ 3344239 w 3645002"/>
              <a:gd name="connsiteY41" fmla="*/ 824822 h 2828518"/>
              <a:gd name="connsiteX42" fmla="*/ 3397947 w 3645002"/>
              <a:gd name="connsiteY42" fmla="*/ 932237 h 2828518"/>
              <a:gd name="connsiteX43" fmla="*/ 3469557 w 3645002"/>
              <a:gd name="connsiteY43" fmla="*/ 1036072 h 2828518"/>
              <a:gd name="connsiteX44" fmla="*/ 3566231 w 3645002"/>
              <a:gd name="connsiteY44" fmla="*/ 1147068 h 2828518"/>
              <a:gd name="connsiteX45" fmla="*/ 3619939 w 3645002"/>
              <a:gd name="connsiteY45" fmla="*/ 1250903 h 2828518"/>
              <a:gd name="connsiteX46" fmla="*/ 3645002 w 3645002"/>
              <a:gd name="connsiteY46" fmla="*/ 1372640 h 2828518"/>
              <a:gd name="connsiteX47" fmla="*/ 3630680 w 3645002"/>
              <a:gd name="connsiteY47" fmla="*/ 1490797 h 2828518"/>
              <a:gd name="connsiteX48" fmla="*/ 3576972 w 3645002"/>
              <a:gd name="connsiteY48" fmla="*/ 1608954 h 2828518"/>
              <a:gd name="connsiteX49" fmla="*/ 3458816 w 3645002"/>
              <a:gd name="connsiteY49" fmla="*/ 1748594 h 2828518"/>
              <a:gd name="connsiteX50" fmla="*/ 3387205 w 3645002"/>
              <a:gd name="connsiteY50" fmla="*/ 1852428 h 2828518"/>
              <a:gd name="connsiteX51" fmla="*/ 3333498 w 3645002"/>
              <a:gd name="connsiteY51" fmla="*/ 1974166 h 2828518"/>
              <a:gd name="connsiteX52" fmla="*/ 3301273 w 3645002"/>
              <a:gd name="connsiteY52" fmla="*/ 2099484 h 2828518"/>
              <a:gd name="connsiteX53" fmla="*/ 3286951 w 3645002"/>
              <a:gd name="connsiteY53" fmla="*/ 2235543 h 2828518"/>
              <a:gd name="connsiteX54" fmla="*/ 3283370 w 3645002"/>
              <a:gd name="connsiteY54" fmla="*/ 2625819 h 2828518"/>
              <a:gd name="connsiteX55" fmla="*/ 3261887 w 3645002"/>
              <a:gd name="connsiteY55" fmla="*/ 2679527 h 2828518"/>
              <a:gd name="connsiteX56" fmla="*/ 3218921 w 3645002"/>
              <a:gd name="connsiteY56" fmla="*/ 2729654 h 2828518"/>
              <a:gd name="connsiteX57" fmla="*/ 3140150 w 3645002"/>
              <a:gd name="connsiteY57" fmla="*/ 2758298 h 2828518"/>
              <a:gd name="connsiteX58" fmla="*/ 2716087 w 3645002"/>
              <a:gd name="connsiteY58" fmla="*/ 2763052 h 2828518"/>
              <a:gd name="connsiteX59" fmla="*/ 1348040 w 3645002"/>
              <a:gd name="connsiteY59" fmla="*/ 2764226 h 2828518"/>
              <a:gd name="connsiteX60" fmla="*/ 1348040 w 3645002"/>
              <a:gd name="connsiteY60" fmla="*/ 2740414 h 2828518"/>
              <a:gd name="connsiteX61" fmla="*/ 1348040 w 3645002"/>
              <a:gd name="connsiteY61" fmla="*/ 2676120 h 2828518"/>
              <a:gd name="connsiteX62" fmla="*/ 1348040 w 3645002"/>
              <a:gd name="connsiteY62" fmla="*/ 2286025 h 2828518"/>
              <a:gd name="connsiteX63" fmla="*/ 1028716 w 3645002"/>
              <a:gd name="connsiteY63" fmla="*/ 2285765 h 2828518"/>
              <a:gd name="connsiteX64" fmla="*/ 1028716 w 3645002"/>
              <a:gd name="connsiteY64" fmla="*/ 2828518 h 2828518"/>
              <a:gd name="connsiteX65" fmla="*/ 982997 w 3645002"/>
              <a:gd name="connsiteY65" fmla="*/ 2828518 h 2828518"/>
              <a:gd name="connsiteX66" fmla="*/ 982997 w 3645002"/>
              <a:gd name="connsiteY66" fmla="*/ 2285728 h 2828518"/>
              <a:gd name="connsiteX67" fmla="*/ 139399 w 3645002"/>
              <a:gd name="connsiteY67" fmla="*/ 2285041 h 2828518"/>
              <a:gd name="connsiteX68" fmla="*/ 2064 w 3645002"/>
              <a:gd name="connsiteY68" fmla="*/ 2109037 h 2828518"/>
              <a:gd name="connsiteX69" fmla="*/ 174063 w 3645002"/>
              <a:gd name="connsiteY69" fmla="*/ 1929382 h 2828518"/>
              <a:gd name="connsiteX70" fmla="*/ 341086 w 3645002"/>
              <a:gd name="connsiteY70" fmla="*/ 1927669 h 2828518"/>
              <a:gd name="connsiteX71" fmla="*/ 361575 w 3645002"/>
              <a:gd name="connsiteY71" fmla="*/ 1927427 h 2828518"/>
              <a:gd name="connsiteX72" fmla="*/ 361575 w 3645002"/>
              <a:gd name="connsiteY72" fmla="*/ 1926750 h 2828518"/>
              <a:gd name="connsiteX73" fmla="*/ 454725 w 3645002"/>
              <a:gd name="connsiteY73" fmla="*/ 1836924 h 2828518"/>
              <a:gd name="connsiteX74" fmla="*/ 361575 w 3645002"/>
              <a:gd name="connsiteY74" fmla="*/ 1747096 h 2828518"/>
              <a:gd name="connsiteX75" fmla="*/ 171998 w 3645002"/>
              <a:gd name="connsiteY75" fmla="*/ 1745511 h 2828518"/>
              <a:gd name="connsiteX76" fmla="*/ 105049 w 3645002"/>
              <a:gd name="connsiteY76" fmla="*/ 1733196 h 2828518"/>
              <a:gd name="connsiteX77" fmla="*/ 0 w 3645002"/>
              <a:gd name="connsiteY77" fmla="*/ 1567660 h 2828518"/>
              <a:gd name="connsiteX78" fmla="*/ 171998 w 3645002"/>
              <a:gd name="connsiteY78" fmla="*/ 1388005 h 2828518"/>
              <a:gd name="connsiteX79" fmla="*/ 339021 w 3645002"/>
              <a:gd name="connsiteY79" fmla="*/ 1386292 h 2828518"/>
              <a:gd name="connsiteX80" fmla="*/ 359510 w 3645002"/>
              <a:gd name="connsiteY80" fmla="*/ 1386050 h 2828518"/>
              <a:gd name="connsiteX81" fmla="*/ 359510 w 3645002"/>
              <a:gd name="connsiteY81" fmla="*/ 1385373 h 2828518"/>
              <a:gd name="connsiteX82" fmla="*/ 452660 w 3645002"/>
              <a:gd name="connsiteY82" fmla="*/ 1295546 h 2828518"/>
              <a:gd name="connsiteX83" fmla="*/ 359510 w 3645002"/>
              <a:gd name="connsiteY83" fmla="*/ 1205719 h 2828518"/>
              <a:gd name="connsiteX84" fmla="*/ 153593 w 3645002"/>
              <a:gd name="connsiteY84" fmla="*/ 1197044 h 2828518"/>
              <a:gd name="connsiteX85" fmla="*/ 107114 w 3645002"/>
              <a:gd name="connsiteY85" fmla="*/ 1192996 h 2828518"/>
              <a:gd name="connsiteX86" fmla="*/ 2064 w 3645002"/>
              <a:gd name="connsiteY86" fmla="*/ 1027460 h 2828518"/>
              <a:gd name="connsiteX87" fmla="*/ 174063 w 3645002"/>
              <a:gd name="connsiteY87" fmla="*/ 847806 h 2828518"/>
              <a:gd name="connsiteX88" fmla="*/ 341086 w 3645002"/>
              <a:gd name="connsiteY88" fmla="*/ 846092 h 2828518"/>
              <a:gd name="connsiteX89" fmla="*/ 361575 w 3645002"/>
              <a:gd name="connsiteY89" fmla="*/ 845850 h 2828518"/>
              <a:gd name="connsiteX90" fmla="*/ 361575 w 3645002"/>
              <a:gd name="connsiteY90" fmla="*/ 845174 h 2828518"/>
              <a:gd name="connsiteX91" fmla="*/ 454725 w 3645002"/>
              <a:gd name="connsiteY91" fmla="*/ 755347 h 2828518"/>
              <a:gd name="connsiteX92" fmla="*/ 361575 w 3645002"/>
              <a:gd name="connsiteY92" fmla="*/ 665519 h 2828518"/>
              <a:gd name="connsiteX93" fmla="*/ 171998 w 3645002"/>
              <a:gd name="connsiteY93" fmla="*/ 663935 h 2828518"/>
              <a:gd name="connsiteX94" fmla="*/ 105049 w 3645002"/>
              <a:gd name="connsiteY94" fmla="*/ 651619 h 2828518"/>
              <a:gd name="connsiteX95" fmla="*/ 0 w 3645002"/>
              <a:gd name="connsiteY95" fmla="*/ 486083 h 2828518"/>
              <a:gd name="connsiteX96" fmla="*/ 171998 w 3645002"/>
              <a:gd name="connsiteY96" fmla="*/ 306428 h 2828518"/>
              <a:gd name="connsiteX97" fmla="*/ 320144 w 3645002"/>
              <a:gd name="connsiteY97" fmla="*/ 306673 h 2828518"/>
              <a:gd name="connsiteX98" fmla="*/ 1348040 w 3645002"/>
              <a:gd name="connsiteY98" fmla="*/ 306527 h 2828518"/>
              <a:gd name="connsiteX99" fmla="*/ 1348040 w 3645002"/>
              <a:gd name="connsiteY99" fmla="*/ 306294 h 2828518"/>
              <a:gd name="connsiteX100" fmla="*/ 1433238 w 3645002"/>
              <a:gd name="connsiteY100" fmla="*/ 306294 h 2828518"/>
              <a:gd name="connsiteX101" fmla="*/ 1433238 w 3645002"/>
              <a:gd name="connsiteY101" fmla="*/ 2197489 h 2828518"/>
              <a:gd name="connsiteX102" fmla="*/ 1883953 w 3645002"/>
              <a:gd name="connsiteY102" fmla="*/ 2197489 h 2828518"/>
              <a:gd name="connsiteX103" fmla="*/ 1883953 w 3645002"/>
              <a:gd name="connsiteY103" fmla="*/ 1438255 h 2828518"/>
              <a:gd name="connsiteX104" fmla="*/ 1969151 w 3645002"/>
              <a:gd name="connsiteY104" fmla="*/ 1438255 h 2828518"/>
              <a:gd name="connsiteX105" fmla="*/ 1969151 w 3645002"/>
              <a:gd name="connsiteY105" fmla="*/ 2286437 h 2828518"/>
              <a:gd name="connsiteX106" fmla="*/ 1883953 w 3645002"/>
              <a:gd name="connsiteY106" fmla="*/ 2286437 h 2828518"/>
              <a:gd name="connsiteX107" fmla="*/ 1883953 w 3645002"/>
              <a:gd name="connsiteY107" fmla="*/ 2286436 h 2828518"/>
              <a:gd name="connsiteX108" fmla="*/ 1853878 w 3645002"/>
              <a:gd name="connsiteY108" fmla="*/ 2286436 h 2828518"/>
              <a:gd name="connsiteX109" fmla="*/ 1853878 w 3645002"/>
              <a:gd name="connsiteY109" fmla="*/ 2286437 h 2828518"/>
              <a:gd name="connsiteX110" fmla="*/ 1852009 w 3645002"/>
              <a:gd name="connsiteY110" fmla="*/ 2286436 h 2828518"/>
              <a:gd name="connsiteX111" fmla="*/ 1433238 w 3645002"/>
              <a:gd name="connsiteY111" fmla="*/ 2286436 h 2828518"/>
              <a:gd name="connsiteX112" fmla="*/ 1433238 w 3645002"/>
              <a:gd name="connsiteY112" fmla="*/ 2676120 h 2828518"/>
              <a:gd name="connsiteX113" fmla="*/ 2908599 w 3645002"/>
              <a:gd name="connsiteY113" fmla="*/ 2673582 h 2828518"/>
              <a:gd name="connsiteX114" fmla="*/ 3111506 w 3645002"/>
              <a:gd name="connsiteY114" fmla="*/ 2643722 h 2828518"/>
              <a:gd name="connsiteX115" fmla="*/ 3161633 w 3645002"/>
              <a:gd name="connsiteY115" fmla="*/ 2625819 h 2828518"/>
              <a:gd name="connsiteX116" fmla="*/ 3168794 w 3645002"/>
              <a:gd name="connsiteY116" fmla="*/ 2593594 h 2828518"/>
              <a:gd name="connsiteX117" fmla="*/ 3165214 w 3645002"/>
              <a:gd name="connsiteY117" fmla="*/ 2210480 h 2828518"/>
              <a:gd name="connsiteX118" fmla="*/ 3143730 w 3645002"/>
              <a:gd name="connsiteY118" fmla="*/ 2056518 h 2828518"/>
              <a:gd name="connsiteX119" fmla="*/ 3082862 w 3645002"/>
              <a:gd name="connsiteY119" fmla="*/ 1891814 h 2828518"/>
              <a:gd name="connsiteX120" fmla="*/ 2982607 w 3645002"/>
              <a:gd name="connsiteY120" fmla="*/ 1737852 h 2828518"/>
              <a:gd name="connsiteX121" fmla="*/ 2889514 w 3645002"/>
              <a:gd name="connsiteY121" fmla="*/ 1630437 h 2828518"/>
              <a:gd name="connsiteX122" fmla="*/ 2835806 w 3645002"/>
              <a:gd name="connsiteY122" fmla="*/ 1533763 h 2828518"/>
              <a:gd name="connsiteX123" fmla="*/ 2810743 w 3645002"/>
              <a:gd name="connsiteY123" fmla="*/ 1397703 h 2828518"/>
              <a:gd name="connsiteX124" fmla="*/ 2821484 w 3645002"/>
              <a:gd name="connsiteY124" fmla="*/ 1290288 h 2828518"/>
              <a:gd name="connsiteX125" fmla="*/ 2857289 w 3645002"/>
              <a:gd name="connsiteY125" fmla="*/ 1186453 h 2828518"/>
              <a:gd name="connsiteX126" fmla="*/ 2918158 w 3645002"/>
              <a:gd name="connsiteY126" fmla="*/ 1104102 h 2828518"/>
              <a:gd name="connsiteX127" fmla="*/ 3039896 w 3645002"/>
              <a:gd name="connsiteY127" fmla="*/ 957301 h 2828518"/>
              <a:gd name="connsiteX128" fmla="*/ 3104345 w 3645002"/>
              <a:gd name="connsiteY128" fmla="*/ 839144 h 2828518"/>
              <a:gd name="connsiteX129" fmla="*/ 3143730 w 3645002"/>
              <a:gd name="connsiteY129" fmla="*/ 706665 h 2828518"/>
              <a:gd name="connsiteX130" fmla="*/ 3168794 w 3645002"/>
              <a:gd name="connsiteY130" fmla="*/ 534800 h 2828518"/>
              <a:gd name="connsiteX131" fmla="*/ 3165214 w 3645002"/>
              <a:gd name="connsiteY131" fmla="*/ 162427 h 2828518"/>
              <a:gd name="connsiteX132" fmla="*/ 3137769 w 3645002"/>
              <a:gd name="connsiteY132" fmla="*/ 83778 h 2828518"/>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95480 h 2828519"/>
              <a:gd name="connsiteX1" fmla="*/ 171998 w 3645002"/>
              <a:gd name="connsiteY1" fmla="*/ 396257 h 2828519"/>
              <a:gd name="connsiteX2" fmla="*/ 78848 w 3645002"/>
              <a:gd name="connsiteY2" fmla="*/ 486084 h 2828519"/>
              <a:gd name="connsiteX3" fmla="*/ 135740 w 3645002"/>
              <a:gd name="connsiteY3" fmla="*/ 568852 h 2828519"/>
              <a:gd name="connsiteX4" fmla="*/ 159526 w 3645002"/>
              <a:gd name="connsiteY4" fmla="*/ 573483 h 2828519"/>
              <a:gd name="connsiteX5" fmla="*/ 170386 w 3645002"/>
              <a:gd name="connsiteY5" fmla="*/ 573694 h 2828519"/>
              <a:gd name="connsiteX6" fmla="*/ 361575 w 3645002"/>
              <a:gd name="connsiteY6" fmla="*/ 575693 h 2828519"/>
              <a:gd name="connsiteX7" fmla="*/ 533573 w 3645002"/>
              <a:gd name="connsiteY7" fmla="*/ 755348 h 2828519"/>
              <a:gd name="connsiteX8" fmla="*/ 428524 w 3645002"/>
              <a:gd name="connsiteY8" fmla="*/ 920884 h 2828519"/>
              <a:gd name="connsiteX9" fmla="*/ 379980 w 3645002"/>
              <a:gd name="connsiteY9" fmla="*/ 931122 h 2828519"/>
              <a:gd name="connsiteX10" fmla="*/ 174063 w 3645002"/>
              <a:gd name="connsiteY10" fmla="*/ 937634 h 2828519"/>
              <a:gd name="connsiteX11" fmla="*/ 80913 w 3645002"/>
              <a:gd name="connsiteY11" fmla="*/ 1027461 h 2828519"/>
              <a:gd name="connsiteX12" fmla="*/ 137805 w 3645002"/>
              <a:gd name="connsiteY12" fmla="*/ 1110229 h 2828519"/>
              <a:gd name="connsiteX13" fmla="*/ 155329 w 3645002"/>
              <a:gd name="connsiteY13" fmla="*/ 1113642 h 2828519"/>
              <a:gd name="connsiteX14" fmla="*/ 168321 w 3645002"/>
              <a:gd name="connsiteY14" fmla="*/ 1113894 h 2828519"/>
              <a:gd name="connsiteX15" fmla="*/ 359510 w 3645002"/>
              <a:gd name="connsiteY15" fmla="*/ 1115893 h 2828519"/>
              <a:gd name="connsiteX16" fmla="*/ 531508 w 3645002"/>
              <a:gd name="connsiteY16" fmla="*/ 1295547 h 2828519"/>
              <a:gd name="connsiteX17" fmla="*/ 426459 w 3645002"/>
              <a:gd name="connsiteY17" fmla="*/ 1461084 h 2828519"/>
              <a:gd name="connsiteX18" fmla="*/ 377915 w 3645002"/>
              <a:gd name="connsiteY18" fmla="*/ 1471321 h 2828519"/>
              <a:gd name="connsiteX19" fmla="*/ 171998 w 3645002"/>
              <a:gd name="connsiteY19" fmla="*/ 1477834 h 2828519"/>
              <a:gd name="connsiteX20" fmla="*/ 78848 w 3645002"/>
              <a:gd name="connsiteY20" fmla="*/ 1567661 h 2828519"/>
              <a:gd name="connsiteX21" fmla="*/ 135740 w 3645002"/>
              <a:gd name="connsiteY21" fmla="*/ 1650429 h 2828519"/>
              <a:gd name="connsiteX22" fmla="*/ 159526 w 3645002"/>
              <a:gd name="connsiteY22" fmla="*/ 1655060 h 2828519"/>
              <a:gd name="connsiteX23" fmla="*/ 170386 w 3645002"/>
              <a:gd name="connsiteY23" fmla="*/ 1655271 h 2828519"/>
              <a:gd name="connsiteX24" fmla="*/ 361575 w 3645002"/>
              <a:gd name="connsiteY24" fmla="*/ 1657270 h 2828519"/>
              <a:gd name="connsiteX25" fmla="*/ 533573 w 3645002"/>
              <a:gd name="connsiteY25" fmla="*/ 1836925 h 2828519"/>
              <a:gd name="connsiteX26" fmla="*/ 428524 w 3645002"/>
              <a:gd name="connsiteY26" fmla="*/ 2002461 h 2828519"/>
              <a:gd name="connsiteX27" fmla="*/ 379980 w 3645002"/>
              <a:gd name="connsiteY27" fmla="*/ 2012698 h 2828519"/>
              <a:gd name="connsiteX28" fmla="*/ 174063 w 3645002"/>
              <a:gd name="connsiteY28" fmla="*/ 2019211 h 2828519"/>
              <a:gd name="connsiteX29" fmla="*/ 80913 w 3645002"/>
              <a:gd name="connsiteY29" fmla="*/ 2109038 h 2828519"/>
              <a:gd name="connsiteX30" fmla="*/ 174063 w 3645002"/>
              <a:gd name="connsiteY30" fmla="*/ 2198865 h 2828519"/>
              <a:gd name="connsiteX31" fmla="*/ 174063 w 3645002"/>
              <a:gd name="connsiteY31" fmla="*/ 2199142 h 2828519"/>
              <a:gd name="connsiteX32" fmla="*/ 1348040 w 3645002"/>
              <a:gd name="connsiteY32" fmla="*/ 2199142 h 2828519"/>
              <a:gd name="connsiteX33" fmla="*/ 1348040 w 3645002"/>
              <a:gd name="connsiteY33" fmla="*/ 395480 h 2828519"/>
              <a:gd name="connsiteX34" fmla="*/ 3137769 w 3645002"/>
              <a:gd name="connsiteY34" fmla="*/ 83779 h 2828519"/>
              <a:gd name="connsiteX35" fmla="*/ 3131822 w 3645002"/>
              <a:gd name="connsiteY35" fmla="*/ 139 h 2828519"/>
              <a:gd name="connsiteX36" fmla="*/ 3210527 w 3645002"/>
              <a:gd name="connsiteY36" fmla="*/ 22805 h 2828519"/>
              <a:gd name="connsiteX37" fmla="*/ 3258307 w 3645002"/>
              <a:gd name="connsiteY37" fmla="*/ 83656 h 2828519"/>
              <a:gd name="connsiteX38" fmla="*/ 3286951 w 3645002"/>
              <a:gd name="connsiteY38" fmla="*/ 162428 h 2828519"/>
              <a:gd name="connsiteX39" fmla="*/ 3283370 w 3645002"/>
              <a:gd name="connsiteY39" fmla="*/ 552704 h 2828519"/>
              <a:gd name="connsiteX40" fmla="*/ 3301273 w 3645002"/>
              <a:gd name="connsiteY40" fmla="*/ 667280 h 2828519"/>
              <a:gd name="connsiteX41" fmla="*/ 3344239 w 3645002"/>
              <a:gd name="connsiteY41" fmla="*/ 824823 h 2828519"/>
              <a:gd name="connsiteX42" fmla="*/ 3397947 w 3645002"/>
              <a:gd name="connsiteY42" fmla="*/ 932238 h 2828519"/>
              <a:gd name="connsiteX43" fmla="*/ 3469557 w 3645002"/>
              <a:gd name="connsiteY43" fmla="*/ 1036073 h 2828519"/>
              <a:gd name="connsiteX44" fmla="*/ 3566231 w 3645002"/>
              <a:gd name="connsiteY44" fmla="*/ 1147069 h 2828519"/>
              <a:gd name="connsiteX45" fmla="*/ 3619939 w 3645002"/>
              <a:gd name="connsiteY45" fmla="*/ 1250904 h 2828519"/>
              <a:gd name="connsiteX46" fmla="*/ 3645002 w 3645002"/>
              <a:gd name="connsiteY46" fmla="*/ 1372641 h 2828519"/>
              <a:gd name="connsiteX47" fmla="*/ 3630680 w 3645002"/>
              <a:gd name="connsiteY47" fmla="*/ 1490798 h 2828519"/>
              <a:gd name="connsiteX48" fmla="*/ 3576972 w 3645002"/>
              <a:gd name="connsiteY48" fmla="*/ 1608955 h 2828519"/>
              <a:gd name="connsiteX49" fmla="*/ 3458816 w 3645002"/>
              <a:gd name="connsiteY49" fmla="*/ 1748595 h 2828519"/>
              <a:gd name="connsiteX50" fmla="*/ 3387205 w 3645002"/>
              <a:gd name="connsiteY50" fmla="*/ 1852429 h 2828519"/>
              <a:gd name="connsiteX51" fmla="*/ 3333498 w 3645002"/>
              <a:gd name="connsiteY51" fmla="*/ 1974167 h 2828519"/>
              <a:gd name="connsiteX52" fmla="*/ 3301273 w 3645002"/>
              <a:gd name="connsiteY52" fmla="*/ 2099485 h 2828519"/>
              <a:gd name="connsiteX53" fmla="*/ 3286951 w 3645002"/>
              <a:gd name="connsiteY53" fmla="*/ 2235544 h 2828519"/>
              <a:gd name="connsiteX54" fmla="*/ 3283370 w 3645002"/>
              <a:gd name="connsiteY54" fmla="*/ 2625820 h 2828519"/>
              <a:gd name="connsiteX55" fmla="*/ 3261887 w 3645002"/>
              <a:gd name="connsiteY55" fmla="*/ 2679528 h 2828519"/>
              <a:gd name="connsiteX56" fmla="*/ 3218921 w 3645002"/>
              <a:gd name="connsiteY56" fmla="*/ 2729655 h 2828519"/>
              <a:gd name="connsiteX57" fmla="*/ 3140150 w 3645002"/>
              <a:gd name="connsiteY57" fmla="*/ 2758299 h 2828519"/>
              <a:gd name="connsiteX58" fmla="*/ 2716087 w 3645002"/>
              <a:gd name="connsiteY58" fmla="*/ 2763053 h 2828519"/>
              <a:gd name="connsiteX59" fmla="*/ 1348040 w 3645002"/>
              <a:gd name="connsiteY59" fmla="*/ 2764227 h 2828519"/>
              <a:gd name="connsiteX60" fmla="*/ 1348040 w 3645002"/>
              <a:gd name="connsiteY60" fmla="*/ 2740415 h 2828519"/>
              <a:gd name="connsiteX61" fmla="*/ 1348040 w 3645002"/>
              <a:gd name="connsiteY61" fmla="*/ 2676121 h 2828519"/>
              <a:gd name="connsiteX62" fmla="*/ 1348040 w 3645002"/>
              <a:gd name="connsiteY62" fmla="*/ 2286026 h 2828519"/>
              <a:gd name="connsiteX63" fmla="*/ 1028716 w 3645002"/>
              <a:gd name="connsiteY63" fmla="*/ 2285766 h 2828519"/>
              <a:gd name="connsiteX64" fmla="*/ 1028716 w 3645002"/>
              <a:gd name="connsiteY64" fmla="*/ 2828519 h 2828519"/>
              <a:gd name="connsiteX65" fmla="*/ 982997 w 3645002"/>
              <a:gd name="connsiteY65" fmla="*/ 2828519 h 2828519"/>
              <a:gd name="connsiteX66" fmla="*/ 982997 w 3645002"/>
              <a:gd name="connsiteY66" fmla="*/ 2285729 h 2828519"/>
              <a:gd name="connsiteX67" fmla="*/ 139399 w 3645002"/>
              <a:gd name="connsiteY67" fmla="*/ 2285042 h 2828519"/>
              <a:gd name="connsiteX68" fmla="*/ 2064 w 3645002"/>
              <a:gd name="connsiteY68" fmla="*/ 2109038 h 2828519"/>
              <a:gd name="connsiteX69" fmla="*/ 174063 w 3645002"/>
              <a:gd name="connsiteY69" fmla="*/ 1929383 h 2828519"/>
              <a:gd name="connsiteX70" fmla="*/ 341086 w 3645002"/>
              <a:gd name="connsiteY70" fmla="*/ 1927670 h 2828519"/>
              <a:gd name="connsiteX71" fmla="*/ 361575 w 3645002"/>
              <a:gd name="connsiteY71" fmla="*/ 1927428 h 2828519"/>
              <a:gd name="connsiteX72" fmla="*/ 361575 w 3645002"/>
              <a:gd name="connsiteY72" fmla="*/ 1926751 h 2828519"/>
              <a:gd name="connsiteX73" fmla="*/ 454725 w 3645002"/>
              <a:gd name="connsiteY73" fmla="*/ 1836925 h 2828519"/>
              <a:gd name="connsiteX74" fmla="*/ 361575 w 3645002"/>
              <a:gd name="connsiteY74" fmla="*/ 1747097 h 2828519"/>
              <a:gd name="connsiteX75" fmla="*/ 171998 w 3645002"/>
              <a:gd name="connsiteY75" fmla="*/ 1745512 h 2828519"/>
              <a:gd name="connsiteX76" fmla="*/ 105049 w 3645002"/>
              <a:gd name="connsiteY76" fmla="*/ 1733197 h 2828519"/>
              <a:gd name="connsiteX77" fmla="*/ 0 w 3645002"/>
              <a:gd name="connsiteY77" fmla="*/ 1567661 h 2828519"/>
              <a:gd name="connsiteX78" fmla="*/ 171998 w 3645002"/>
              <a:gd name="connsiteY78" fmla="*/ 1388006 h 2828519"/>
              <a:gd name="connsiteX79" fmla="*/ 339021 w 3645002"/>
              <a:gd name="connsiteY79" fmla="*/ 1386293 h 2828519"/>
              <a:gd name="connsiteX80" fmla="*/ 359510 w 3645002"/>
              <a:gd name="connsiteY80" fmla="*/ 1386051 h 2828519"/>
              <a:gd name="connsiteX81" fmla="*/ 359510 w 3645002"/>
              <a:gd name="connsiteY81" fmla="*/ 1385374 h 2828519"/>
              <a:gd name="connsiteX82" fmla="*/ 452660 w 3645002"/>
              <a:gd name="connsiteY82" fmla="*/ 1295547 h 2828519"/>
              <a:gd name="connsiteX83" fmla="*/ 359510 w 3645002"/>
              <a:gd name="connsiteY83" fmla="*/ 1205720 h 2828519"/>
              <a:gd name="connsiteX84" fmla="*/ 153593 w 3645002"/>
              <a:gd name="connsiteY84" fmla="*/ 1197045 h 2828519"/>
              <a:gd name="connsiteX85" fmla="*/ 107114 w 3645002"/>
              <a:gd name="connsiteY85" fmla="*/ 1192997 h 2828519"/>
              <a:gd name="connsiteX86" fmla="*/ 2064 w 3645002"/>
              <a:gd name="connsiteY86" fmla="*/ 1027461 h 2828519"/>
              <a:gd name="connsiteX87" fmla="*/ 174063 w 3645002"/>
              <a:gd name="connsiteY87" fmla="*/ 847807 h 2828519"/>
              <a:gd name="connsiteX88" fmla="*/ 341086 w 3645002"/>
              <a:gd name="connsiteY88" fmla="*/ 846093 h 2828519"/>
              <a:gd name="connsiteX89" fmla="*/ 361575 w 3645002"/>
              <a:gd name="connsiteY89" fmla="*/ 845851 h 2828519"/>
              <a:gd name="connsiteX90" fmla="*/ 361575 w 3645002"/>
              <a:gd name="connsiteY90" fmla="*/ 845175 h 2828519"/>
              <a:gd name="connsiteX91" fmla="*/ 454725 w 3645002"/>
              <a:gd name="connsiteY91" fmla="*/ 755348 h 2828519"/>
              <a:gd name="connsiteX92" fmla="*/ 361575 w 3645002"/>
              <a:gd name="connsiteY92" fmla="*/ 665520 h 2828519"/>
              <a:gd name="connsiteX93" fmla="*/ 171998 w 3645002"/>
              <a:gd name="connsiteY93" fmla="*/ 663936 h 2828519"/>
              <a:gd name="connsiteX94" fmla="*/ 105049 w 3645002"/>
              <a:gd name="connsiteY94" fmla="*/ 651620 h 2828519"/>
              <a:gd name="connsiteX95" fmla="*/ 0 w 3645002"/>
              <a:gd name="connsiteY95" fmla="*/ 486084 h 2828519"/>
              <a:gd name="connsiteX96" fmla="*/ 171998 w 3645002"/>
              <a:gd name="connsiteY96" fmla="*/ 306429 h 2828519"/>
              <a:gd name="connsiteX97" fmla="*/ 320144 w 3645002"/>
              <a:gd name="connsiteY97" fmla="*/ 306674 h 2828519"/>
              <a:gd name="connsiteX98" fmla="*/ 1348040 w 3645002"/>
              <a:gd name="connsiteY98" fmla="*/ 306528 h 2828519"/>
              <a:gd name="connsiteX99" fmla="*/ 1348040 w 3645002"/>
              <a:gd name="connsiteY99" fmla="*/ 306295 h 2828519"/>
              <a:gd name="connsiteX100" fmla="*/ 1433238 w 3645002"/>
              <a:gd name="connsiteY100" fmla="*/ 306295 h 2828519"/>
              <a:gd name="connsiteX101" fmla="*/ 1433238 w 3645002"/>
              <a:gd name="connsiteY101" fmla="*/ 2197490 h 2828519"/>
              <a:gd name="connsiteX102" fmla="*/ 1883953 w 3645002"/>
              <a:gd name="connsiteY102" fmla="*/ 2197490 h 2828519"/>
              <a:gd name="connsiteX103" fmla="*/ 1883953 w 3645002"/>
              <a:gd name="connsiteY103" fmla="*/ 1438256 h 2828519"/>
              <a:gd name="connsiteX104" fmla="*/ 1969151 w 3645002"/>
              <a:gd name="connsiteY104" fmla="*/ 1438256 h 2828519"/>
              <a:gd name="connsiteX105" fmla="*/ 1969151 w 3645002"/>
              <a:gd name="connsiteY105" fmla="*/ 2286438 h 2828519"/>
              <a:gd name="connsiteX106" fmla="*/ 1883953 w 3645002"/>
              <a:gd name="connsiteY106" fmla="*/ 2286438 h 2828519"/>
              <a:gd name="connsiteX107" fmla="*/ 1883953 w 3645002"/>
              <a:gd name="connsiteY107" fmla="*/ 2286437 h 2828519"/>
              <a:gd name="connsiteX108" fmla="*/ 1853878 w 3645002"/>
              <a:gd name="connsiteY108" fmla="*/ 2286437 h 2828519"/>
              <a:gd name="connsiteX109" fmla="*/ 1853878 w 3645002"/>
              <a:gd name="connsiteY109" fmla="*/ 2286438 h 2828519"/>
              <a:gd name="connsiteX110" fmla="*/ 1852009 w 3645002"/>
              <a:gd name="connsiteY110" fmla="*/ 2286437 h 2828519"/>
              <a:gd name="connsiteX111" fmla="*/ 1433238 w 3645002"/>
              <a:gd name="connsiteY111" fmla="*/ 2286437 h 2828519"/>
              <a:gd name="connsiteX112" fmla="*/ 1433238 w 3645002"/>
              <a:gd name="connsiteY112" fmla="*/ 2676121 h 2828519"/>
              <a:gd name="connsiteX113" fmla="*/ 2908599 w 3645002"/>
              <a:gd name="connsiteY113" fmla="*/ 2673583 h 2828519"/>
              <a:gd name="connsiteX114" fmla="*/ 3111506 w 3645002"/>
              <a:gd name="connsiteY114" fmla="*/ 2643723 h 2828519"/>
              <a:gd name="connsiteX115" fmla="*/ 3161633 w 3645002"/>
              <a:gd name="connsiteY115" fmla="*/ 2625820 h 2828519"/>
              <a:gd name="connsiteX116" fmla="*/ 3168794 w 3645002"/>
              <a:gd name="connsiteY116" fmla="*/ 2593595 h 2828519"/>
              <a:gd name="connsiteX117" fmla="*/ 3165214 w 3645002"/>
              <a:gd name="connsiteY117" fmla="*/ 2210481 h 2828519"/>
              <a:gd name="connsiteX118" fmla="*/ 3143730 w 3645002"/>
              <a:gd name="connsiteY118" fmla="*/ 2056519 h 2828519"/>
              <a:gd name="connsiteX119" fmla="*/ 3082862 w 3645002"/>
              <a:gd name="connsiteY119" fmla="*/ 1891815 h 2828519"/>
              <a:gd name="connsiteX120" fmla="*/ 2982607 w 3645002"/>
              <a:gd name="connsiteY120" fmla="*/ 1737853 h 2828519"/>
              <a:gd name="connsiteX121" fmla="*/ 2889514 w 3645002"/>
              <a:gd name="connsiteY121" fmla="*/ 1630438 h 2828519"/>
              <a:gd name="connsiteX122" fmla="*/ 2835806 w 3645002"/>
              <a:gd name="connsiteY122" fmla="*/ 1533764 h 2828519"/>
              <a:gd name="connsiteX123" fmla="*/ 2810743 w 3645002"/>
              <a:gd name="connsiteY123" fmla="*/ 1397704 h 2828519"/>
              <a:gd name="connsiteX124" fmla="*/ 2821484 w 3645002"/>
              <a:gd name="connsiteY124" fmla="*/ 1290289 h 2828519"/>
              <a:gd name="connsiteX125" fmla="*/ 2857289 w 3645002"/>
              <a:gd name="connsiteY125" fmla="*/ 1186454 h 2828519"/>
              <a:gd name="connsiteX126" fmla="*/ 2918158 w 3645002"/>
              <a:gd name="connsiteY126" fmla="*/ 1104103 h 2828519"/>
              <a:gd name="connsiteX127" fmla="*/ 3039896 w 3645002"/>
              <a:gd name="connsiteY127" fmla="*/ 957302 h 2828519"/>
              <a:gd name="connsiteX128" fmla="*/ 3104345 w 3645002"/>
              <a:gd name="connsiteY128" fmla="*/ 839145 h 2828519"/>
              <a:gd name="connsiteX129" fmla="*/ 3143730 w 3645002"/>
              <a:gd name="connsiteY129" fmla="*/ 706666 h 2828519"/>
              <a:gd name="connsiteX130" fmla="*/ 3168794 w 3645002"/>
              <a:gd name="connsiteY130" fmla="*/ 534801 h 2828519"/>
              <a:gd name="connsiteX131" fmla="*/ 3165214 w 3645002"/>
              <a:gd name="connsiteY131" fmla="*/ 162428 h 2828519"/>
              <a:gd name="connsiteX132" fmla="*/ 3137769 w 3645002"/>
              <a:gd name="connsiteY132" fmla="*/ 83779 h 2828519"/>
              <a:gd name="connsiteX0" fmla="*/ 1348040 w 3645002"/>
              <a:gd name="connsiteY0" fmla="*/ 388409 h 2821448"/>
              <a:gd name="connsiteX1" fmla="*/ 171998 w 3645002"/>
              <a:gd name="connsiteY1" fmla="*/ 389186 h 2821448"/>
              <a:gd name="connsiteX2" fmla="*/ 78848 w 3645002"/>
              <a:gd name="connsiteY2" fmla="*/ 479013 h 2821448"/>
              <a:gd name="connsiteX3" fmla="*/ 135740 w 3645002"/>
              <a:gd name="connsiteY3" fmla="*/ 561781 h 2821448"/>
              <a:gd name="connsiteX4" fmla="*/ 159526 w 3645002"/>
              <a:gd name="connsiteY4" fmla="*/ 566412 h 2821448"/>
              <a:gd name="connsiteX5" fmla="*/ 170386 w 3645002"/>
              <a:gd name="connsiteY5" fmla="*/ 566623 h 2821448"/>
              <a:gd name="connsiteX6" fmla="*/ 361575 w 3645002"/>
              <a:gd name="connsiteY6" fmla="*/ 568622 h 2821448"/>
              <a:gd name="connsiteX7" fmla="*/ 533573 w 3645002"/>
              <a:gd name="connsiteY7" fmla="*/ 748277 h 2821448"/>
              <a:gd name="connsiteX8" fmla="*/ 428524 w 3645002"/>
              <a:gd name="connsiteY8" fmla="*/ 913813 h 2821448"/>
              <a:gd name="connsiteX9" fmla="*/ 379980 w 3645002"/>
              <a:gd name="connsiteY9" fmla="*/ 924051 h 2821448"/>
              <a:gd name="connsiteX10" fmla="*/ 174063 w 3645002"/>
              <a:gd name="connsiteY10" fmla="*/ 930563 h 2821448"/>
              <a:gd name="connsiteX11" fmla="*/ 80913 w 3645002"/>
              <a:gd name="connsiteY11" fmla="*/ 1020390 h 2821448"/>
              <a:gd name="connsiteX12" fmla="*/ 137805 w 3645002"/>
              <a:gd name="connsiteY12" fmla="*/ 1103158 h 2821448"/>
              <a:gd name="connsiteX13" fmla="*/ 155329 w 3645002"/>
              <a:gd name="connsiteY13" fmla="*/ 1106571 h 2821448"/>
              <a:gd name="connsiteX14" fmla="*/ 168321 w 3645002"/>
              <a:gd name="connsiteY14" fmla="*/ 1106823 h 2821448"/>
              <a:gd name="connsiteX15" fmla="*/ 359510 w 3645002"/>
              <a:gd name="connsiteY15" fmla="*/ 1108822 h 2821448"/>
              <a:gd name="connsiteX16" fmla="*/ 531508 w 3645002"/>
              <a:gd name="connsiteY16" fmla="*/ 1288476 h 2821448"/>
              <a:gd name="connsiteX17" fmla="*/ 426459 w 3645002"/>
              <a:gd name="connsiteY17" fmla="*/ 1454013 h 2821448"/>
              <a:gd name="connsiteX18" fmla="*/ 377915 w 3645002"/>
              <a:gd name="connsiteY18" fmla="*/ 1464250 h 2821448"/>
              <a:gd name="connsiteX19" fmla="*/ 171998 w 3645002"/>
              <a:gd name="connsiteY19" fmla="*/ 1470763 h 2821448"/>
              <a:gd name="connsiteX20" fmla="*/ 78848 w 3645002"/>
              <a:gd name="connsiteY20" fmla="*/ 1560590 h 2821448"/>
              <a:gd name="connsiteX21" fmla="*/ 135740 w 3645002"/>
              <a:gd name="connsiteY21" fmla="*/ 1643358 h 2821448"/>
              <a:gd name="connsiteX22" fmla="*/ 159526 w 3645002"/>
              <a:gd name="connsiteY22" fmla="*/ 1647989 h 2821448"/>
              <a:gd name="connsiteX23" fmla="*/ 170386 w 3645002"/>
              <a:gd name="connsiteY23" fmla="*/ 1648200 h 2821448"/>
              <a:gd name="connsiteX24" fmla="*/ 361575 w 3645002"/>
              <a:gd name="connsiteY24" fmla="*/ 1650199 h 2821448"/>
              <a:gd name="connsiteX25" fmla="*/ 533573 w 3645002"/>
              <a:gd name="connsiteY25" fmla="*/ 1829854 h 2821448"/>
              <a:gd name="connsiteX26" fmla="*/ 428524 w 3645002"/>
              <a:gd name="connsiteY26" fmla="*/ 1995390 h 2821448"/>
              <a:gd name="connsiteX27" fmla="*/ 379980 w 3645002"/>
              <a:gd name="connsiteY27" fmla="*/ 2005627 h 2821448"/>
              <a:gd name="connsiteX28" fmla="*/ 174063 w 3645002"/>
              <a:gd name="connsiteY28" fmla="*/ 2012140 h 2821448"/>
              <a:gd name="connsiteX29" fmla="*/ 80913 w 3645002"/>
              <a:gd name="connsiteY29" fmla="*/ 2101967 h 2821448"/>
              <a:gd name="connsiteX30" fmla="*/ 174063 w 3645002"/>
              <a:gd name="connsiteY30" fmla="*/ 2191794 h 2821448"/>
              <a:gd name="connsiteX31" fmla="*/ 174063 w 3645002"/>
              <a:gd name="connsiteY31" fmla="*/ 2192071 h 2821448"/>
              <a:gd name="connsiteX32" fmla="*/ 1348040 w 3645002"/>
              <a:gd name="connsiteY32" fmla="*/ 2192071 h 2821448"/>
              <a:gd name="connsiteX33" fmla="*/ 1348040 w 3645002"/>
              <a:gd name="connsiteY33" fmla="*/ 388409 h 2821448"/>
              <a:gd name="connsiteX34" fmla="*/ 3137769 w 3645002"/>
              <a:gd name="connsiteY34" fmla="*/ 76708 h 2821448"/>
              <a:gd name="connsiteX35" fmla="*/ 3131822 w 3645002"/>
              <a:gd name="connsiteY35" fmla="*/ 212 h 2821448"/>
              <a:gd name="connsiteX36" fmla="*/ 3210527 w 3645002"/>
              <a:gd name="connsiteY36" fmla="*/ 15734 h 2821448"/>
              <a:gd name="connsiteX37" fmla="*/ 3258307 w 3645002"/>
              <a:gd name="connsiteY37" fmla="*/ 76585 h 2821448"/>
              <a:gd name="connsiteX38" fmla="*/ 3286951 w 3645002"/>
              <a:gd name="connsiteY38" fmla="*/ 155357 h 2821448"/>
              <a:gd name="connsiteX39" fmla="*/ 3283370 w 3645002"/>
              <a:gd name="connsiteY39" fmla="*/ 545633 h 2821448"/>
              <a:gd name="connsiteX40" fmla="*/ 3301273 w 3645002"/>
              <a:gd name="connsiteY40" fmla="*/ 660209 h 2821448"/>
              <a:gd name="connsiteX41" fmla="*/ 3344239 w 3645002"/>
              <a:gd name="connsiteY41" fmla="*/ 817752 h 2821448"/>
              <a:gd name="connsiteX42" fmla="*/ 3397947 w 3645002"/>
              <a:gd name="connsiteY42" fmla="*/ 925167 h 2821448"/>
              <a:gd name="connsiteX43" fmla="*/ 3469557 w 3645002"/>
              <a:gd name="connsiteY43" fmla="*/ 1029002 h 2821448"/>
              <a:gd name="connsiteX44" fmla="*/ 3566231 w 3645002"/>
              <a:gd name="connsiteY44" fmla="*/ 1139998 h 2821448"/>
              <a:gd name="connsiteX45" fmla="*/ 3619939 w 3645002"/>
              <a:gd name="connsiteY45" fmla="*/ 1243833 h 2821448"/>
              <a:gd name="connsiteX46" fmla="*/ 3645002 w 3645002"/>
              <a:gd name="connsiteY46" fmla="*/ 1365570 h 2821448"/>
              <a:gd name="connsiteX47" fmla="*/ 3630680 w 3645002"/>
              <a:gd name="connsiteY47" fmla="*/ 1483727 h 2821448"/>
              <a:gd name="connsiteX48" fmla="*/ 3576972 w 3645002"/>
              <a:gd name="connsiteY48" fmla="*/ 1601884 h 2821448"/>
              <a:gd name="connsiteX49" fmla="*/ 3458816 w 3645002"/>
              <a:gd name="connsiteY49" fmla="*/ 1741524 h 2821448"/>
              <a:gd name="connsiteX50" fmla="*/ 3387205 w 3645002"/>
              <a:gd name="connsiteY50" fmla="*/ 1845358 h 2821448"/>
              <a:gd name="connsiteX51" fmla="*/ 3333498 w 3645002"/>
              <a:gd name="connsiteY51" fmla="*/ 1967096 h 2821448"/>
              <a:gd name="connsiteX52" fmla="*/ 3301273 w 3645002"/>
              <a:gd name="connsiteY52" fmla="*/ 2092414 h 2821448"/>
              <a:gd name="connsiteX53" fmla="*/ 3286951 w 3645002"/>
              <a:gd name="connsiteY53" fmla="*/ 2228473 h 2821448"/>
              <a:gd name="connsiteX54" fmla="*/ 3283370 w 3645002"/>
              <a:gd name="connsiteY54" fmla="*/ 2618749 h 2821448"/>
              <a:gd name="connsiteX55" fmla="*/ 3261887 w 3645002"/>
              <a:gd name="connsiteY55" fmla="*/ 2672457 h 2821448"/>
              <a:gd name="connsiteX56" fmla="*/ 3218921 w 3645002"/>
              <a:gd name="connsiteY56" fmla="*/ 2722584 h 2821448"/>
              <a:gd name="connsiteX57" fmla="*/ 3140150 w 3645002"/>
              <a:gd name="connsiteY57" fmla="*/ 2751228 h 2821448"/>
              <a:gd name="connsiteX58" fmla="*/ 2716087 w 3645002"/>
              <a:gd name="connsiteY58" fmla="*/ 2755982 h 2821448"/>
              <a:gd name="connsiteX59" fmla="*/ 1348040 w 3645002"/>
              <a:gd name="connsiteY59" fmla="*/ 2757156 h 2821448"/>
              <a:gd name="connsiteX60" fmla="*/ 1348040 w 3645002"/>
              <a:gd name="connsiteY60" fmla="*/ 2733344 h 2821448"/>
              <a:gd name="connsiteX61" fmla="*/ 1348040 w 3645002"/>
              <a:gd name="connsiteY61" fmla="*/ 2669050 h 2821448"/>
              <a:gd name="connsiteX62" fmla="*/ 1348040 w 3645002"/>
              <a:gd name="connsiteY62" fmla="*/ 2278955 h 2821448"/>
              <a:gd name="connsiteX63" fmla="*/ 1028716 w 3645002"/>
              <a:gd name="connsiteY63" fmla="*/ 2278695 h 2821448"/>
              <a:gd name="connsiteX64" fmla="*/ 1028716 w 3645002"/>
              <a:gd name="connsiteY64" fmla="*/ 2821448 h 2821448"/>
              <a:gd name="connsiteX65" fmla="*/ 982997 w 3645002"/>
              <a:gd name="connsiteY65" fmla="*/ 2821448 h 2821448"/>
              <a:gd name="connsiteX66" fmla="*/ 982997 w 3645002"/>
              <a:gd name="connsiteY66" fmla="*/ 2278658 h 2821448"/>
              <a:gd name="connsiteX67" fmla="*/ 139399 w 3645002"/>
              <a:gd name="connsiteY67" fmla="*/ 2277971 h 2821448"/>
              <a:gd name="connsiteX68" fmla="*/ 2064 w 3645002"/>
              <a:gd name="connsiteY68" fmla="*/ 2101967 h 2821448"/>
              <a:gd name="connsiteX69" fmla="*/ 174063 w 3645002"/>
              <a:gd name="connsiteY69" fmla="*/ 1922312 h 2821448"/>
              <a:gd name="connsiteX70" fmla="*/ 341086 w 3645002"/>
              <a:gd name="connsiteY70" fmla="*/ 1920599 h 2821448"/>
              <a:gd name="connsiteX71" fmla="*/ 361575 w 3645002"/>
              <a:gd name="connsiteY71" fmla="*/ 1920357 h 2821448"/>
              <a:gd name="connsiteX72" fmla="*/ 361575 w 3645002"/>
              <a:gd name="connsiteY72" fmla="*/ 1919680 h 2821448"/>
              <a:gd name="connsiteX73" fmla="*/ 454725 w 3645002"/>
              <a:gd name="connsiteY73" fmla="*/ 1829854 h 2821448"/>
              <a:gd name="connsiteX74" fmla="*/ 361575 w 3645002"/>
              <a:gd name="connsiteY74" fmla="*/ 1740026 h 2821448"/>
              <a:gd name="connsiteX75" fmla="*/ 171998 w 3645002"/>
              <a:gd name="connsiteY75" fmla="*/ 1738441 h 2821448"/>
              <a:gd name="connsiteX76" fmla="*/ 105049 w 3645002"/>
              <a:gd name="connsiteY76" fmla="*/ 1726126 h 2821448"/>
              <a:gd name="connsiteX77" fmla="*/ 0 w 3645002"/>
              <a:gd name="connsiteY77" fmla="*/ 1560590 h 2821448"/>
              <a:gd name="connsiteX78" fmla="*/ 171998 w 3645002"/>
              <a:gd name="connsiteY78" fmla="*/ 1380935 h 2821448"/>
              <a:gd name="connsiteX79" fmla="*/ 339021 w 3645002"/>
              <a:gd name="connsiteY79" fmla="*/ 1379222 h 2821448"/>
              <a:gd name="connsiteX80" fmla="*/ 359510 w 3645002"/>
              <a:gd name="connsiteY80" fmla="*/ 1378980 h 2821448"/>
              <a:gd name="connsiteX81" fmla="*/ 359510 w 3645002"/>
              <a:gd name="connsiteY81" fmla="*/ 1378303 h 2821448"/>
              <a:gd name="connsiteX82" fmla="*/ 452660 w 3645002"/>
              <a:gd name="connsiteY82" fmla="*/ 1288476 h 2821448"/>
              <a:gd name="connsiteX83" fmla="*/ 359510 w 3645002"/>
              <a:gd name="connsiteY83" fmla="*/ 1198649 h 2821448"/>
              <a:gd name="connsiteX84" fmla="*/ 153593 w 3645002"/>
              <a:gd name="connsiteY84" fmla="*/ 1189974 h 2821448"/>
              <a:gd name="connsiteX85" fmla="*/ 107114 w 3645002"/>
              <a:gd name="connsiteY85" fmla="*/ 1185926 h 2821448"/>
              <a:gd name="connsiteX86" fmla="*/ 2064 w 3645002"/>
              <a:gd name="connsiteY86" fmla="*/ 1020390 h 2821448"/>
              <a:gd name="connsiteX87" fmla="*/ 174063 w 3645002"/>
              <a:gd name="connsiteY87" fmla="*/ 840736 h 2821448"/>
              <a:gd name="connsiteX88" fmla="*/ 341086 w 3645002"/>
              <a:gd name="connsiteY88" fmla="*/ 839022 h 2821448"/>
              <a:gd name="connsiteX89" fmla="*/ 361575 w 3645002"/>
              <a:gd name="connsiteY89" fmla="*/ 838780 h 2821448"/>
              <a:gd name="connsiteX90" fmla="*/ 361575 w 3645002"/>
              <a:gd name="connsiteY90" fmla="*/ 838104 h 2821448"/>
              <a:gd name="connsiteX91" fmla="*/ 454725 w 3645002"/>
              <a:gd name="connsiteY91" fmla="*/ 748277 h 2821448"/>
              <a:gd name="connsiteX92" fmla="*/ 361575 w 3645002"/>
              <a:gd name="connsiteY92" fmla="*/ 658449 h 2821448"/>
              <a:gd name="connsiteX93" fmla="*/ 171998 w 3645002"/>
              <a:gd name="connsiteY93" fmla="*/ 656865 h 2821448"/>
              <a:gd name="connsiteX94" fmla="*/ 105049 w 3645002"/>
              <a:gd name="connsiteY94" fmla="*/ 644549 h 2821448"/>
              <a:gd name="connsiteX95" fmla="*/ 0 w 3645002"/>
              <a:gd name="connsiteY95" fmla="*/ 479013 h 2821448"/>
              <a:gd name="connsiteX96" fmla="*/ 171998 w 3645002"/>
              <a:gd name="connsiteY96" fmla="*/ 299358 h 2821448"/>
              <a:gd name="connsiteX97" fmla="*/ 320144 w 3645002"/>
              <a:gd name="connsiteY97" fmla="*/ 299603 h 2821448"/>
              <a:gd name="connsiteX98" fmla="*/ 1348040 w 3645002"/>
              <a:gd name="connsiteY98" fmla="*/ 299457 h 2821448"/>
              <a:gd name="connsiteX99" fmla="*/ 1348040 w 3645002"/>
              <a:gd name="connsiteY99" fmla="*/ 299224 h 2821448"/>
              <a:gd name="connsiteX100" fmla="*/ 1433238 w 3645002"/>
              <a:gd name="connsiteY100" fmla="*/ 299224 h 2821448"/>
              <a:gd name="connsiteX101" fmla="*/ 1433238 w 3645002"/>
              <a:gd name="connsiteY101" fmla="*/ 2190419 h 2821448"/>
              <a:gd name="connsiteX102" fmla="*/ 1883953 w 3645002"/>
              <a:gd name="connsiteY102" fmla="*/ 2190419 h 2821448"/>
              <a:gd name="connsiteX103" fmla="*/ 1883953 w 3645002"/>
              <a:gd name="connsiteY103" fmla="*/ 1431185 h 2821448"/>
              <a:gd name="connsiteX104" fmla="*/ 1969151 w 3645002"/>
              <a:gd name="connsiteY104" fmla="*/ 1431185 h 2821448"/>
              <a:gd name="connsiteX105" fmla="*/ 1969151 w 3645002"/>
              <a:gd name="connsiteY105" fmla="*/ 2279367 h 2821448"/>
              <a:gd name="connsiteX106" fmla="*/ 1883953 w 3645002"/>
              <a:gd name="connsiteY106" fmla="*/ 2279367 h 2821448"/>
              <a:gd name="connsiteX107" fmla="*/ 1883953 w 3645002"/>
              <a:gd name="connsiteY107" fmla="*/ 2279366 h 2821448"/>
              <a:gd name="connsiteX108" fmla="*/ 1853878 w 3645002"/>
              <a:gd name="connsiteY108" fmla="*/ 2279366 h 2821448"/>
              <a:gd name="connsiteX109" fmla="*/ 1853878 w 3645002"/>
              <a:gd name="connsiteY109" fmla="*/ 2279367 h 2821448"/>
              <a:gd name="connsiteX110" fmla="*/ 1852009 w 3645002"/>
              <a:gd name="connsiteY110" fmla="*/ 2279366 h 2821448"/>
              <a:gd name="connsiteX111" fmla="*/ 1433238 w 3645002"/>
              <a:gd name="connsiteY111" fmla="*/ 2279366 h 2821448"/>
              <a:gd name="connsiteX112" fmla="*/ 1433238 w 3645002"/>
              <a:gd name="connsiteY112" fmla="*/ 2669050 h 2821448"/>
              <a:gd name="connsiteX113" fmla="*/ 2908599 w 3645002"/>
              <a:gd name="connsiteY113" fmla="*/ 2666512 h 2821448"/>
              <a:gd name="connsiteX114" fmla="*/ 3111506 w 3645002"/>
              <a:gd name="connsiteY114" fmla="*/ 2636652 h 2821448"/>
              <a:gd name="connsiteX115" fmla="*/ 3161633 w 3645002"/>
              <a:gd name="connsiteY115" fmla="*/ 2618749 h 2821448"/>
              <a:gd name="connsiteX116" fmla="*/ 3168794 w 3645002"/>
              <a:gd name="connsiteY116" fmla="*/ 2586524 h 2821448"/>
              <a:gd name="connsiteX117" fmla="*/ 3165214 w 3645002"/>
              <a:gd name="connsiteY117" fmla="*/ 2203410 h 2821448"/>
              <a:gd name="connsiteX118" fmla="*/ 3143730 w 3645002"/>
              <a:gd name="connsiteY118" fmla="*/ 2049448 h 2821448"/>
              <a:gd name="connsiteX119" fmla="*/ 3082862 w 3645002"/>
              <a:gd name="connsiteY119" fmla="*/ 1884744 h 2821448"/>
              <a:gd name="connsiteX120" fmla="*/ 2982607 w 3645002"/>
              <a:gd name="connsiteY120" fmla="*/ 1730782 h 2821448"/>
              <a:gd name="connsiteX121" fmla="*/ 2889514 w 3645002"/>
              <a:gd name="connsiteY121" fmla="*/ 1623367 h 2821448"/>
              <a:gd name="connsiteX122" fmla="*/ 2835806 w 3645002"/>
              <a:gd name="connsiteY122" fmla="*/ 1526693 h 2821448"/>
              <a:gd name="connsiteX123" fmla="*/ 2810743 w 3645002"/>
              <a:gd name="connsiteY123" fmla="*/ 1390633 h 2821448"/>
              <a:gd name="connsiteX124" fmla="*/ 2821484 w 3645002"/>
              <a:gd name="connsiteY124" fmla="*/ 1283218 h 2821448"/>
              <a:gd name="connsiteX125" fmla="*/ 2857289 w 3645002"/>
              <a:gd name="connsiteY125" fmla="*/ 1179383 h 2821448"/>
              <a:gd name="connsiteX126" fmla="*/ 2918158 w 3645002"/>
              <a:gd name="connsiteY126" fmla="*/ 1097032 h 2821448"/>
              <a:gd name="connsiteX127" fmla="*/ 3039896 w 3645002"/>
              <a:gd name="connsiteY127" fmla="*/ 950231 h 2821448"/>
              <a:gd name="connsiteX128" fmla="*/ 3104345 w 3645002"/>
              <a:gd name="connsiteY128" fmla="*/ 832074 h 2821448"/>
              <a:gd name="connsiteX129" fmla="*/ 3143730 w 3645002"/>
              <a:gd name="connsiteY129" fmla="*/ 699595 h 2821448"/>
              <a:gd name="connsiteX130" fmla="*/ 3168794 w 3645002"/>
              <a:gd name="connsiteY130" fmla="*/ 527730 h 2821448"/>
              <a:gd name="connsiteX131" fmla="*/ 3165214 w 3645002"/>
              <a:gd name="connsiteY131" fmla="*/ 155357 h 2821448"/>
              <a:gd name="connsiteX132" fmla="*/ 3137769 w 3645002"/>
              <a:gd name="connsiteY132" fmla="*/ 76708 h 2821448"/>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58307 w 3645002"/>
              <a:gd name="connsiteY37" fmla="*/ 76531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95340 h 2828379"/>
              <a:gd name="connsiteX1" fmla="*/ 171998 w 3645002"/>
              <a:gd name="connsiteY1" fmla="*/ 396117 h 2828379"/>
              <a:gd name="connsiteX2" fmla="*/ 78848 w 3645002"/>
              <a:gd name="connsiteY2" fmla="*/ 485944 h 2828379"/>
              <a:gd name="connsiteX3" fmla="*/ 135740 w 3645002"/>
              <a:gd name="connsiteY3" fmla="*/ 568712 h 2828379"/>
              <a:gd name="connsiteX4" fmla="*/ 159526 w 3645002"/>
              <a:gd name="connsiteY4" fmla="*/ 573343 h 2828379"/>
              <a:gd name="connsiteX5" fmla="*/ 170386 w 3645002"/>
              <a:gd name="connsiteY5" fmla="*/ 573554 h 2828379"/>
              <a:gd name="connsiteX6" fmla="*/ 361575 w 3645002"/>
              <a:gd name="connsiteY6" fmla="*/ 575553 h 2828379"/>
              <a:gd name="connsiteX7" fmla="*/ 533573 w 3645002"/>
              <a:gd name="connsiteY7" fmla="*/ 755208 h 2828379"/>
              <a:gd name="connsiteX8" fmla="*/ 428524 w 3645002"/>
              <a:gd name="connsiteY8" fmla="*/ 920744 h 2828379"/>
              <a:gd name="connsiteX9" fmla="*/ 379980 w 3645002"/>
              <a:gd name="connsiteY9" fmla="*/ 930982 h 2828379"/>
              <a:gd name="connsiteX10" fmla="*/ 174063 w 3645002"/>
              <a:gd name="connsiteY10" fmla="*/ 937494 h 2828379"/>
              <a:gd name="connsiteX11" fmla="*/ 80913 w 3645002"/>
              <a:gd name="connsiteY11" fmla="*/ 1027321 h 2828379"/>
              <a:gd name="connsiteX12" fmla="*/ 137805 w 3645002"/>
              <a:gd name="connsiteY12" fmla="*/ 1110089 h 2828379"/>
              <a:gd name="connsiteX13" fmla="*/ 155329 w 3645002"/>
              <a:gd name="connsiteY13" fmla="*/ 1113502 h 2828379"/>
              <a:gd name="connsiteX14" fmla="*/ 168321 w 3645002"/>
              <a:gd name="connsiteY14" fmla="*/ 1113754 h 2828379"/>
              <a:gd name="connsiteX15" fmla="*/ 359510 w 3645002"/>
              <a:gd name="connsiteY15" fmla="*/ 1115753 h 2828379"/>
              <a:gd name="connsiteX16" fmla="*/ 531508 w 3645002"/>
              <a:gd name="connsiteY16" fmla="*/ 1295407 h 2828379"/>
              <a:gd name="connsiteX17" fmla="*/ 426459 w 3645002"/>
              <a:gd name="connsiteY17" fmla="*/ 1460944 h 2828379"/>
              <a:gd name="connsiteX18" fmla="*/ 377915 w 3645002"/>
              <a:gd name="connsiteY18" fmla="*/ 1471181 h 2828379"/>
              <a:gd name="connsiteX19" fmla="*/ 171998 w 3645002"/>
              <a:gd name="connsiteY19" fmla="*/ 1477694 h 2828379"/>
              <a:gd name="connsiteX20" fmla="*/ 78848 w 3645002"/>
              <a:gd name="connsiteY20" fmla="*/ 1567521 h 2828379"/>
              <a:gd name="connsiteX21" fmla="*/ 135740 w 3645002"/>
              <a:gd name="connsiteY21" fmla="*/ 1650289 h 2828379"/>
              <a:gd name="connsiteX22" fmla="*/ 159526 w 3645002"/>
              <a:gd name="connsiteY22" fmla="*/ 1654920 h 2828379"/>
              <a:gd name="connsiteX23" fmla="*/ 170386 w 3645002"/>
              <a:gd name="connsiteY23" fmla="*/ 1655131 h 2828379"/>
              <a:gd name="connsiteX24" fmla="*/ 361575 w 3645002"/>
              <a:gd name="connsiteY24" fmla="*/ 1657130 h 2828379"/>
              <a:gd name="connsiteX25" fmla="*/ 533573 w 3645002"/>
              <a:gd name="connsiteY25" fmla="*/ 1836785 h 2828379"/>
              <a:gd name="connsiteX26" fmla="*/ 428524 w 3645002"/>
              <a:gd name="connsiteY26" fmla="*/ 2002321 h 2828379"/>
              <a:gd name="connsiteX27" fmla="*/ 379980 w 3645002"/>
              <a:gd name="connsiteY27" fmla="*/ 2012558 h 2828379"/>
              <a:gd name="connsiteX28" fmla="*/ 174063 w 3645002"/>
              <a:gd name="connsiteY28" fmla="*/ 2019071 h 2828379"/>
              <a:gd name="connsiteX29" fmla="*/ 80913 w 3645002"/>
              <a:gd name="connsiteY29" fmla="*/ 2108898 h 2828379"/>
              <a:gd name="connsiteX30" fmla="*/ 174063 w 3645002"/>
              <a:gd name="connsiteY30" fmla="*/ 2198725 h 2828379"/>
              <a:gd name="connsiteX31" fmla="*/ 174063 w 3645002"/>
              <a:gd name="connsiteY31" fmla="*/ 2199002 h 2828379"/>
              <a:gd name="connsiteX32" fmla="*/ 1348040 w 3645002"/>
              <a:gd name="connsiteY32" fmla="*/ 2199002 h 2828379"/>
              <a:gd name="connsiteX33" fmla="*/ 1348040 w 3645002"/>
              <a:gd name="connsiteY33" fmla="*/ 395340 h 2828379"/>
              <a:gd name="connsiteX34" fmla="*/ 3137769 w 3645002"/>
              <a:gd name="connsiteY34" fmla="*/ 83639 h 2828379"/>
              <a:gd name="connsiteX35" fmla="*/ 3131822 w 3645002"/>
              <a:gd name="connsiteY35" fmla="*/ 0 h 2828379"/>
              <a:gd name="connsiteX36" fmla="*/ 3227196 w 3645002"/>
              <a:gd name="connsiteY36" fmla="*/ 27428 h 2828379"/>
              <a:gd name="connsiteX37" fmla="*/ 3265451 w 3645002"/>
              <a:gd name="connsiteY37" fmla="*/ 81134 h 2828379"/>
              <a:gd name="connsiteX38" fmla="*/ 3286951 w 3645002"/>
              <a:gd name="connsiteY38" fmla="*/ 162288 h 2828379"/>
              <a:gd name="connsiteX39" fmla="*/ 3283370 w 3645002"/>
              <a:gd name="connsiteY39" fmla="*/ 552564 h 2828379"/>
              <a:gd name="connsiteX40" fmla="*/ 3301273 w 3645002"/>
              <a:gd name="connsiteY40" fmla="*/ 667140 h 2828379"/>
              <a:gd name="connsiteX41" fmla="*/ 3344239 w 3645002"/>
              <a:gd name="connsiteY41" fmla="*/ 824683 h 2828379"/>
              <a:gd name="connsiteX42" fmla="*/ 3397947 w 3645002"/>
              <a:gd name="connsiteY42" fmla="*/ 932098 h 2828379"/>
              <a:gd name="connsiteX43" fmla="*/ 3469557 w 3645002"/>
              <a:gd name="connsiteY43" fmla="*/ 1035933 h 2828379"/>
              <a:gd name="connsiteX44" fmla="*/ 3566231 w 3645002"/>
              <a:gd name="connsiteY44" fmla="*/ 1146929 h 2828379"/>
              <a:gd name="connsiteX45" fmla="*/ 3619939 w 3645002"/>
              <a:gd name="connsiteY45" fmla="*/ 1250764 h 2828379"/>
              <a:gd name="connsiteX46" fmla="*/ 3645002 w 3645002"/>
              <a:gd name="connsiteY46" fmla="*/ 1372501 h 2828379"/>
              <a:gd name="connsiteX47" fmla="*/ 3630680 w 3645002"/>
              <a:gd name="connsiteY47" fmla="*/ 1490658 h 2828379"/>
              <a:gd name="connsiteX48" fmla="*/ 3576972 w 3645002"/>
              <a:gd name="connsiteY48" fmla="*/ 1608815 h 2828379"/>
              <a:gd name="connsiteX49" fmla="*/ 3458816 w 3645002"/>
              <a:gd name="connsiteY49" fmla="*/ 1748455 h 2828379"/>
              <a:gd name="connsiteX50" fmla="*/ 3387205 w 3645002"/>
              <a:gd name="connsiteY50" fmla="*/ 1852289 h 2828379"/>
              <a:gd name="connsiteX51" fmla="*/ 3333498 w 3645002"/>
              <a:gd name="connsiteY51" fmla="*/ 1974027 h 2828379"/>
              <a:gd name="connsiteX52" fmla="*/ 3301273 w 3645002"/>
              <a:gd name="connsiteY52" fmla="*/ 2099345 h 2828379"/>
              <a:gd name="connsiteX53" fmla="*/ 3286951 w 3645002"/>
              <a:gd name="connsiteY53" fmla="*/ 2235404 h 2828379"/>
              <a:gd name="connsiteX54" fmla="*/ 3283370 w 3645002"/>
              <a:gd name="connsiteY54" fmla="*/ 2625680 h 2828379"/>
              <a:gd name="connsiteX55" fmla="*/ 3261887 w 3645002"/>
              <a:gd name="connsiteY55" fmla="*/ 2679388 h 2828379"/>
              <a:gd name="connsiteX56" fmla="*/ 3218921 w 3645002"/>
              <a:gd name="connsiteY56" fmla="*/ 2729515 h 2828379"/>
              <a:gd name="connsiteX57" fmla="*/ 3140150 w 3645002"/>
              <a:gd name="connsiteY57" fmla="*/ 2758159 h 2828379"/>
              <a:gd name="connsiteX58" fmla="*/ 2716087 w 3645002"/>
              <a:gd name="connsiteY58" fmla="*/ 2762913 h 2828379"/>
              <a:gd name="connsiteX59" fmla="*/ 1348040 w 3645002"/>
              <a:gd name="connsiteY59" fmla="*/ 2764087 h 2828379"/>
              <a:gd name="connsiteX60" fmla="*/ 1348040 w 3645002"/>
              <a:gd name="connsiteY60" fmla="*/ 2740275 h 2828379"/>
              <a:gd name="connsiteX61" fmla="*/ 1348040 w 3645002"/>
              <a:gd name="connsiteY61" fmla="*/ 2675981 h 2828379"/>
              <a:gd name="connsiteX62" fmla="*/ 1348040 w 3645002"/>
              <a:gd name="connsiteY62" fmla="*/ 2285886 h 2828379"/>
              <a:gd name="connsiteX63" fmla="*/ 1028716 w 3645002"/>
              <a:gd name="connsiteY63" fmla="*/ 2285626 h 2828379"/>
              <a:gd name="connsiteX64" fmla="*/ 1028716 w 3645002"/>
              <a:gd name="connsiteY64" fmla="*/ 2828379 h 2828379"/>
              <a:gd name="connsiteX65" fmla="*/ 982997 w 3645002"/>
              <a:gd name="connsiteY65" fmla="*/ 2828379 h 2828379"/>
              <a:gd name="connsiteX66" fmla="*/ 982997 w 3645002"/>
              <a:gd name="connsiteY66" fmla="*/ 2285589 h 2828379"/>
              <a:gd name="connsiteX67" fmla="*/ 139399 w 3645002"/>
              <a:gd name="connsiteY67" fmla="*/ 2284902 h 2828379"/>
              <a:gd name="connsiteX68" fmla="*/ 2064 w 3645002"/>
              <a:gd name="connsiteY68" fmla="*/ 2108898 h 2828379"/>
              <a:gd name="connsiteX69" fmla="*/ 174063 w 3645002"/>
              <a:gd name="connsiteY69" fmla="*/ 1929243 h 2828379"/>
              <a:gd name="connsiteX70" fmla="*/ 341086 w 3645002"/>
              <a:gd name="connsiteY70" fmla="*/ 1927530 h 2828379"/>
              <a:gd name="connsiteX71" fmla="*/ 361575 w 3645002"/>
              <a:gd name="connsiteY71" fmla="*/ 1927288 h 2828379"/>
              <a:gd name="connsiteX72" fmla="*/ 361575 w 3645002"/>
              <a:gd name="connsiteY72" fmla="*/ 1926611 h 2828379"/>
              <a:gd name="connsiteX73" fmla="*/ 454725 w 3645002"/>
              <a:gd name="connsiteY73" fmla="*/ 1836785 h 2828379"/>
              <a:gd name="connsiteX74" fmla="*/ 361575 w 3645002"/>
              <a:gd name="connsiteY74" fmla="*/ 1746957 h 2828379"/>
              <a:gd name="connsiteX75" fmla="*/ 171998 w 3645002"/>
              <a:gd name="connsiteY75" fmla="*/ 1745372 h 2828379"/>
              <a:gd name="connsiteX76" fmla="*/ 105049 w 3645002"/>
              <a:gd name="connsiteY76" fmla="*/ 1733057 h 2828379"/>
              <a:gd name="connsiteX77" fmla="*/ 0 w 3645002"/>
              <a:gd name="connsiteY77" fmla="*/ 1567521 h 2828379"/>
              <a:gd name="connsiteX78" fmla="*/ 171998 w 3645002"/>
              <a:gd name="connsiteY78" fmla="*/ 1387866 h 2828379"/>
              <a:gd name="connsiteX79" fmla="*/ 339021 w 3645002"/>
              <a:gd name="connsiteY79" fmla="*/ 1386153 h 2828379"/>
              <a:gd name="connsiteX80" fmla="*/ 359510 w 3645002"/>
              <a:gd name="connsiteY80" fmla="*/ 1385911 h 2828379"/>
              <a:gd name="connsiteX81" fmla="*/ 359510 w 3645002"/>
              <a:gd name="connsiteY81" fmla="*/ 1385234 h 2828379"/>
              <a:gd name="connsiteX82" fmla="*/ 452660 w 3645002"/>
              <a:gd name="connsiteY82" fmla="*/ 1295407 h 2828379"/>
              <a:gd name="connsiteX83" fmla="*/ 359510 w 3645002"/>
              <a:gd name="connsiteY83" fmla="*/ 1205580 h 2828379"/>
              <a:gd name="connsiteX84" fmla="*/ 153593 w 3645002"/>
              <a:gd name="connsiteY84" fmla="*/ 1196905 h 2828379"/>
              <a:gd name="connsiteX85" fmla="*/ 107114 w 3645002"/>
              <a:gd name="connsiteY85" fmla="*/ 1192857 h 2828379"/>
              <a:gd name="connsiteX86" fmla="*/ 2064 w 3645002"/>
              <a:gd name="connsiteY86" fmla="*/ 1027321 h 2828379"/>
              <a:gd name="connsiteX87" fmla="*/ 174063 w 3645002"/>
              <a:gd name="connsiteY87" fmla="*/ 847667 h 2828379"/>
              <a:gd name="connsiteX88" fmla="*/ 341086 w 3645002"/>
              <a:gd name="connsiteY88" fmla="*/ 845953 h 2828379"/>
              <a:gd name="connsiteX89" fmla="*/ 361575 w 3645002"/>
              <a:gd name="connsiteY89" fmla="*/ 845711 h 2828379"/>
              <a:gd name="connsiteX90" fmla="*/ 361575 w 3645002"/>
              <a:gd name="connsiteY90" fmla="*/ 845035 h 2828379"/>
              <a:gd name="connsiteX91" fmla="*/ 454725 w 3645002"/>
              <a:gd name="connsiteY91" fmla="*/ 755208 h 2828379"/>
              <a:gd name="connsiteX92" fmla="*/ 361575 w 3645002"/>
              <a:gd name="connsiteY92" fmla="*/ 665380 h 2828379"/>
              <a:gd name="connsiteX93" fmla="*/ 171998 w 3645002"/>
              <a:gd name="connsiteY93" fmla="*/ 663796 h 2828379"/>
              <a:gd name="connsiteX94" fmla="*/ 105049 w 3645002"/>
              <a:gd name="connsiteY94" fmla="*/ 651480 h 2828379"/>
              <a:gd name="connsiteX95" fmla="*/ 0 w 3645002"/>
              <a:gd name="connsiteY95" fmla="*/ 485944 h 2828379"/>
              <a:gd name="connsiteX96" fmla="*/ 171998 w 3645002"/>
              <a:gd name="connsiteY96" fmla="*/ 306289 h 2828379"/>
              <a:gd name="connsiteX97" fmla="*/ 320144 w 3645002"/>
              <a:gd name="connsiteY97" fmla="*/ 306534 h 2828379"/>
              <a:gd name="connsiteX98" fmla="*/ 1348040 w 3645002"/>
              <a:gd name="connsiteY98" fmla="*/ 306388 h 2828379"/>
              <a:gd name="connsiteX99" fmla="*/ 1348040 w 3645002"/>
              <a:gd name="connsiteY99" fmla="*/ 306155 h 2828379"/>
              <a:gd name="connsiteX100" fmla="*/ 1433238 w 3645002"/>
              <a:gd name="connsiteY100" fmla="*/ 306155 h 2828379"/>
              <a:gd name="connsiteX101" fmla="*/ 1433238 w 3645002"/>
              <a:gd name="connsiteY101" fmla="*/ 2197350 h 2828379"/>
              <a:gd name="connsiteX102" fmla="*/ 1883953 w 3645002"/>
              <a:gd name="connsiteY102" fmla="*/ 2197350 h 2828379"/>
              <a:gd name="connsiteX103" fmla="*/ 1883953 w 3645002"/>
              <a:gd name="connsiteY103" fmla="*/ 1438116 h 2828379"/>
              <a:gd name="connsiteX104" fmla="*/ 1969151 w 3645002"/>
              <a:gd name="connsiteY104" fmla="*/ 1438116 h 2828379"/>
              <a:gd name="connsiteX105" fmla="*/ 1969151 w 3645002"/>
              <a:gd name="connsiteY105" fmla="*/ 2286298 h 2828379"/>
              <a:gd name="connsiteX106" fmla="*/ 1883953 w 3645002"/>
              <a:gd name="connsiteY106" fmla="*/ 2286298 h 2828379"/>
              <a:gd name="connsiteX107" fmla="*/ 1883953 w 3645002"/>
              <a:gd name="connsiteY107" fmla="*/ 2286297 h 2828379"/>
              <a:gd name="connsiteX108" fmla="*/ 1853878 w 3645002"/>
              <a:gd name="connsiteY108" fmla="*/ 2286297 h 2828379"/>
              <a:gd name="connsiteX109" fmla="*/ 1853878 w 3645002"/>
              <a:gd name="connsiteY109" fmla="*/ 2286298 h 2828379"/>
              <a:gd name="connsiteX110" fmla="*/ 1852009 w 3645002"/>
              <a:gd name="connsiteY110" fmla="*/ 2286297 h 2828379"/>
              <a:gd name="connsiteX111" fmla="*/ 1433238 w 3645002"/>
              <a:gd name="connsiteY111" fmla="*/ 2286297 h 2828379"/>
              <a:gd name="connsiteX112" fmla="*/ 1433238 w 3645002"/>
              <a:gd name="connsiteY112" fmla="*/ 2675981 h 2828379"/>
              <a:gd name="connsiteX113" fmla="*/ 2908599 w 3645002"/>
              <a:gd name="connsiteY113" fmla="*/ 2673443 h 2828379"/>
              <a:gd name="connsiteX114" fmla="*/ 3111506 w 3645002"/>
              <a:gd name="connsiteY114" fmla="*/ 2643583 h 2828379"/>
              <a:gd name="connsiteX115" fmla="*/ 3161633 w 3645002"/>
              <a:gd name="connsiteY115" fmla="*/ 2625680 h 2828379"/>
              <a:gd name="connsiteX116" fmla="*/ 3168794 w 3645002"/>
              <a:gd name="connsiteY116" fmla="*/ 2593455 h 2828379"/>
              <a:gd name="connsiteX117" fmla="*/ 3165214 w 3645002"/>
              <a:gd name="connsiteY117" fmla="*/ 2210341 h 2828379"/>
              <a:gd name="connsiteX118" fmla="*/ 3143730 w 3645002"/>
              <a:gd name="connsiteY118" fmla="*/ 2056379 h 2828379"/>
              <a:gd name="connsiteX119" fmla="*/ 3082862 w 3645002"/>
              <a:gd name="connsiteY119" fmla="*/ 1891675 h 2828379"/>
              <a:gd name="connsiteX120" fmla="*/ 2982607 w 3645002"/>
              <a:gd name="connsiteY120" fmla="*/ 1737713 h 2828379"/>
              <a:gd name="connsiteX121" fmla="*/ 2889514 w 3645002"/>
              <a:gd name="connsiteY121" fmla="*/ 1630298 h 2828379"/>
              <a:gd name="connsiteX122" fmla="*/ 2835806 w 3645002"/>
              <a:gd name="connsiteY122" fmla="*/ 1533624 h 2828379"/>
              <a:gd name="connsiteX123" fmla="*/ 2810743 w 3645002"/>
              <a:gd name="connsiteY123" fmla="*/ 1397564 h 2828379"/>
              <a:gd name="connsiteX124" fmla="*/ 2821484 w 3645002"/>
              <a:gd name="connsiteY124" fmla="*/ 1290149 h 2828379"/>
              <a:gd name="connsiteX125" fmla="*/ 2857289 w 3645002"/>
              <a:gd name="connsiteY125" fmla="*/ 1186314 h 2828379"/>
              <a:gd name="connsiteX126" fmla="*/ 2918158 w 3645002"/>
              <a:gd name="connsiteY126" fmla="*/ 1103963 h 2828379"/>
              <a:gd name="connsiteX127" fmla="*/ 3039896 w 3645002"/>
              <a:gd name="connsiteY127" fmla="*/ 957162 h 2828379"/>
              <a:gd name="connsiteX128" fmla="*/ 3104345 w 3645002"/>
              <a:gd name="connsiteY128" fmla="*/ 839005 h 2828379"/>
              <a:gd name="connsiteX129" fmla="*/ 3143730 w 3645002"/>
              <a:gd name="connsiteY129" fmla="*/ 706526 h 2828379"/>
              <a:gd name="connsiteX130" fmla="*/ 3168794 w 3645002"/>
              <a:gd name="connsiteY130" fmla="*/ 534661 h 2828379"/>
              <a:gd name="connsiteX131" fmla="*/ 3165214 w 3645002"/>
              <a:gd name="connsiteY131" fmla="*/ 162288 h 2828379"/>
              <a:gd name="connsiteX132" fmla="*/ 3137769 w 3645002"/>
              <a:gd name="connsiteY132" fmla="*/ 83639 h 2828379"/>
              <a:gd name="connsiteX0" fmla="*/ 1348040 w 3645002"/>
              <a:gd name="connsiteY0" fmla="*/ 395453 h 2828492"/>
              <a:gd name="connsiteX1" fmla="*/ 171998 w 3645002"/>
              <a:gd name="connsiteY1" fmla="*/ 396230 h 2828492"/>
              <a:gd name="connsiteX2" fmla="*/ 78848 w 3645002"/>
              <a:gd name="connsiteY2" fmla="*/ 486057 h 2828492"/>
              <a:gd name="connsiteX3" fmla="*/ 135740 w 3645002"/>
              <a:gd name="connsiteY3" fmla="*/ 568825 h 2828492"/>
              <a:gd name="connsiteX4" fmla="*/ 159526 w 3645002"/>
              <a:gd name="connsiteY4" fmla="*/ 573456 h 2828492"/>
              <a:gd name="connsiteX5" fmla="*/ 170386 w 3645002"/>
              <a:gd name="connsiteY5" fmla="*/ 573667 h 2828492"/>
              <a:gd name="connsiteX6" fmla="*/ 361575 w 3645002"/>
              <a:gd name="connsiteY6" fmla="*/ 575666 h 2828492"/>
              <a:gd name="connsiteX7" fmla="*/ 533573 w 3645002"/>
              <a:gd name="connsiteY7" fmla="*/ 755321 h 2828492"/>
              <a:gd name="connsiteX8" fmla="*/ 428524 w 3645002"/>
              <a:gd name="connsiteY8" fmla="*/ 920857 h 2828492"/>
              <a:gd name="connsiteX9" fmla="*/ 379980 w 3645002"/>
              <a:gd name="connsiteY9" fmla="*/ 931095 h 2828492"/>
              <a:gd name="connsiteX10" fmla="*/ 174063 w 3645002"/>
              <a:gd name="connsiteY10" fmla="*/ 937607 h 2828492"/>
              <a:gd name="connsiteX11" fmla="*/ 80913 w 3645002"/>
              <a:gd name="connsiteY11" fmla="*/ 1027434 h 2828492"/>
              <a:gd name="connsiteX12" fmla="*/ 137805 w 3645002"/>
              <a:gd name="connsiteY12" fmla="*/ 1110202 h 2828492"/>
              <a:gd name="connsiteX13" fmla="*/ 155329 w 3645002"/>
              <a:gd name="connsiteY13" fmla="*/ 1113615 h 2828492"/>
              <a:gd name="connsiteX14" fmla="*/ 168321 w 3645002"/>
              <a:gd name="connsiteY14" fmla="*/ 1113867 h 2828492"/>
              <a:gd name="connsiteX15" fmla="*/ 359510 w 3645002"/>
              <a:gd name="connsiteY15" fmla="*/ 1115866 h 2828492"/>
              <a:gd name="connsiteX16" fmla="*/ 531508 w 3645002"/>
              <a:gd name="connsiteY16" fmla="*/ 1295520 h 2828492"/>
              <a:gd name="connsiteX17" fmla="*/ 426459 w 3645002"/>
              <a:gd name="connsiteY17" fmla="*/ 1461057 h 2828492"/>
              <a:gd name="connsiteX18" fmla="*/ 377915 w 3645002"/>
              <a:gd name="connsiteY18" fmla="*/ 1471294 h 2828492"/>
              <a:gd name="connsiteX19" fmla="*/ 171998 w 3645002"/>
              <a:gd name="connsiteY19" fmla="*/ 1477807 h 2828492"/>
              <a:gd name="connsiteX20" fmla="*/ 78848 w 3645002"/>
              <a:gd name="connsiteY20" fmla="*/ 1567634 h 2828492"/>
              <a:gd name="connsiteX21" fmla="*/ 135740 w 3645002"/>
              <a:gd name="connsiteY21" fmla="*/ 1650402 h 2828492"/>
              <a:gd name="connsiteX22" fmla="*/ 159526 w 3645002"/>
              <a:gd name="connsiteY22" fmla="*/ 1655033 h 2828492"/>
              <a:gd name="connsiteX23" fmla="*/ 170386 w 3645002"/>
              <a:gd name="connsiteY23" fmla="*/ 1655244 h 2828492"/>
              <a:gd name="connsiteX24" fmla="*/ 361575 w 3645002"/>
              <a:gd name="connsiteY24" fmla="*/ 1657243 h 2828492"/>
              <a:gd name="connsiteX25" fmla="*/ 533573 w 3645002"/>
              <a:gd name="connsiteY25" fmla="*/ 1836898 h 2828492"/>
              <a:gd name="connsiteX26" fmla="*/ 428524 w 3645002"/>
              <a:gd name="connsiteY26" fmla="*/ 2002434 h 2828492"/>
              <a:gd name="connsiteX27" fmla="*/ 379980 w 3645002"/>
              <a:gd name="connsiteY27" fmla="*/ 2012671 h 2828492"/>
              <a:gd name="connsiteX28" fmla="*/ 174063 w 3645002"/>
              <a:gd name="connsiteY28" fmla="*/ 2019184 h 2828492"/>
              <a:gd name="connsiteX29" fmla="*/ 80913 w 3645002"/>
              <a:gd name="connsiteY29" fmla="*/ 2109011 h 2828492"/>
              <a:gd name="connsiteX30" fmla="*/ 174063 w 3645002"/>
              <a:gd name="connsiteY30" fmla="*/ 2198838 h 2828492"/>
              <a:gd name="connsiteX31" fmla="*/ 174063 w 3645002"/>
              <a:gd name="connsiteY31" fmla="*/ 2199115 h 2828492"/>
              <a:gd name="connsiteX32" fmla="*/ 1348040 w 3645002"/>
              <a:gd name="connsiteY32" fmla="*/ 2199115 h 2828492"/>
              <a:gd name="connsiteX33" fmla="*/ 1348040 w 3645002"/>
              <a:gd name="connsiteY33" fmla="*/ 395453 h 2828492"/>
              <a:gd name="connsiteX34" fmla="*/ 3137769 w 3645002"/>
              <a:gd name="connsiteY34" fmla="*/ 83752 h 2828492"/>
              <a:gd name="connsiteX35" fmla="*/ 3131822 w 3645002"/>
              <a:gd name="connsiteY35" fmla="*/ 113 h 2828492"/>
              <a:gd name="connsiteX36" fmla="*/ 3227196 w 3645002"/>
              <a:gd name="connsiteY36" fmla="*/ 27541 h 2828492"/>
              <a:gd name="connsiteX37" fmla="*/ 3265451 w 3645002"/>
              <a:gd name="connsiteY37" fmla="*/ 81247 h 2828492"/>
              <a:gd name="connsiteX38" fmla="*/ 3286951 w 3645002"/>
              <a:gd name="connsiteY38" fmla="*/ 162401 h 2828492"/>
              <a:gd name="connsiteX39" fmla="*/ 3283370 w 3645002"/>
              <a:gd name="connsiteY39" fmla="*/ 552677 h 2828492"/>
              <a:gd name="connsiteX40" fmla="*/ 3301273 w 3645002"/>
              <a:gd name="connsiteY40" fmla="*/ 667253 h 2828492"/>
              <a:gd name="connsiteX41" fmla="*/ 3344239 w 3645002"/>
              <a:gd name="connsiteY41" fmla="*/ 824796 h 2828492"/>
              <a:gd name="connsiteX42" fmla="*/ 3397947 w 3645002"/>
              <a:gd name="connsiteY42" fmla="*/ 932211 h 2828492"/>
              <a:gd name="connsiteX43" fmla="*/ 3469557 w 3645002"/>
              <a:gd name="connsiteY43" fmla="*/ 1036046 h 2828492"/>
              <a:gd name="connsiteX44" fmla="*/ 3566231 w 3645002"/>
              <a:gd name="connsiteY44" fmla="*/ 1147042 h 2828492"/>
              <a:gd name="connsiteX45" fmla="*/ 3619939 w 3645002"/>
              <a:gd name="connsiteY45" fmla="*/ 1250877 h 2828492"/>
              <a:gd name="connsiteX46" fmla="*/ 3645002 w 3645002"/>
              <a:gd name="connsiteY46" fmla="*/ 1372614 h 2828492"/>
              <a:gd name="connsiteX47" fmla="*/ 3630680 w 3645002"/>
              <a:gd name="connsiteY47" fmla="*/ 1490771 h 2828492"/>
              <a:gd name="connsiteX48" fmla="*/ 3576972 w 3645002"/>
              <a:gd name="connsiteY48" fmla="*/ 1608928 h 2828492"/>
              <a:gd name="connsiteX49" fmla="*/ 3458816 w 3645002"/>
              <a:gd name="connsiteY49" fmla="*/ 1748568 h 2828492"/>
              <a:gd name="connsiteX50" fmla="*/ 3387205 w 3645002"/>
              <a:gd name="connsiteY50" fmla="*/ 1852402 h 2828492"/>
              <a:gd name="connsiteX51" fmla="*/ 3333498 w 3645002"/>
              <a:gd name="connsiteY51" fmla="*/ 1974140 h 2828492"/>
              <a:gd name="connsiteX52" fmla="*/ 3301273 w 3645002"/>
              <a:gd name="connsiteY52" fmla="*/ 2099458 h 2828492"/>
              <a:gd name="connsiteX53" fmla="*/ 3286951 w 3645002"/>
              <a:gd name="connsiteY53" fmla="*/ 2235517 h 2828492"/>
              <a:gd name="connsiteX54" fmla="*/ 3283370 w 3645002"/>
              <a:gd name="connsiteY54" fmla="*/ 2625793 h 2828492"/>
              <a:gd name="connsiteX55" fmla="*/ 3261887 w 3645002"/>
              <a:gd name="connsiteY55" fmla="*/ 2679501 h 2828492"/>
              <a:gd name="connsiteX56" fmla="*/ 3218921 w 3645002"/>
              <a:gd name="connsiteY56" fmla="*/ 2729628 h 2828492"/>
              <a:gd name="connsiteX57" fmla="*/ 3140150 w 3645002"/>
              <a:gd name="connsiteY57" fmla="*/ 2758272 h 2828492"/>
              <a:gd name="connsiteX58" fmla="*/ 2716087 w 3645002"/>
              <a:gd name="connsiteY58" fmla="*/ 2763026 h 2828492"/>
              <a:gd name="connsiteX59" fmla="*/ 1348040 w 3645002"/>
              <a:gd name="connsiteY59" fmla="*/ 2764200 h 2828492"/>
              <a:gd name="connsiteX60" fmla="*/ 1348040 w 3645002"/>
              <a:gd name="connsiteY60" fmla="*/ 2740388 h 2828492"/>
              <a:gd name="connsiteX61" fmla="*/ 1348040 w 3645002"/>
              <a:gd name="connsiteY61" fmla="*/ 2676094 h 2828492"/>
              <a:gd name="connsiteX62" fmla="*/ 1348040 w 3645002"/>
              <a:gd name="connsiteY62" fmla="*/ 2285999 h 2828492"/>
              <a:gd name="connsiteX63" fmla="*/ 1028716 w 3645002"/>
              <a:gd name="connsiteY63" fmla="*/ 2285739 h 2828492"/>
              <a:gd name="connsiteX64" fmla="*/ 1028716 w 3645002"/>
              <a:gd name="connsiteY64" fmla="*/ 2828492 h 2828492"/>
              <a:gd name="connsiteX65" fmla="*/ 982997 w 3645002"/>
              <a:gd name="connsiteY65" fmla="*/ 2828492 h 2828492"/>
              <a:gd name="connsiteX66" fmla="*/ 982997 w 3645002"/>
              <a:gd name="connsiteY66" fmla="*/ 2285702 h 2828492"/>
              <a:gd name="connsiteX67" fmla="*/ 139399 w 3645002"/>
              <a:gd name="connsiteY67" fmla="*/ 2285015 h 2828492"/>
              <a:gd name="connsiteX68" fmla="*/ 2064 w 3645002"/>
              <a:gd name="connsiteY68" fmla="*/ 2109011 h 2828492"/>
              <a:gd name="connsiteX69" fmla="*/ 174063 w 3645002"/>
              <a:gd name="connsiteY69" fmla="*/ 1929356 h 2828492"/>
              <a:gd name="connsiteX70" fmla="*/ 341086 w 3645002"/>
              <a:gd name="connsiteY70" fmla="*/ 1927643 h 2828492"/>
              <a:gd name="connsiteX71" fmla="*/ 361575 w 3645002"/>
              <a:gd name="connsiteY71" fmla="*/ 1927401 h 2828492"/>
              <a:gd name="connsiteX72" fmla="*/ 361575 w 3645002"/>
              <a:gd name="connsiteY72" fmla="*/ 1926724 h 2828492"/>
              <a:gd name="connsiteX73" fmla="*/ 454725 w 3645002"/>
              <a:gd name="connsiteY73" fmla="*/ 1836898 h 2828492"/>
              <a:gd name="connsiteX74" fmla="*/ 361575 w 3645002"/>
              <a:gd name="connsiteY74" fmla="*/ 1747070 h 2828492"/>
              <a:gd name="connsiteX75" fmla="*/ 171998 w 3645002"/>
              <a:gd name="connsiteY75" fmla="*/ 1745485 h 2828492"/>
              <a:gd name="connsiteX76" fmla="*/ 105049 w 3645002"/>
              <a:gd name="connsiteY76" fmla="*/ 1733170 h 2828492"/>
              <a:gd name="connsiteX77" fmla="*/ 0 w 3645002"/>
              <a:gd name="connsiteY77" fmla="*/ 1567634 h 2828492"/>
              <a:gd name="connsiteX78" fmla="*/ 171998 w 3645002"/>
              <a:gd name="connsiteY78" fmla="*/ 1387979 h 2828492"/>
              <a:gd name="connsiteX79" fmla="*/ 339021 w 3645002"/>
              <a:gd name="connsiteY79" fmla="*/ 1386266 h 2828492"/>
              <a:gd name="connsiteX80" fmla="*/ 359510 w 3645002"/>
              <a:gd name="connsiteY80" fmla="*/ 1386024 h 2828492"/>
              <a:gd name="connsiteX81" fmla="*/ 359510 w 3645002"/>
              <a:gd name="connsiteY81" fmla="*/ 1385347 h 2828492"/>
              <a:gd name="connsiteX82" fmla="*/ 452660 w 3645002"/>
              <a:gd name="connsiteY82" fmla="*/ 1295520 h 2828492"/>
              <a:gd name="connsiteX83" fmla="*/ 359510 w 3645002"/>
              <a:gd name="connsiteY83" fmla="*/ 1205693 h 2828492"/>
              <a:gd name="connsiteX84" fmla="*/ 153593 w 3645002"/>
              <a:gd name="connsiteY84" fmla="*/ 1197018 h 2828492"/>
              <a:gd name="connsiteX85" fmla="*/ 107114 w 3645002"/>
              <a:gd name="connsiteY85" fmla="*/ 1192970 h 2828492"/>
              <a:gd name="connsiteX86" fmla="*/ 2064 w 3645002"/>
              <a:gd name="connsiteY86" fmla="*/ 1027434 h 2828492"/>
              <a:gd name="connsiteX87" fmla="*/ 174063 w 3645002"/>
              <a:gd name="connsiteY87" fmla="*/ 847780 h 2828492"/>
              <a:gd name="connsiteX88" fmla="*/ 341086 w 3645002"/>
              <a:gd name="connsiteY88" fmla="*/ 846066 h 2828492"/>
              <a:gd name="connsiteX89" fmla="*/ 361575 w 3645002"/>
              <a:gd name="connsiteY89" fmla="*/ 845824 h 2828492"/>
              <a:gd name="connsiteX90" fmla="*/ 361575 w 3645002"/>
              <a:gd name="connsiteY90" fmla="*/ 845148 h 2828492"/>
              <a:gd name="connsiteX91" fmla="*/ 454725 w 3645002"/>
              <a:gd name="connsiteY91" fmla="*/ 755321 h 2828492"/>
              <a:gd name="connsiteX92" fmla="*/ 361575 w 3645002"/>
              <a:gd name="connsiteY92" fmla="*/ 665493 h 2828492"/>
              <a:gd name="connsiteX93" fmla="*/ 171998 w 3645002"/>
              <a:gd name="connsiteY93" fmla="*/ 663909 h 2828492"/>
              <a:gd name="connsiteX94" fmla="*/ 105049 w 3645002"/>
              <a:gd name="connsiteY94" fmla="*/ 651593 h 2828492"/>
              <a:gd name="connsiteX95" fmla="*/ 0 w 3645002"/>
              <a:gd name="connsiteY95" fmla="*/ 486057 h 2828492"/>
              <a:gd name="connsiteX96" fmla="*/ 171998 w 3645002"/>
              <a:gd name="connsiteY96" fmla="*/ 306402 h 2828492"/>
              <a:gd name="connsiteX97" fmla="*/ 320144 w 3645002"/>
              <a:gd name="connsiteY97" fmla="*/ 306647 h 2828492"/>
              <a:gd name="connsiteX98" fmla="*/ 1348040 w 3645002"/>
              <a:gd name="connsiteY98" fmla="*/ 306501 h 2828492"/>
              <a:gd name="connsiteX99" fmla="*/ 1348040 w 3645002"/>
              <a:gd name="connsiteY99" fmla="*/ 306268 h 2828492"/>
              <a:gd name="connsiteX100" fmla="*/ 1433238 w 3645002"/>
              <a:gd name="connsiteY100" fmla="*/ 306268 h 2828492"/>
              <a:gd name="connsiteX101" fmla="*/ 1433238 w 3645002"/>
              <a:gd name="connsiteY101" fmla="*/ 2197463 h 2828492"/>
              <a:gd name="connsiteX102" fmla="*/ 1883953 w 3645002"/>
              <a:gd name="connsiteY102" fmla="*/ 2197463 h 2828492"/>
              <a:gd name="connsiteX103" fmla="*/ 1883953 w 3645002"/>
              <a:gd name="connsiteY103" fmla="*/ 1438229 h 2828492"/>
              <a:gd name="connsiteX104" fmla="*/ 1969151 w 3645002"/>
              <a:gd name="connsiteY104" fmla="*/ 1438229 h 2828492"/>
              <a:gd name="connsiteX105" fmla="*/ 1969151 w 3645002"/>
              <a:gd name="connsiteY105" fmla="*/ 2286411 h 2828492"/>
              <a:gd name="connsiteX106" fmla="*/ 1883953 w 3645002"/>
              <a:gd name="connsiteY106" fmla="*/ 2286411 h 2828492"/>
              <a:gd name="connsiteX107" fmla="*/ 1883953 w 3645002"/>
              <a:gd name="connsiteY107" fmla="*/ 2286410 h 2828492"/>
              <a:gd name="connsiteX108" fmla="*/ 1853878 w 3645002"/>
              <a:gd name="connsiteY108" fmla="*/ 2286410 h 2828492"/>
              <a:gd name="connsiteX109" fmla="*/ 1853878 w 3645002"/>
              <a:gd name="connsiteY109" fmla="*/ 2286411 h 2828492"/>
              <a:gd name="connsiteX110" fmla="*/ 1852009 w 3645002"/>
              <a:gd name="connsiteY110" fmla="*/ 2286410 h 2828492"/>
              <a:gd name="connsiteX111" fmla="*/ 1433238 w 3645002"/>
              <a:gd name="connsiteY111" fmla="*/ 2286410 h 2828492"/>
              <a:gd name="connsiteX112" fmla="*/ 1433238 w 3645002"/>
              <a:gd name="connsiteY112" fmla="*/ 2676094 h 2828492"/>
              <a:gd name="connsiteX113" fmla="*/ 2908599 w 3645002"/>
              <a:gd name="connsiteY113" fmla="*/ 2673556 h 2828492"/>
              <a:gd name="connsiteX114" fmla="*/ 3111506 w 3645002"/>
              <a:gd name="connsiteY114" fmla="*/ 2643696 h 2828492"/>
              <a:gd name="connsiteX115" fmla="*/ 3161633 w 3645002"/>
              <a:gd name="connsiteY115" fmla="*/ 2625793 h 2828492"/>
              <a:gd name="connsiteX116" fmla="*/ 3168794 w 3645002"/>
              <a:gd name="connsiteY116" fmla="*/ 2593568 h 2828492"/>
              <a:gd name="connsiteX117" fmla="*/ 3165214 w 3645002"/>
              <a:gd name="connsiteY117" fmla="*/ 2210454 h 2828492"/>
              <a:gd name="connsiteX118" fmla="*/ 3143730 w 3645002"/>
              <a:gd name="connsiteY118" fmla="*/ 2056492 h 2828492"/>
              <a:gd name="connsiteX119" fmla="*/ 3082862 w 3645002"/>
              <a:gd name="connsiteY119" fmla="*/ 1891788 h 2828492"/>
              <a:gd name="connsiteX120" fmla="*/ 2982607 w 3645002"/>
              <a:gd name="connsiteY120" fmla="*/ 1737826 h 2828492"/>
              <a:gd name="connsiteX121" fmla="*/ 2889514 w 3645002"/>
              <a:gd name="connsiteY121" fmla="*/ 1630411 h 2828492"/>
              <a:gd name="connsiteX122" fmla="*/ 2835806 w 3645002"/>
              <a:gd name="connsiteY122" fmla="*/ 1533737 h 2828492"/>
              <a:gd name="connsiteX123" fmla="*/ 2810743 w 3645002"/>
              <a:gd name="connsiteY123" fmla="*/ 1397677 h 2828492"/>
              <a:gd name="connsiteX124" fmla="*/ 2821484 w 3645002"/>
              <a:gd name="connsiteY124" fmla="*/ 1290262 h 2828492"/>
              <a:gd name="connsiteX125" fmla="*/ 2857289 w 3645002"/>
              <a:gd name="connsiteY125" fmla="*/ 1186427 h 2828492"/>
              <a:gd name="connsiteX126" fmla="*/ 2918158 w 3645002"/>
              <a:gd name="connsiteY126" fmla="*/ 1104076 h 2828492"/>
              <a:gd name="connsiteX127" fmla="*/ 3039896 w 3645002"/>
              <a:gd name="connsiteY127" fmla="*/ 957275 h 2828492"/>
              <a:gd name="connsiteX128" fmla="*/ 3104345 w 3645002"/>
              <a:gd name="connsiteY128" fmla="*/ 839118 h 2828492"/>
              <a:gd name="connsiteX129" fmla="*/ 3143730 w 3645002"/>
              <a:gd name="connsiteY129" fmla="*/ 706639 h 2828492"/>
              <a:gd name="connsiteX130" fmla="*/ 3168794 w 3645002"/>
              <a:gd name="connsiteY130" fmla="*/ 534774 h 2828492"/>
              <a:gd name="connsiteX131" fmla="*/ 3165214 w 3645002"/>
              <a:gd name="connsiteY131" fmla="*/ 162401 h 2828492"/>
              <a:gd name="connsiteX132" fmla="*/ 3137769 w 3645002"/>
              <a:gd name="connsiteY132" fmla="*/ 83752 h 2828492"/>
              <a:gd name="connsiteX0" fmla="*/ 1348040 w 3645002"/>
              <a:gd name="connsiteY0" fmla="*/ 388355 h 2821394"/>
              <a:gd name="connsiteX1" fmla="*/ 171998 w 3645002"/>
              <a:gd name="connsiteY1" fmla="*/ 389132 h 2821394"/>
              <a:gd name="connsiteX2" fmla="*/ 78848 w 3645002"/>
              <a:gd name="connsiteY2" fmla="*/ 478959 h 2821394"/>
              <a:gd name="connsiteX3" fmla="*/ 135740 w 3645002"/>
              <a:gd name="connsiteY3" fmla="*/ 561727 h 2821394"/>
              <a:gd name="connsiteX4" fmla="*/ 159526 w 3645002"/>
              <a:gd name="connsiteY4" fmla="*/ 566358 h 2821394"/>
              <a:gd name="connsiteX5" fmla="*/ 170386 w 3645002"/>
              <a:gd name="connsiteY5" fmla="*/ 566569 h 2821394"/>
              <a:gd name="connsiteX6" fmla="*/ 361575 w 3645002"/>
              <a:gd name="connsiteY6" fmla="*/ 568568 h 2821394"/>
              <a:gd name="connsiteX7" fmla="*/ 533573 w 3645002"/>
              <a:gd name="connsiteY7" fmla="*/ 748223 h 2821394"/>
              <a:gd name="connsiteX8" fmla="*/ 428524 w 3645002"/>
              <a:gd name="connsiteY8" fmla="*/ 913759 h 2821394"/>
              <a:gd name="connsiteX9" fmla="*/ 379980 w 3645002"/>
              <a:gd name="connsiteY9" fmla="*/ 923997 h 2821394"/>
              <a:gd name="connsiteX10" fmla="*/ 174063 w 3645002"/>
              <a:gd name="connsiteY10" fmla="*/ 930509 h 2821394"/>
              <a:gd name="connsiteX11" fmla="*/ 80913 w 3645002"/>
              <a:gd name="connsiteY11" fmla="*/ 1020336 h 2821394"/>
              <a:gd name="connsiteX12" fmla="*/ 137805 w 3645002"/>
              <a:gd name="connsiteY12" fmla="*/ 1103104 h 2821394"/>
              <a:gd name="connsiteX13" fmla="*/ 155329 w 3645002"/>
              <a:gd name="connsiteY13" fmla="*/ 1106517 h 2821394"/>
              <a:gd name="connsiteX14" fmla="*/ 168321 w 3645002"/>
              <a:gd name="connsiteY14" fmla="*/ 1106769 h 2821394"/>
              <a:gd name="connsiteX15" fmla="*/ 359510 w 3645002"/>
              <a:gd name="connsiteY15" fmla="*/ 1108768 h 2821394"/>
              <a:gd name="connsiteX16" fmla="*/ 531508 w 3645002"/>
              <a:gd name="connsiteY16" fmla="*/ 1288422 h 2821394"/>
              <a:gd name="connsiteX17" fmla="*/ 426459 w 3645002"/>
              <a:gd name="connsiteY17" fmla="*/ 1453959 h 2821394"/>
              <a:gd name="connsiteX18" fmla="*/ 377915 w 3645002"/>
              <a:gd name="connsiteY18" fmla="*/ 1464196 h 2821394"/>
              <a:gd name="connsiteX19" fmla="*/ 171998 w 3645002"/>
              <a:gd name="connsiteY19" fmla="*/ 1470709 h 2821394"/>
              <a:gd name="connsiteX20" fmla="*/ 78848 w 3645002"/>
              <a:gd name="connsiteY20" fmla="*/ 1560536 h 2821394"/>
              <a:gd name="connsiteX21" fmla="*/ 135740 w 3645002"/>
              <a:gd name="connsiteY21" fmla="*/ 1643304 h 2821394"/>
              <a:gd name="connsiteX22" fmla="*/ 159526 w 3645002"/>
              <a:gd name="connsiteY22" fmla="*/ 1647935 h 2821394"/>
              <a:gd name="connsiteX23" fmla="*/ 170386 w 3645002"/>
              <a:gd name="connsiteY23" fmla="*/ 1648146 h 2821394"/>
              <a:gd name="connsiteX24" fmla="*/ 361575 w 3645002"/>
              <a:gd name="connsiteY24" fmla="*/ 1650145 h 2821394"/>
              <a:gd name="connsiteX25" fmla="*/ 533573 w 3645002"/>
              <a:gd name="connsiteY25" fmla="*/ 1829800 h 2821394"/>
              <a:gd name="connsiteX26" fmla="*/ 428524 w 3645002"/>
              <a:gd name="connsiteY26" fmla="*/ 1995336 h 2821394"/>
              <a:gd name="connsiteX27" fmla="*/ 379980 w 3645002"/>
              <a:gd name="connsiteY27" fmla="*/ 2005573 h 2821394"/>
              <a:gd name="connsiteX28" fmla="*/ 174063 w 3645002"/>
              <a:gd name="connsiteY28" fmla="*/ 2012086 h 2821394"/>
              <a:gd name="connsiteX29" fmla="*/ 80913 w 3645002"/>
              <a:gd name="connsiteY29" fmla="*/ 2101913 h 2821394"/>
              <a:gd name="connsiteX30" fmla="*/ 174063 w 3645002"/>
              <a:gd name="connsiteY30" fmla="*/ 2191740 h 2821394"/>
              <a:gd name="connsiteX31" fmla="*/ 174063 w 3645002"/>
              <a:gd name="connsiteY31" fmla="*/ 2192017 h 2821394"/>
              <a:gd name="connsiteX32" fmla="*/ 1348040 w 3645002"/>
              <a:gd name="connsiteY32" fmla="*/ 2192017 h 2821394"/>
              <a:gd name="connsiteX33" fmla="*/ 1348040 w 3645002"/>
              <a:gd name="connsiteY33" fmla="*/ 388355 h 2821394"/>
              <a:gd name="connsiteX34" fmla="*/ 3137769 w 3645002"/>
              <a:gd name="connsiteY34" fmla="*/ 76654 h 2821394"/>
              <a:gd name="connsiteX35" fmla="*/ 3131822 w 3645002"/>
              <a:gd name="connsiteY35" fmla="*/ 158 h 2821394"/>
              <a:gd name="connsiteX36" fmla="*/ 3227196 w 3645002"/>
              <a:gd name="connsiteY36" fmla="*/ 20443 h 2821394"/>
              <a:gd name="connsiteX37" fmla="*/ 3265451 w 3645002"/>
              <a:gd name="connsiteY37" fmla="*/ 74149 h 2821394"/>
              <a:gd name="connsiteX38" fmla="*/ 3286951 w 3645002"/>
              <a:gd name="connsiteY38" fmla="*/ 155303 h 2821394"/>
              <a:gd name="connsiteX39" fmla="*/ 3283370 w 3645002"/>
              <a:gd name="connsiteY39" fmla="*/ 545579 h 2821394"/>
              <a:gd name="connsiteX40" fmla="*/ 3301273 w 3645002"/>
              <a:gd name="connsiteY40" fmla="*/ 660155 h 2821394"/>
              <a:gd name="connsiteX41" fmla="*/ 3344239 w 3645002"/>
              <a:gd name="connsiteY41" fmla="*/ 817698 h 2821394"/>
              <a:gd name="connsiteX42" fmla="*/ 3397947 w 3645002"/>
              <a:gd name="connsiteY42" fmla="*/ 925113 h 2821394"/>
              <a:gd name="connsiteX43" fmla="*/ 3469557 w 3645002"/>
              <a:gd name="connsiteY43" fmla="*/ 1028948 h 2821394"/>
              <a:gd name="connsiteX44" fmla="*/ 3566231 w 3645002"/>
              <a:gd name="connsiteY44" fmla="*/ 1139944 h 2821394"/>
              <a:gd name="connsiteX45" fmla="*/ 3619939 w 3645002"/>
              <a:gd name="connsiteY45" fmla="*/ 1243779 h 2821394"/>
              <a:gd name="connsiteX46" fmla="*/ 3645002 w 3645002"/>
              <a:gd name="connsiteY46" fmla="*/ 1365516 h 2821394"/>
              <a:gd name="connsiteX47" fmla="*/ 3630680 w 3645002"/>
              <a:gd name="connsiteY47" fmla="*/ 1483673 h 2821394"/>
              <a:gd name="connsiteX48" fmla="*/ 3576972 w 3645002"/>
              <a:gd name="connsiteY48" fmla="*/ 1601830 h 2821394"/>
              <a:gd name="connsiteX49" fmla="*/ 3458816 w 3645002"/>
              <a:gd name="connsiteY49" fmla="*/ 1741470 h 2821394"/>
              <a:gd name="connsiteX50" fmla="*/ 3387205 w 3645002"/>
              <a:gd name="connsiteY50" fmla="*/ 1845304 h 2821394"/>
              <a:gd name="connsiteX51" fmla="*/ 3333498 w 3645002"/>
              <a:gd name="connsiteY51" fmla="*/ 1967042 h 2821394"/>
              <a:gd name="connsiteX52" fmla="*/ 3301273 w 3645002"/>
              <a:gd name="connsiteY52" fmla="*/ 2092360 h 2821394"/>
              <a:gd name="connsiteX53" fmla="*/ 3286951 w 3645002"/>
              <a:gd name="connsiteY53" fmla="*/ 2228419 h 2821394"/>
              <a:gd name="connsiteX54" fmla="*/ 3283370 w 3645002"/>
              <a:gd name="connsiteY54" fmla="*/ 2618695 h 2821394"/>
              <a:gd name="connsiteX55" fmla="*/ 3261887 w 3645002"/>
              <a:gd name="connsiteY55" fmla="*/ 2672403 h 2821394"/>
              <a:gd name="connsiteX56" fmla="*/ 3218921 w 3645002"/>
              <a:gd name="connsiteY56" fmla="*/ 2722530 h 2821394"/>
              <a:gd name="connsiteX57" fmla="*/ 3140150 w 3645002"/>
              <a:gd name="connsiteY57" fmla="*/ 2751174 h 2821394"/>
              <a:gd name="connsiteX58" fmla="*/ 2716087 w 3645002"/>
              <a:gd name="connsiteY58" fmla="*/ 2755928 h 2821394"/>
              <a:gd name="connsiteX59" fmla="*/ 1348040 w 3645002"/>
              <a:gd name="connsiteY59" fmla="*/ 2757102 h 2821394"/>
              <a:gd name="connsiteX60" fmla="*/ 1348040 w 3645002"/>
              <a:gd name="connsiteY60" fmla="*/ 2733290 h 2821394"/>
              <a:gd name="connsiteX61" fmla="*/ 1348040 w 3645002"/>
              <a:gd name="connsiteY61" fmla="*/ 2668996 h 2821394"/>
              <a:gd name="connsiteX62" fmla="*/ 1348040 w 3645002"/>
              <a:gd name="connsiteY62" fmla="*/ 2278901 h 2821394"/>
              <a:gd name="connsiteX63" fmla="*/ 1028716 w 3645002"/>
              <a:gd name="connsiteY63" fmla="*/ 2278641 h 2821394"/>
              <a:gd name="connsiteX64" fmla="*/ 1028716 w 3645002"/>
              <a:gd name="connsiteY64" fmla="*/ 2821394 h 2821394"/>
              <a:gd name="connsiteX65" fmla="*/ 982997 w 3645002"/>
              <a:gd name="connsiteY65" fmla="*/ 2821394 h 2821394"/>
              <a:gd name="connsiteX66" fmla="*/ 982997 w 3645002"/>
              <a:gd name="connsiteY66" fmla="*/ 2278604 h 2821394"/>
              <a:gd name="connsiteX67" fmla="*/ 139399 w 3645002"/>
              <a:gd name="connsiteY67" fmla="*/ 2277917 h 2821394"/>
              <a:gd name="connsiteX68" fmla="*/ 2064 w 3645002"/>
              <a:gd name="connsiteY68" fmla="*/ 2101913 h 2821394"/>
              <a:gd name="connsiteX69" fmla="*/ 174063 w 3645002"/>
              <a:gd name="connsiteY69" fmla="*/ 1922258 h 2821394"/>
              <a:gd name="connsiteX70" fmla="*/ 341086 w 3645002"/>
              <a:gd name="connsiteY70" fmla="*/ 1920545 h 2821394"/>
              <a:gd name="connsiteX71" fmla="*/ 361575 w 3645002"/>
              <a:gd name="connsiteY71" fmla="*/ 1920303 h 2821394"/>
              <a:gd name="connsiteX72" fmla="*/ 361575 w 3645002"/>
              <a:gd name="connsiteY72" fmla="*/ 1919626 h 2821394"/>
              <a:gd name="connsiteX73" fmla="*/ 454725 w 3645002"/>
              <a:gd name="connsiteY73" fmla="*/ 1829800 h 2821394"/>
              <a:gd name="connsiteX74" fmla="*/ 361575 w 3645002"/>
              <a:gd name="connsiteY74" fmla="*/ 1739972 h 2821394"/>
              <a:gd name="connsiteX75" fmla="*/ 171998 w 3645002"/>
              <a:gd name="connsiteY75" fmla="*/ 1738387 h 2821394"/>
              <a:gd name="connsiteX76" fmla="*/ 105049 w 3645002"/>
              <a:gd name="connsiteY76" fmla="*/ 1726072 h 2821394"/>
              <a:gd name="connsiteX77" fmla="*/ 0 w 3645002"/>
              <a:gd name="connsiteY77" fmla="*/ 1560536 h 2821394"/>
              <a:gd name="connsiteX78" fmla="*/ 171998 w 3645002"/>
              <a:gd name="connsiteY78" fmla="*/ 1380881 h 2821394"/>
              <a:gd name="connsiteX79" fmla="*/ 339021 w 3645002"/>
              <a:gd name="connsiteY79" fmla="*/ 1379168 h 2821394"/>
              <a:gd name="connsiteX80" fmla="*/ 359510 w 3645002"/>
              <a:gd name="connsiteY80" fmla="*/ 1378926 h 2821394"/>
              <a:gd name="connsiteX81" fmla="*/ 359510 w 3645002"/>
              <a:gd name="connsiteY81" fmla="*/ 1378249 h 2821394"/>
              <a:gd name="connsiteX82" fmla="*/ 452660 w 3645002"/>
              <a:gd name="connsiteY82" fmla="*/ 1288422 h 2821394"/>
              <a:gd name="connsiteX83" fmla="*/ 359510 w 3645002"/>
              <a:gd name="connsiteY83" fmla="*/ 1198595 h 2821394"/>
              <a:gd name="connsiteX84" fmla="*/ 153593 w 3645002"/>
              <a:gd name="connsiteY84" fmla="*/ 1189920 h 2821394"/>
              <a:gd name="connsiteX85" fmla="*/ 107114 w 3645002"/>
              <a:gd name="connsiteY85" fmla="*/ 1185872 h 2821394"/>
              <a:gd name="connsiteX86" fmla="*/ 2064 w 3645002"/>
              <a:gd name="connsiteY86" fmla="*/ 1020336 h 2821394"/>
              <a:gd name="connsiteX87" fmla="*/ 174063 w 3645002"/>
              <a:gd name="connsiteY87" fmla="*/ 840682 h 2821394"/>
              <a:gd name="connsiteX88" fmla="*/ 341086 w 3645002"/>
              <a:gd name="connsiteY88" fmla="*/ 838968 h 2821394"/>
              <a:gd name="connsiteX89" fmla="*/ 361575 w 3645002"/>
              <a:gd name="connsiteY89" fmla="*/ 838726 h 2821394"/>
              <a:gd name="connsiteX90" fmla="*/ 361575 w 3645002"/>
              <a:gd name="connsiteY90" fmla="*/ 838050 h 2821394"/>
              <a:gd name="connsiteX91" fmla="*/ 454725 w 3645002"/>
              <a:gd name="connsiteY91" fmla="*/ 748223 h 2821394"/>
              <a:gd name="connsiteX92" fmla="*/ 361575 w 3645002"/>
              <a:gd name="connsiteY92" fmla="*/ 658395 h 2821394"/>
              <a:gd name="connsiteX93" fmla="*/ 171998 w 3645002"/>
              <a:gd name="connsiteY93" fmla="*/ 656811 h 2821394"/>
              <a:gd name="connsiteX94" fmla="*/ 105049 w 3645002"/>
              <a:gd name="connsiteY94" fmla="*/ 644495 h 2821394"/>
              <a:gd name="connsiteX95" fmla="*/ 0 w 3645002"/>
              <a:gd name="connsiteY95" fmla="*/ 478959 h 2821394"/>
              <a:gd name="connsiteX96" fmla="*/ 171998 w 3645002"/>
              <a:gd name="connsiteY96" fmla="*/ 299304 h 2821394"/>
              <a:gd name="connsiteX97" fmla="*/ 320144 w 3645002"/>
              <a:gd name="connsiteY97" fmla="*/ 299549 h 2821394"/>
              <a:gd name="connsiteX98" fmla="*/ 1348040 w 3645002"/>
              <a:gd name="connsiteY98" fmla="*/ 299403 h 2821394"/>
              <a:gd name="connsiteX99" fmla="*/ 1348040 w 3645002"/>
              <a:gd name="connsiteY99" fmla="*/ 299170 h 2821394"/>
              <a:gd name="connsiteX100" fmla="*/ 1433238 w 3645002"/>
              <a:gd name="connsiteY100" fmla="*/ 299170 h 2821394"/>
              <a:gd name="connsiteX101" fmla="*/ 1433238 w 3645002"/>
              <a:gd name="connsiteY101" fmla="*/ 2190365 h 2821394"/>
              <a:gd name="connsiteX102" fmla="*/ 1883953 w 3645002"/>
              <a:gd name="connsiteY102" fmla="*/ 2190365 h 2821394"/>
              <a:gd name="connsiteX103" fmla="*/ 1883953 w 3645002"/>
              <a:gd name="connsiteY103" fmla="*/ 1431131 h 2821394"/>
              <a:gd name="connsiteX104" fmla="*/ 1969151 w 3645002"/>
              <a:gd name="connsiteY104" fmla="*/ 1431131 h 2821394"/>
              <a:gd name="connsiteX105" fmla="*/ 1969151 w 3645002"/>
              <a:gd name="connsiteY105" fmla="*/ 2279313 h 2821394"/>
              <a:gd name="connsiteX106" fmla="*/ 1883953 w 3645002"/>
              <a:gd name="connsiteY106" fmla="*/ 2279313 h 2821394"/>
              <a:gd name="connsiteX107" fmla="*/ 1883953 w 3645002"/>
              <a:gd name="connsiteY107" fmla="*/ 2279312 h 2821394"/>
              <a:gd name="connsiteX108" fmla="*/ 1853878 w 3645002"/>
              <a:gd name="connsiteY108" fmla="*/ 2279312 h 2821394"/>
              <a:gd name="connsiteX109" fmla="*/ 1853878 w 3645002"/>
              <a:gd name="connsiteY109" fmla="*/ 2279313 h 2821394"/>
              <a:gd name="connsiteX110" fmla="*/ 1852009 w 3645002"/>
              <a:gd name="connsiteY110" fmla="*/ 2279312 h 2821394"/>
              <a:gd name="connsiteX111" fmla="*/ 1433238 w 3645002"/>
              <a:gd name="connsiteY111" fmla="*/ 2279312 h 2821394"/>
              <a:gd name="connsiteX112" fmla="*/ 1433238 w 3645002"/>
              <a:gd name="connsiteY112" fmla="*/ 2668996 h 2821394"/>
              <a:gd name="connsiteX113" fmla="*/ 2908599 w 3645002"/>
              <a:gd name="connsiteY113" fmla="*/ 2666458 h 2821394"/>
              <a:gd name="connsiteX114" fmla="*/ 3111506 w 3645002"/>
              <a:gd name="connsiteY114" fmla="*/ 2636598 h 2821394"/>
              <a:gd name="connsiteX115" fmla="*/ 3161633 w 3645002"/>
              <a:gd name="connsiteY115" fmla="*/ 2618695 h 2821394"/>
              <a:gd name="connsiteX116" fmla="*/ 3168794 w 3645002"/>
              <a:gd name="connsiteY116" fmla="*/ 2586470 h 2821394"/>
              <a:gd name="connsiteX117" fmla="*/ 3165214 w 3645002"/>
              <a:gd name="connsiteY117" fmla="*/ 2203356 h 2821394"/>
              <a:gd name="connsiteX118" fmla="*/ 3143730 w 3645002"/>
              <a:gd name="connsiteY118" fmla="*/ 2049394 h 2821394"/>
              <a:gd name="connsiteX119" fmla="*/ 3082862 w 3645002"/>
              <a:gd name="connsiteY119" fmla="*/ 1884690 h 2821394"/>
              <a:gd name="connsiteX120" fmla="*/ 2982607 w 3645002"/>
              <a:gd name="connsiteY120" fmla="*/ 1730728 h 2821394"/>
              <a:gd name="connsiteX121" fmla="*/ 2889514 w 3645002"/>
              <a:gd name="connsiteY121" fmla="*/ 1623313 h 2821394"/>
              <a:gd name="connsiteX122" fmla="*/ 2835806 w 3645002"/>
              <a:gd name="connsiteY122" fmla="*/ 1526639 h 2821394"/>
              <a:gd name="connsiteX123" fmla="*/ 2810743 w 3645002"/>
              <a:gd name="connsiteY123" fmla="*/ 1390579 h 2821394"/>
              <a:gd name="connsiteX124" fmla="*/ 2821484 w 3645002"/>
              <a:gd name="connsiteY124" fmla="*/ 1283164 h 2821394"/>
              <a:gd name="connsiteX125" fmla="*/ 2857289 w 3645002"/>
              <a:gd name="connsiteY125" fmla="*/ 1179329 h 2821394"/>
              <a:gd name="connsiteX126" fmla="*/ 2918158 w 3645002"/>
              <a:gd name="connsiteY126" fmla="*/ 1096978 h 2821394"/>
              <a:gd name="connsiteX127" fmla="*/ 3039896 w 3645002"/>
              <a:gd name="connsiteY127" fmla="*/ 950177 h 2821394"/>
              <a:gd name="connsiteX128" fmla="*/ 3104345 w 3645002"/>
              <a:gd name="connsiteY128" fmla="*/ 832020 h 2821394"/>
              <a:gd name="connsiteX129" fmla="*/ 3143730 w 3645002"/>
              <a:gd name="connsiteY129" fmla="*/ 699541 h 2821394"/>
              <a:gd name="connsiteX130" fmla="*/ 3168794 w 3645002"/>
              <a:gd name="connsiteY130" fmla="*/ 527676 h 2821394"/>
              <a:gd name="connsiteX131" fmla="*/ 3165214 w 3645002"/>
              <a:gd name="connsiteY131" fmla="*/ 155303 h 2821394"/>
              <a:gd name="connsiteX132" fmla="*/ 3137769 w 3645002"/>
              <a:gd name="connsiteY132" fmla="*/ 76654 h 2821394"/>
              <a:gd name="connsiteX0" fmla="*/ 1348040 w 3645002"/>
              <a:gd name="connsiteY0" fmla="*/ 388197 h 2821236"/>
              <a:gd name="connsiteX1" fmla="*/ 171998 w 3645002"/>
              <a:gd name="connsiteY1" fmla="*/ 388974 h 2821236"/>
              <a:gd name="connsiteX2" fmla="*/ 78848 w 3645002"/>
              <a:gd name="connsiteY2" fmla="*/ 478801 h 2821236"/>
              <a:gd name="connsiteX3" fmla="*/ 135740 w 3645002"/>
              <a:gd name="connsiteY3" fmla="*/ 561569 h 2821236"/>
              <a:gd name="connsiteX4" fmla="*/ 159526 w 3645002"/>
              <a:gd name="connsiteY4" fmla="*/ 566200 h 2821236"/>
              <a:gd name="connsiteX5" fmla="*/ 170386 w 3645002"/>
              <a:gd name="connsiteY5" fmla="*/ 566411 h 2821236"/>
              <a:gd name="connsiteX6" fmla="*/ 361575 w 3645002"/>
              <a:gd name="connsiteY6" fmla="*/ 568410 h 2821236"/>
              <a:gd name="connsiteX7" fmla="*/ 533573 w 3645002"/>
              <a:gd name="connsiteY7" fmla="*/ 748065 h 2821236"/>
              <a:gd name="connsiteX8" fmla="*/ 428524 w 3645002"/>
              <a:gd name="connsiteY8" fmla="*/ 913601 h 2821236"/>
              <a:gd name="connsiteX9" fmla="*/ 379980 w 3645002"/>
              <a:gd name="connsiteY9" fmla="*/ 923839 h 2821236"/>
              <a:gd name="connsiteX10" fmla="*/ 174063 w 3645002"/>
              <a:gd name="connsiteY10" fmla="*/ 930351 h 2821236"/>
              <a:gd name="connsiteX11" fmla="*/ 80913 w 3645002"/>
              <a:gd name="connsiteY11" fmla="*/ 1020178 h 2821236"/>
              <a:gd name="connsiteX12" fmla="*/ 137805 w 3645002"/>
              <a:gd name="connsiteY12" fmla="*/ 1102946 h 2821236"/>
              <a:gd name="connsiteX13" fmla="*/ 155329 w 3645002"/>
              <a:gd name="connsiteY13" fmla="*/ 1106359 h 2821236"/>
              <a:gd name="connsiteX14" fmla="*/ 168321 w 3645002"/>
              <a:gd name="connsiteY14" fmla="*/ 1106611 h 2821236"/>
              <a:gd name="connsiteX15" fmla="*/ 359510 w 3645002"/>
              <a:gd name="connsiteY15" fmla="*/ 1108610 h 2821236"/>
              <a:gd name="connsiteX16" fmla="*/ 531508 w 3645002"/>
              <a:gd name="connsiteY16" fmla="*/ 1288264 h 2821236"/>
              <a:gd name="connsiteX17" fmla="*/ 426459 w 3645002"/>
              <a:gd name="connsiteY17" fmla="*/ 1453801 h 2821236"/>
              <a:gd name="connsiteX18" fmla="*/ 377915 w 3645002"/>
              <a:gd name="connsiteY18" fmla="*/ 1464038 h 2821236"/>
              <a:gd name="connsiteX19" fmla="*/ 171998 w 3645002"/>
              <a:gd name="connsiteY19" fmla="*/ 1470551 h 2821236"/>
              <a:gd name="connsiteX20" fmla="*/ 78848 w 3645002"/>
              <a:gd name="connsiteY20" fmla="*/ 1560378 h 2821236"/>
              <a:gd name="connsiteX21" fmla="*/ 135740 w 3645002"/>
              <a:gd name="connsiteY21" fmla="*/ 1643146 h 2821236"/>
              <a:gd name="connsiteX22" fmla="*/ 159526 w 3645002"/>
              <a:gd name="connsiteY22" fmla="*/ 1647777 h 2821236"/>
              <a:gd name="connsiteX23" fmla="*/ 170386 w 3645002"/>
              <a:gd name="connsiteY23" fmla="*/ 1647988 h 2821236"/>
              <a:gd name="connsiteX24" fmla="*/ 361575 w 3645002"/>
              <a:gd name="connsiteY24" fmla="*/ 1649987 h 2821236"/>
              <a:gd name="connsiteX25" fmla="*/ 533573 w 3645002"/>
              <a:gd name="connsiteY25" fmla="*/ 1829642 h 2821236"/>
              <a:gd name="connsiteX26" fmla="*/ 428524 w 3645002"/>
              <a:gd name="connsiteY26" fmla="*/ 1995178 h 2821236"/>
              <a:gd name="connsiteX27" fmla="*/ 379980 w 3645002"/>
              <a:gd name="connsiteY27" fmla="*/ 2005415 h 2821236"/>
              <a:gd name="connsiteX28" fmla="*/ 174063 w 3645002"/>
              <a:gd name="connsiteY28" fmla="*/ 2011928 h 2821236"/>
              <a:gd name="connsiteX29" fmla="*/ 80913 w 3645002"/>
              <a:gd name="connsiteY29" fmla="*/ 2101755 h 2821236"/>
              <a:gd name="connsiteX30" fmla="*/ 174063 w 3645002"/>
              <a:gd name="connsiteY30" fmla="*/ 2191582 h 2821236"/>
              <a:gd name="connsiteX31" fmla="*/ 174063 w 3645002"/>
              <a:gd name="connsiteY31" fmla="*/ 2191859 h 2821236"/>
              <a:gd name="connsiteX32" fmla="*/ 1348040 w 3645002"/>
              <a:gd name="connsiteY32" fmla="*/ 2191859 h 2821236"/>
              <a:gd name="connsiteX33" fmla="*/ 1348040 w 3645002"/>
              <a:gd name="connsiteY33" fmla="*/ 388197 h 2821236"/>
              <a:gd name="connsiteX34" fmla="*/ 3137769 w 3645002"/>
              <a:gd name="connsiteY34" fmla="*/ 76496 h 2821236"/>
              <a:gd name="connsiteX35" fmla="*/ 3131822 w 3645002"/>
              <a:gd name="connsiteY35" fmla="*/ 0 h 2821236"/>
              <a:gd name="connsiteX36" fmla="*/ 3227196 w 3645002"/>
              <a:gd name="connsiteY36" fmla="*/ 20285 h 2821236"/>
              <a:gd name="connsiteX37" fmla="*/ 3265451 w 3645002"/>
              <a:gd name="connsiteY37" fmla="*/ 73991 h 2821236"/>
              <a:gd name="connsiteX38" fmla="*/ 3286951 w 3645002"/>
              <a:gd name="connsiteY38" fmla="*/ 155145 h 2821236"/>
              <a:gd name="connsiteX39" fmla="*/ 3283370 w 3645002"/>
              <a:gd name="connsiteY39" fmla="*/ 545421 h 2821236"/>
              <a:gd name="connsiteX40" fmla="*/ 3301273 w 3645002"/>
              <a:gd name="connsiteY40" fmla="*/ 659997 h 2821236"/>
              <a:gd name="connsiteX41" fmla="*/ 3344239 w 3645002"/>
              <a:gd name="connsiteY41" fmla="*/ 817540 h 2821236"/>
              <a:gd name="connsiteX42" fmla="*/ 3397947 w 3645002"/>
              <a:gd name="connsiteY42" fmla="*/ 924955 h 2821236"/>
              <a:gd name="connsiteX43" fmla="*/ 3469557 w 3645002"/>
              <a:gd name="connsiteY43" fmla="*/ 1028790 h 2821236"/>
              <a:gd name="connsiteX44" fmla="*/ 3566231 w 3645002"/>
              <a:gd name="connsiteY44" fmla="*/ 1139786 h 2821236"/>
              <a:gd name="connsiteX45" fmla="*/ 3619939 w 3645002"/>
              <a:gd name="connsiteY45" fmla="*/ 1243621 h 2821236"/>
              <a:gd name="connsiteX46" fmla="*/ 3645002 w 3645002"/>
              <a:gd name="connsiteY46" fmla="*/ 1365358 h 2821236"/>
              <a:gd name="connsiteX47" fmla="*/ 3630680 w 3645002"/>
              <a:gd name="connsiteY47" fmla="*/ 1483515 h 2821236"/>
              <a:gd name="connsiteX48" fmla="*/ 3576972 w 3645002"/>
              <a:gd name="connsiteY48" fmla="*/ 1601672 h 2821236"/>
              <a:gd name="connsiteX49" fmla="*/ 3458816 w 3645002"/>
              <a:gd name="connsiteY49" fmla="*/ 1741312 h 2821236"/>
              <a:gd name="connsiteX50" fmla="*/ 3387205 w 3645002"/>
              <a:gd name="connsiteY50" fmla="*/ 1845146 h 2821236"/>
              <a:gd name="connsiteX51" fmla="*/ 3333498 w 3645002"/>
              <a:gd name="connsiteY51" fmla="*/ 1966884 h 2821236"/>
              <a:gd name="connsiteX52" fmla="*/ 3301273 w 3645002"/>
              <a:gd name="connsiteY52" fmla="*/ 2092202 h 2821236"/>
              <a:gd name="connsiteX53" fmla="*/ 3286951 w 3645002"/>
              <a:gd name="connsiteY53" fmla="*/ 2228261 h 2821236"/>
              <a:gd name="connsiteX54" fmla="*/ 3283370 w 3645002"/>
              <a:gd name="connsiteY54" fmla="*/ 2618537 h 2821236"/>
              <a:gd name="connsiteX55" fmla="*/ 3261887 w 3645002"/>
              <a:gd name="connsiteY55" fmla="*/ 2672245 h 2821236"/>
              <a:gd name="connsiteX56" fmla="*/ 3218921 w 3645002"/>
              <a:gd name="connsiteY56" fmla="*/ 2722372 h 2821236"/>
              <a:gd name="connsiteX57" fmla="*/ 3140150 w 3645002"/>
              <a:gd name="connsiteY57" fmla="*/ 2751016 h 2821236"/>
              <a:gd name="connsiteX58" fmla="*/ 2716087 w 3645002"/>
              <a:gd name="connsiteY58" fmla="*/ 2755770 h 2821236"/>
              <a:gd name="connsiteX59" fmla="*/ 1348040 w 3645002"/>
              <a:gd name="connsiteY59" fmla="*/ 2756944 h 2821236"/>
              <a:gd name="connsiteX60" fmla="*/ 1348040 w 3645002"/>
              <a:gd name="connsiteY60" fmla="*/ 2733132 h 2821236"/>
              <a:gd name="connsiteX61" fmla="*/ 1348040 w 3645002"/>
              <a:gd name="connsiteY61" fmla="*/ 2668838 h 2821236"/>
              <a:gd name="connsiteX62" fmla="*/ 1348040 w 3645002"/>
              <a:gd name="connsiteY62" fmla="*/ 2278743 h 2821236"/>
              <a:gd name="connsiteX63" fmla="*/ 1028716 w 3645002"/>
              <a:gd name="connsiteY63" fmla="*/ 2278483 h 2821236"/>
              <a:gd name="connsiteX64" fmla="*/ 1028716 w 3645002"/>
              <a:gd name="connsiteY64" fmla="*/ 2821236 h 2821236"/>
              <a:gd name="connsiteX65" fmla="*/ 982997 w 3645002"/>
              <a:gd name="connsiteY65" fmla="*/ 2821236 h 2821236"/>
              <a:gd name="connsiteX66" fmla="*/ 982997 w 3645002"/>
              <a:gd name="connsiteY66" fmla="*/ 2278446 h 2821236"/>
              <a:gd name="connsiteX67" fmla="*/ 139399 w 3645002"/>
              <a:gd name="connsiteY67" fmla="*/ 2277759 h 2821236"/>
              <a:gd name="connsiteX68" fmla="*/ 2064 w 3645002"/>
              <a:gd name="connsiteY68" fmla="*/ 2101755 h 2821236"/>
              <a:gd name="connsiteX69" fmla="*/ 174063 w 3645002"/>
              <a:gd name="connsiteY69" fmla="*/ 1922100 h 2821236"/>
              <a:gd name="connsiteX70" fmla="*/ 341086 w 3645002"/>
              <a:gd name="connsiteY70" fmla="*/ 1920387 h 2821236"/>
              <a:gd name="connsiteX71" fmla="*/ 361575 w 3645002"/>
              <a:gd name="connsiteY71" fmla="*/ 1920145 h 2821236"/>
              <a:gd name="connsiteX72" fmla="*/ 361575 w 3645002"/>
              <a:gd name="connsiteY72" fmla="*/ 1919468 h 2821236"/>
              <a:gd name="connsiteX73" fmla="*/ 454725 w 3645002"/>
              <a:gd name="connsiteY73" fmla="*/ 1829642 h 2821236"/>
              <a:gd name="connsiteX74" fmla="*/ 361575 w 3645002"/>
              <a:gd name="connsiteY74" fmla="*/ 1739814 h 2821236"/>
              <a:gd name="connsiteX75" fmla="*/ 171998 w 3645002"/>
              <a:gd name="connsiteY75" fmla="*/ 1738229 h 2821236"/>
              <a:gd name="connsiteX76" fmla="*/ 105049 w 3645002"/>
              <a:gd name="connsiteY76" fmla="*/ 1725914 h 2821236"/>
              <a:gd name="connsiteX77" fmla="*/ 0 w 3645002"/>
              <a:gd name="connsiteY77" fmla="*/ 1560378 h 2821236"/>
              <a:gd name="connsiteX78" fmla="*/ 171998 w 3645002"/>
              <a:gd name="connsiteY78" fmla="*/ 1380723 h 2821236"/>
              <a:gd name="connsiteX79" fmla="*/ 339021 w 3645002"/>
              <a:gd name="connsiteY79" fmla="*/ 1379010 h 2821236"/>
              <a:gd name="connsiteX80" fmla="*/ 359510 w 3645002"/>
              <a:gd name="connsiteY80" fmla="*/ 1378768 h 2821236"/>
              <a:gd name="connsiteX81" fmla="*/ 359510 w 3645002"/>
              <a:gd name="connsiteY81" fmla="*/ 1378091 h 2821236"/>
              <a:gd name="connsiteX82" fmla="*/ 452660 w 3645002"/>
              <a:gd name="connsiteY82" fmla="*/ 1288264 h 2821236"/>
              <a:gd name="connsiteX83" fmla="*/ 359510 w 3645002"/>
              <a:gd name="connsiteY83" fmla="*/ 1198437 h 2821236"/>
              <a:gd name="connsiteX84" fmla="*/ 153593 w 3645002"/>
              <a:gd name="connsiteY84" fmla="*/ 1189762 h 2821236"/>
              <a:gd name="connsiteX85" fmla="*/ 107114 w 3645002"/>
              <a:gd name="connsiteY85" fmla="*/ 1185714 h 2821236"/>
              <a:gd name="connsiteX86" fmla="*/ 2064 w 3645002"/>
              <a:gd name="connsiteY86" fmla="*/ 1020178 h 2821236"/>
              <a:gd name="connsiteX87" fmla="*/ 174063 w 3645002"/>
              <a:gd name="connsiteY87" fmla="*/ 840524 h 2821236"/>
              <a:gd name="connsiteX88" fmla="*/ 341086 w 3645002"/>
              <a:gd name="connsiteY88" fmla="*/ 838810 h 2821236"/>
              <a:gd name="connsiteX89" fmla="*/ 361575 w 3645002"/>
              <a:gd name="connsiteY89" fmla="*/ 838568 h 2821236"/>
              <a:gd name="connsiteX90" fmla="*/ 361575 w 3645002"/>
              <a:gd name="connsiteY90" fmla="*/ 837892 h 2821236"/>
              <a:gd name="connsiteX91" fmla="*/ 454725 w 3645002"/>
              <a:gd name="connsiteY91" fmla="*/ 748065 h 2821236"/>
              <a:gd name="connsiteX92" fmla="*/ 361575 w 3645002"/>
              <a:gd name="connsiteY92" fmla="*/ 658237 h 2821236"/>
              <a:gd name="connsiteX93" fmla="*/ 171998 w 3645002"/>
              <a:gd name="connsiteY93" fmla="*/ 656653 h 2821236"/>
              <a:gd name="connsiteX94" fmla="*/ 105049 w 3645002"/>
              <a:gd name="connsiteY94" fmla="*/ 644337 h 2821236"/>
              <a:gd name="connsiteX95" fmla="*/ 0 w 3645002"/>
              <a:gd name="connsiteY95" fmla="*/ 478801 h 2821236"/>
              <a:gd name="connsiteX96" fmla="*/ 171998 w 3645002"/>
              <a:gd name="connsiteY96" fmla="*/ 299146 h 2821236"/>
              <a:gd name="connsiteX97" fmla="*/ 320144 w 3645002"/>
              <a:gd name="connsiteY97" fmla="*/ 299391 h 2821236"/>
              <a:gd name="connsiteX98" fmla="*/ 1348040 w 3645002"/>
              <a:gd name="connsiteY98" fmla="*/ 299245 h 2821236"/>
              <a:gd name="connsiteX99" fmla="*/ 1348040 w 3645002"/>
              <a:gd name="connsiteY99" fmla="*/ 299012 h 2821236"/>
              <a:gd name="connsiteX100" fmla="*/ 1433238 w 3645002"/>
              <a:gd name="connsiteY100" fmla="*/ 299012 h 2821236"/>
              <a:gd name="connsiteX101" fmla="*/ 1433238 w 3645002"/>
              <a:gd name="connsiteY101" fmla="*/ 2190207 h 2821236"/>
              <a:gd name="connsiteX102" fmla="*/ 1883953 w 3645002"/>
              <a:gd name="connsiteY102" fmla="*/ 2190207 h 2821236"/>
              <a:gd name="connsiteX103" fmla="*/ 1883953 w 3645002"/>
              <a:gd name="connsiteY103" fmla="*/ 1430973 h 2821236"/>
              <a:gd name="connsiteX104" fmla="*/ 1969151 w 3645002"/>
              <a:gd name="connsiteY104" fmla="*/ 1430973 h 2821236"/>
              <a:gd name="connsiteX105" fmla="*/ 1969151 w 3645002"/>
              <a:gd name="connsiteY105" fmla="*/ 2279155 h 2821236"/>
              <a:gd name="connsiteX106" fmla="*/ 1883953 w 3645002"/>
              <a:gd name="connsiteY106" fmla="*/ 2279155 h 2821236"/>
              <a:gd name="connsiteX107" fmla="*/ 1883953 w 3645002"/>
              <a:gd name="connsiteY107" fmla="*/ 2279154 h 2821236"/>
              <a:gd name="connsiteX108" fmla="*/ 1853878 w 3645002"/>
              <a:gd name="connsiteY108" fmla="*/ 2279154 h 2821236"/>
              <a:gd name="connsiteX109" fmla="*/ 1853878 w 3645002"/>
              <a:gd name="connsiteY109" fmla="*/ 2279155 h 2821236"/>
              <a:gd name="connsiteX110" fmla="*/ 1852009 w 3645002"/>
              <a:gd name="connsiteY110" fmla="*/ 2279154 h 2821236"/>
              <a:gd name="connsiteX111" fmla="*/ 1433238 w 3645002"/>
              <a:gd name="connsiteY111" fmla="*/ 2279154 h 2821236"/>
              <a:gd name="connsiteX112" fmla="*/ 1433238 w 3645002"/>
              <a:gd name="connsiteY112" fmla="*/ 2668838 h 2821236"/>
              <a:gd name="connsiteX113" fmla="*/ 2908599 w 3645002"/>
              <a:gd name="connsiteY113" fmla="*/ 2666300 h 2821236"/>
              <a:gd name="connsiteX114" fmla="*/ 3111506 w 3645002"/>
              <a:gd name="connsiteY114" fmla="*/ 2636440 h 2821236"/>
              <a:gd name="connsiteX115" fmla="*/ 3161633 w 3645002"/>
              <a:gd name="connsiteY115" fmla="*/ 2618537 h 2821236"/>
              <a:gd name="connsiteX116" fmla="*/ 3168794 w 3645002"/>
              <a:gd name="connsiteY116" fmla="*/ 2586312 h 2821236"/>
              <a:gd name="connsiteX117" fmla="*/ 3165214 w 3645002"/>
              <a:gd name="connsiteY117" fmla="*/ 2203198 h 2821236"/>
              <a:gd name="connsiteX118" fmla="*/ 3143730 w 3645002"/>
              <a:gd name="connsiteY118" fmla="*/ 2049236 h 2821236"/>
              <a:gd name="connsiteX119" fmla="*/ 3082862 w 3645002"/>
              <a:gd name="connsiteY119" fmla="*/ 1884532 h 2821236"/>
              <a:gd name="connsiteX120" fmla="*/ 2982607 w 3645002"/>
              <a:gd name="connsiteY120" fmla="*/ 1730570 h 2821236"/>
              <a:gd name="connsiteX121" fmla="*/ 2889514 w 3645002"/>
              <a:gd name="connsiteY121" fmla="*/ 1623155 h 2821236"/>
              <a:gd name="connsiteX122" fmla="*/ 2835806 w 3645002"/>
              <a:gd name="connsiteY122" fmla="*/ 1526481 h 2821236"/>
              <a:gd name="connsiteX123" fmla="*/ 2810743 w 3645002"/>
              <a:gd name="connsiteY123" fmla="*/ 1390421 h 2821236"/>
              <a:gd name="connsiteX124" fmla="*/ 2821484 w 3645002"/>
              <a:gd name="connsiteY124" fmla="*/ 1283006 h 2821236"/>
              <a:gd name="connsiteX125" fmla="*/ 2857289 w 3645002"/>
              <a:gd name="connsiteY125" fmla="*/ 1179171 h 2821236"/>
              <a:gd name="connsiteX126" fmla="*/ 2918158 w 3645002"/>
              <a:gd name="connsiteY126" fmla="*/ 1096820 h 2821236"/>
              <a:gd name="connsiteX127" fmla="*/ 3039896 w 3645002"/>
              <a:gd name="connsiteY127" fmla="*/ 950019 h 2821236"/>
              <a:gd name="connsiteX128" fmla="*/ 3104345 w 3645002"/>
              <a:gd name="connsiteY128" fmla="*/ 831862 h 2821236"/>
              <a:gd name="connsiteX129" fmla="*/ 3143730 w 3645002"/>
              <a:gd name="connsiteY129" fmla="*/ 699383 h 2821236"/>
              <a:gd name="connsiteX130" fmla="*/ 3168794 w 3645002"/>
              <a:gd name="connsiteY130" fmla="*/ 527518 h 2821236"/>
              <a:gd name="connsiteX131" fmla="*/ 3165214 w 3645002"/>
              <a:gd name="connsiteY131" fmla="*/ 155145 h 2821236"/>
              <a:gd name="connsiteX132" fmla="*/ 3137769 w 3645002"/>
              <a:gd name="connsiteY132" fmla="*/ 76496 h 282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645002" h="2821236">
                <a:moveTo>
                  <a:pt x="1348040" y="388197"/>
                </a:moveTo>
                <a:lnTo>
                  <a:pt x="171998" y="388974"/>
                </a:lnTo>
                <a:cubicBezTo>
                  <a:pt x="131444" y="385697"/>
                  <a:pt x="78848" y="429190"/>
                  <a:pt x="78848" y="478801"/>
                </a:cubicBezTo>
                <a:cubicBezTo>
                  <a:pt x="78848" y="516008"/>
                  <a:pt x="102308" y="547933"/>
                  <a:pt x="135740" y="561569"/>
                </a:cubicBezTo>
                <a:lnTo>
                  <a:pt x="159526" y="566200"/>
                </a:lnTo>
                <a:lnTo>
                  <a:pt x="170386" y="566411"/>
                </a:lnTo>
                <a:lnTo>
                  <a:pt x="361575" y="568410"/>
                </a:lnTo>
                <a:cubicBezTo>
                  <a:pt x="456567" y="568410"/>
                  <a:pt x="533573" y="648845"/>
                  <a:pt x="533573" y="748065"/>
                </a:cubicBezTo>
                <a:cubicBezTo>
                  <a:pt x="533573" y="822481"/>
                  <a:pt x="490257" y="886328"/>
                  <a:pt x="428524" y="913601"/>
                </a:cubicBezTo>
                <a:lnTo>
                  <a:pt x="379980" y="923839"/>
                </a:lnTo>
                <a:lnTo>
                  <a:pt x="174063" y="930351"/>
                </a:lnTo>
                <a:cubicBezTo>
                  <a:pt x="133509" y="927074"/>
                  <a:pt x="80913" y="970567"/>
                  <a:pt x="80913" y="1020178"/>
                </a:cubicBezTo>
                <a:cubicBezTo>
                  <a:pt x="80913" y="1057385"/>
                  <a:pt x="104373" y="1089310"/>
                  <a:pt x="137805" y="1102946"/>
                </a:cubicBezTo>
                <a:lnTo>
                  <a:pt x="155329" y="1106359"/>
                </a:lnTo>
                <a:lnTo>
                  <a:pt x="168321" y="1106611"/>
                </a:lnTo>
                <a:lnTo>
                  <a:pt x="359510" y="1108610"/>
                </a:lnTo>
                <a:cubicBezTo>
                  <a:pt x="454503" y="1108610"/>
                  <a:pt x="531508" y="1189044"/>
                  <a:pt x="531508" y="1288264"/>
                </a:cubicBezTo>
                <a:cubicBezTo>
                  <a:pt x="531508" y="1362680"/>
                  <a:pt x="488192" y="1426528"/>
                  <a:pt x="426459" y="1453801"/>
                </a:cubicBezTo>
                <a:lnTo>
                  <a:pt x="377915" y="1464038"/>
                </a:lnTo>
                <a:lnTo>
                  <a:pt x="171998" y="1470551"/>
                </a:lnTo>
                <a:cubicBezTo>
                  <a:pt x="131444" y="1467274"/>
                  <a:pt x="78848" y="1510767"/>
                  <a:pt x="78848" y="1560378"/>
                </a:cubicBezTo>
                <a:cubicBezTo>
                  <a:pt x="78848" y="1597585"/>
                  <a:pt x="102308" y="1629509"/>
                  <a:pt x="135740" y="1643146"/>
                </a:cubicBezTo>
                <a:lnTo>
                  <a:pt x="159526" y="1647777"/>
                </a:lnTo>
                <a:lnTo>
                  <a:pt x="170386" y="1647988"/>
                </a:lnTo>
                <a:lnTo>
                  <a:pt x="361575" y="1649987"/>
                </a:lnTo>
                <a:cubicBezTo>
                  <a:pt x="456567" y="1649987"/>
                  <a:pt x="533573" y="1730421"/>
                  <a:pt x="533573" y="1829642"/>
                </a:cubicBezTo>
                <a:cubicBezTo>
                  <a:pt x="533573" y="1904058"/>
                  <a:pt x="490257" y="1967905"/>
                  <a:pt x="428524" y="1995178"/>
                </a:cubicBezTo>
                <a:lnTo>
                  <a:pt x="379980" y="2005415"/>
                </a:lnTo>
                <a:lnTo>
                  <a:pt x="174063" y="2011928"/>
                </a:lnTo>
                <a:cubicBezTo>
                  <a:pt x="133509" y="2008651"/>
                  <a:pt x="80913" y="2052144"/>
                  <a:pt x="80913" y="2101755"/>
                </a:cubicBezTo>
                <a:cubicBezTo>
                  <a:pt x="80913" y="2151365"/>
                  <a:pt x="122618" y="2191582"/>
                  <a:pt x="174063" y="2191582"/>
                </a:cubicBezTo>
                <a:lnTo>
                  <a:pt x="174063" y="2191859"/>
                </a:lnTo>
                <a:lnTo>
                  <a:pt x="1348040" y="2191859"/>
                </a:lnTo>
                <a:lnTo>
                  <a:pt x="1348040" y="388197"/>
                </a:lnTo>
                <a:close/>
                <a:moveTo>
                  <a:pt x="3137769" y="76496"/>
                </a:moveTo>
                <a:cubicBezTo>
                  <a:pt x="3137375" y="50204"/>
                  <a:pt x="3132216" y="26292"/>
                  <a:pt x="3131822" y="0"/>
                </a:cubicBezTo>
                <a:cubicBezTo>
                  <a:pt x="3193775" y="5175"/>
                  <a:pt x="3200961" y="15111"/>
                  <a:pt x="3227196" y="20285"/>
                </a:cubicBezTo>
                <a:lnTo>
                  <a:pt x="3265451" y="73991"/>
                </a:lnTo>
                <a:lnTo>
                  <a:pt x="3286951" y="155145"/>
                </a:lnTo>
                <a:cubicBezTo>
                  <a:pt x="3285757" y="285237"/>
                  <a:pt x="3284564" y="415329"/>
                  <a:pt x="3283370" y="545421"/>
                </a:cubicBezTo>
                <a:lnTo>
                  <a:pt x="3301273" y="659997"/>
                </a:lnTo>
                <a:lnTo>
                  <a:pt x="3344239" y="817540"/>
                </a:lnTo>
                <a:lnTo>
                  <a:pt x="3397947" y="924955"/>
                </a:lnTo>
                <a:lnTo>
                  <a:pt x="3469557" y="1028790"/>
                </a:lnTo>
                <a:lnTo>
                  <a:pt x="3566231" y="1139786"/>
                </a:lnTo>
                <a:lnTo>
                  <a:pt x="3619939" y="1243621"/>
                </a:lnTo>
                <a:lnTo>
                  <a:pt x="3645002" y="1365358"/>
                </a:lnTo>
                <a:lnTo>
                  <a:pt x="3630680" y="1483515"/>
                </a:lnTo>
                <a:lnTo>
                  <a:pt x="3576972" y="1601672"/>
                </a:lnTo>
                <a:lnTo>
                  <a:pt x="3458816" y="1741312"/>
                </a:lnTo>
                <a:lnTo>
                  <a:pt x="3387205" y="1845146"/>
                </a:lnTo>
                <a:lnTo>
                  <a:pt x="3333498" y="1966884"/>
                </a:lnTo>
                <a:lnTo>
                  <a:pt x="3301273" y="2092202"/>
                </a:lnTo>
                <a:lnTo>
                  <a:pt x="3286951" y="2228261"/>
                </a:lnTo>
                <a:cubicBezTo>
                  <a:pt x="3285757" y="2358353"/>
                  <a:pt x="3284564" y="2488445"/>
                  <a:pt x="3283370" y="2618537"/>
                </a:cubicBezTo>
                <a:lnTo>
                  <a:pt x="3261887" y="2672245"/>
                </a:lnTo>
                <a:lnTo>
                  <a:pt x="3218921" y="2722372"/>
                </a:lnTo>
                <a:lnTo>
                  <a:pt x="3140150" y="2751016"/>
                </a:lnTo>
                <a:lnTo>
                  <a:pt x="2716087" y="2755770"/>
                </a:lnTo>
                <a:lnTo>
                  <a:pt x="1348040" y="2756944"/>
                </a:lnTo>
                <a:lnTo>
                  <a:pt x="1348040" y="2733132"/>
                </a:lnTo>
                <a:lnTo>
                  <a:pt x="1348040" y="2668838"/>
                </a:lnTo>
                <a:lnTo>
                  <a:pt x="1348040" y="2278743"/>
                </a:lnTo>
                <a:lnTo>
                  <a:pt x="1028716" y="2278483"/>
                </a:lnTo>
                <a:lnTo>
                  <a:pt x="1028716" y="2821236"/>
                </a:lnTo>
                <a:lnTo>
                  <a:pt x="982997" y="2821236"/>
                </a:lnTo>
                <a:lnTo>
                  <a:pt x="982997" y="2278446"/>
                </a:lnTo>
                <a:lnTo>
                  <a:pt x="139399" y="2277759"/>
                </a:lnTo>
                <a:cubicBezTo>
                  <a:pt x="61022" y="2261007"/>
                  <a:pt x="2064" y="2188573"/>
                  <a:pt x="2064" y="2101755"/>
                </a:cubicBezTo>
                <a:cubicBezTo>
                  <a:pt x="2064" y="2002534"/>
                  <a:pt x="79071" y="1922100"/>
                  <a:pt x="174063" y="1922100"/>
                </a:cubicBezTo>
                <a:cubicBezTo>
                  <a:pt x="191988" y="1921527"/>
                  <a:pt x="285411" y="1920959"/>
                  <a:pt x="341086" y="1920387"/>
                </a:cubicBezTo>
                <a:lnTo>
                  <a:pt x="361575" y="1920145"/>
                </a:lnTo>
                <a:lnTo>
                  <a:pt x="361575" y="1919468"/>
                </a:lnTo>
                <a:cubicBezTo>
                  <a:pt x="413020" y="1919468"/>
                  <a:pt x="454725" y="1879252"/>
                  <a:pt x="454725" y="1829642"/>
                </a:cubicBezTo>
                <a:cubicBezTo>
                  <a:pt x="454725" y="1780031"/>
                  <a:pt x="402129" y="1736538"/>
                  <a:pt x="361575" y="1739814"/>
                </a:cubicBezTo>
                <a:lnTo>
                  <a:pt x="171998" y="1738229"/>
                </a:lnTo>
                <a:lnTo>
                  <a:pt x="105049" y="1725914"/>
                </a:lnTo>
                <a:cubicBezTo>
                  <a:pt x="43316" y="1698641"/>
                  <a:pt x="0" y="1634794"/>
                  <a:pt x="0" y="1560378"/>
                </a:cubicBezTo>
                <a:cubicBezTo>
                  <a:pt x="0" y="1461157"/>
                  <a:pt x="77006" y="1380723"/>
                  <a:pt x="171998" y="1380723"/>
                </a:cubicBezTo>
                <a:cubicBezTo>
                  <a:pt x="189923" y="1380150"/>
                  <a:pt x="283346" y="1379581"/>
                  <a:pt x="339021" y="1379010"/>
                </a:cubicBezTo>
                <a:lnTo>
                  <a:pt x="359510" y="1378768"/>
                </a:lnTo>
                <a:lnTo>
                  <a:pt x="359510" y="1378091"/>
                </a:lnTo>
                <a:cubicBezTo>
                  <a:pt x="410955" y="1378091"/>
                  <a:pt x="452660" y="1337875"/>
                  <a:pt x="452660" y="1288264"/>
                </a:cubicBezTo>
                <a:cubicBezTo>
                  <a:pt x="452660" y="1238654"/>
                  <a:pt x="400064" y="1195160"/>
                  <a:pt x="359510" y="1198437"/>
                </a:cubicBezTo>
                <a:cubicBezTo>
                  <a:pt x="309666" y="1183179"/>
                  <a:pt x="195659" y="1191882"/>
                  <a:pt x="153593" y="1189762"/>
                </a:cubicBezTo>
                <a:lnTo>
                  <a:pt x="107114" y="1185714"/>
                </a:lnTo>
                <a:cubicBezTo>
                  <a:pt x="45381" y="1158442"/>
                  <a:pt x="2064" y="1094594"/>
                  <a:pt x="2064" y="1020178"/>
                </a:cubicBezTo>
                <a:cubicBezTo>
                  <a:pt x="2064" y="920958"/>
                  <a:pt x="79071" y="840524"/>
                  <a:pt x="174063" y="840524"/>
                </a:cubicBezTo>
                <a:cubicBezTo>
                  <a:pt x="191988" y="839950"/>
                  <a:pt x="285411" y="839382"/>
                  <a:pt x="341086" y="838810"/>
                </a:cubicBezTo>
                <a:lnTo>
                  <a:pt x="361575" y="838568"/>
                </a:lnTo>
                <a:lnTo>
                  <a:pt x="361575" y="837892"/>
                </a:lnTo>
                <a:cubicBezTo>
                  <a:pt x="413020" y="837892"/>
                  <a:pt x="454725" y="797676"/>
                  <a:pt x="454725" y="748065"/>
                </a:cubicBezTo>
                <a:cubicBezTo>
                  <a:pt x="454725" y="698454"/>
                  <a:pt x="402129" y="654961"/>
                  <a:pt x="361575" y="658237"/>
                </a:cubicBezTo>
                <a:lnTo>
                  <a:pt x="171998" y="656653"/>
                </a:lnTo>
                <a:lnTo>
                  <a:pt x="105049" y="644337"/>
                </a:lnTo>
                <a:cubicBezTo>
                  <a:pt x="43316" y="617064"/>
                  <a:pt x="0" y="553217"/>
                  <a:pt x="0" y="478801"/>
                </a:cubicBezTo>
                <a:cubicBezTo>
                  <a:pt x="0" y="379580"/>
                  <a:pt x="77006" y="299146"/>
                  <a:pt x="171998" y="299146"/>
                </a:cubicBezTo>
                <a:lnTo>
                  <a:pt x="320144" y="299391"/>
                </a:lnTo>
                <a:lnTo>
                  <a:pt x="1348040" y="299245"/>
                </a:lnTo>
                <a:lnTo>
                  <a:pt x="1348040" y="299012"/>
                </a:lnTo>
                <a:lnTo>
                  <a:pt x="1433238" y="299012"/>
                </a:lnTo>
                <a:lnTo>
                  <a:pt x="1433238" y="2190207"/>
                </a:lnTo>
                <a:lnTo>
                  <a:pt x="1883953" y="2190207"/>
                </a:lnTo>
                <a:lnTo>
                  <a:pt x="1883953" y="1430973"/>
                </a:lnTo>
                <a:lnTo>
                  <a:pt x="1969151" y="1430973"/>
                </a:lnTo>
                <a:lnTo>
                  <a:pt x="1969151" y="2279155"/>
                </a:lnTo>
                <a:lnTo>
                  <a:pt x="1883953" y="2279155"/>
                </a:lnTo>
                <a:lnTo>
                  <a:pt x="1883953" y="2279154"/>
                </a:lnTo>
                <a:lnTo>
                  <a:pt x="1853878" y="2279154"/>
                </a:lnTo>
                <a:lnTo>
                  <a:pt x="1853878" y="2279155"/>
                </a:lnTo>
                <a:lnTo>
                  <a:pt x="1852009" y="2279154"/>
                </a:lnTo>
                <a:lnTo>
                  <a:pt x="1433238" y="2279154"/>
                </a:lnTo>
                <a:lnTo>
                  <a:pt x="1433238" y="2668838"/>
                </a:lnTo>
                <a:lnTo>
                  <a:pt x="2908599" y="2666300"/>
                </a:lnTo>
                <a:lnTo>
                  <a:pt x="3111506" y="2636440"/>
                </a:lnTo>
                <a:lnTo>
                  <a:pt x="3161633" y="2618537"/>
                </a:lnTo>
                <a:lnTo>
                  <a:pt x="3168794" y="2586312"/>
                </a:lnTo>
                <a:cubicBezTo>
                  <a:pt x="3167601" y="2458607"/>
                  <a:pt x="3166407" y="2330903"/>
                  <a:pt x="3165214" y="2203198"/>
                </a:cubicBezTo>
                <a:lnTo>
                  <a:pt x="3143730" y="2049236"/>
                </a:lnTo>
                <a:lnTo>
                  <a:pt x="3082862" y="1884532"/>
                </a:lnTo>
                <a:lnTo>
                  <a:pt x="2982607" y="1730570"/>
                </a:lnTo>
                <a:lnTo>
                  <a:pt x="2889514" y="1623155"/>
                </a:lnTo>
                <a:lnTo>
                  <a:pt x="2835806" y="1526481"/>
                </a:lnTo>
                <a:lnTo>
                  <a:pt x="2810743" y="1390421"/>
                </a:lnTo>
                <a:lnTo>
                  <a:pt x="2821484" y="1283006"/>
                </a:lnTo>
                <a:lnTo>
                  <a:pt x="2857289" y="1179171"/>
                </a:lnTo>
                <a:lnTo>
                  <a:pt x="2918158" y="1096820"/>
                </a:lnTo>
                <a:lnTo>
                  <a:pt x="3039896" y="950019"/>
                </a:lnTo>
                <a:lnTo>
                  <a:pt x="3104345" y="831862"/>
                </a:lnTo>
                <a:lnTo>
                  <a:pt x="3143730" y="699383"/>
                </a:lnTo>
                <a:lnTo>
                  <a:pt x="3168794" y="527518"/>
                </a:lnTo>
                <a:cubicBezTo>
                  <a:pt x="3167601" y="403394"/>
                  <a:pt x="3166407" y="279269"/>
                  <a:pt x="3165214" y="155145"/>
                </a:cubicBezTo>
                <a:lnTo>
                  <a:pt x="3137769" y="76496"/>
                </a:lnTo>
                <a:close/>
              </a:path>
            </a:pathLst>
          </a:custGeom>
          <a:gradFill>
            <a:gsLst>
              <a:gs pos="9000">
                <a:schemeClr val="bg1"/>
              </a:gs>
              <a:gs pos="10000">
                <a:srgbClr val="00B0F0"/>
              </a:gs>
              <a:gs pos="100000">
                <a:srgbClr val="00206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cxnSp>
        <p:nvCxnSpPr>
          <p:cNvPr id="79" name="Straight Connector 78">
            <a:extLst>
              <a:ext uri="{FF2B5EF4-FFF2-40B4-BE49-F238E27FC236}">
                <a16:creationId xmlns:a16="http://schemas.microsoft.com/office/drawing/2014/main" id="{AC48DFA5-21CC-80E1-54C0-F1FBA4CB5C56}"/>
              </a:ext>
            </a:extLst>
          </p:cNvPr>
          <p:cNvCxnSpPr/>
          <p:nvPr/>
        </p:nvCxnSpPr>
        <p:spPr>
          <a:xfrm>
            <a:off x="3905501" y="4075971"/>
            <a:ext cx="0" cy="86884"/>
          </a:xfrm>
          <a:prstGeom prst="line">
            <a:avLst/>
          </a:prstGeom>
          <a:ln w="28575"/>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DDCF6613-6A2A-02EE-58CF-7C0793AE6F88}"/>
              </a:ext>
            </a:extLst>
          </p:cNvPr>
          <p:cNvCxnSpPr/>
          <p:nvPr/>
        </p:nvCxnSpPr>
        <p:spPr>
          <a:xfrm>
            <a:off x="3988845" y="4075971"/>
            <a:ext cx="0" cy="86884"/>
          </a:xfrm>
          <a:prstGeom prst="line">
            <a:avLst/>
          </a:prstGeom>
          <a:ln w="28575"/>
        </p:spPr>
        <p:style>
          <a:lnRef idx="2">
            <a:schemeClr val="dk1"/>
          </a:lnRef>
          <a:fillRef idx="0">
            <a:schemeClr val="dk1"/>
          </a:fillRef>
          <a:effectRef idx="1">
            <a:schemeClr val="dk1"/>
          </a:effectRef>
          <a:fontRef idx="minor">
            <a:schemeClr val="tx1"/>
          </a:fontRef>
        </p:style>
      </p:cxnSp>
      <p:sp>
        <p:nvSpPr>
          <p:cNvPr id="143" name="Freeform: Shape 63">
            <a:extLst>
              <a:ext uri="{FF2B5EF4-FFF2-40B4-BE49-F238E27FC236}">
                <a16:creationId xmlns:a16="http://schemas.microsoft.com/office/drawing/2014/main" id="{FF2B8C73-3D43-4EBB-88E8-9F1C5A1334C8}"/>
              </a:ext>
            </a:extLst>
          </p:cNvPr>
          <p:cNvSpPr/>
          <p:nvPr/>
        </p:nvSpPr>
        <p:spPr>
          <a:xfrm>
            <a:off x="2174831" y="4704242"/>
            <a:ext cx="756648" cy="433390"/>
          </a:xfrm>
          <a:custGeom>
            <a:avLst/>
            <a:gdLst>
              <a:gd name="connsiteX0" fmla="*/ 289504 w 756648"/>
              <a:gd name="connsiteY0" fmla="*/ 0 h 433390"/>
              <a:gd name="connsiteX1" fmla="*/ 336241 w 756648"/>
              <a:gd name="connsiteY1" fmla="*/ 0 h 433390"/>
              <a:gd name="connsiteX2" fmla="*/ 336241 w 756648"/>
              <a:gd name="connsiteY2" fmla="*/ 109539 h 433390"/>
              <a:gd name="connsiteX3" fmla="*/ 756648 w 756648"/>
              <a:gd name="connsiteY3" fmla="*/ 109539 h 433390"/>
              <a:gd name="connsiteX4" fmla="*/ 756648 w 756648"/>
              <a:gd name="connsiteY4" fmla="*/ 433390 h 433390"/>
              <a:gd name="connsiteX5" fmla="*/ 0 w 756648"/>
              <a:gd name="connsiteY5" fmla="*/ 433390 h 433390"/>
              <a:gd name="connsiteX6" fmla="*/ 0 w 756648"/>
              <a:gd name="connsiteY6" fmla="*/ 109539 h 433390"/>
              <a:gd name="connsiteX7" fmla="*/ 289504 w 756648"/>
              <a:gd name="connsiteY7"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648" h="433390">
                <a:moveTo>
                  <a:pt x="289504" y="0"/>
                </a:moveTo>
                <a:lnTo>
                  <a:pt x="336241" y="0"/>
                </a:lnTo>
                <a:lnTo>
                  <a:pt x="336241" y="109539"/>
                </a:lnTo>
                <a:lnTo>
                  <a:pt x="756648" y="109539"/>
                </a:lnTo>
                <a:lnTo>
                  <a:pt x="756648" y="433390"/>
                </a:lnTo>
                <a:lnTo>
                  <a:pt x="0" y="433390"/>
                </a:lnTo>
                <a:lnTo>
                  <a:pt x="0" y="109539"/>
                </a:lnTo>
                <a:lnTo>
                  <a:pt x="289504"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9" name="Free-form: Shape 138">
            <a:extLst>
              <a:ext uri="{FF2B5EF4-FFF2-40B4-BE49-F238E27FC236}">
                <a16:creationId xmlns:a16="http://schemas.microsoft.com/office/drawing/2014/main" id="{247D25EB-C61E-4C17-B387-9AEF69FEB340}"/>
              </a:ext>
            </a:extLst>
          </p:cNvPr>
          <p:cNvSpPr/>
          <p:nvPr/>
        </p:nvSpPr>
        <p:spPr>
          <a:xfrm>
            <a:off x="5873771" y="1054255"/>
            <a:ext cx="4325123" cy="3659807"/>
          </a:xfrm>
          <a:custGeom>
            <a:avLst/>
            <a:gdLst>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474641 w 4325123"/>
              <a:gd name="connsiteY148" fmla="*/ 823311 h 3659807"/>
              <a:gd name="connsiteX149" fmla="*/ 474641 w 4325123"/>
              <a:gd name="connsiteY149" fmla="*/ 822170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474641 w 4325123"/>
              <a:gd name="connsiteY149" fmla="*/ 823311 h 3659807"/>
              <a:gd name="connsiteX150" fmla="*/ 550704 w 4325123"/>
              <a:gd name="connsiteY150" fmla="*/ 822170 h 3659807"/>
              <a:gd name="connsiteX151" fmla="*/ 550704 w 4325123"/>
              <a:gd name="connsiteY151" fmla="*/ 137060 h 3659807"/>
              <a:gd name="connsiteX152" fmla="*/ 550701 w 4325123"/>
              <a:gd name="connsiteY152" fmla="*/ 137060 h 3659807"/>
              <a:gd name="connsiteX153" fmla="*/ 550701 w 4325123"/>
              <a:gd name="connsiteY153" fmla="*/ 76894 h 3659807"/>
              <a:gd name="connsiteX154" fmla="*/ 550704 w 4325123"/>
              <a:gd name="connsiteY154" fmla="*/ 76894 h 3659807"/>
              <a:gd name="connsiteX155" fmla="*/ 550704 w 4325123"/>
              <a:gd name="connsiteY155" fmla="*/ 76893 h 3659807"/>
              <a:gd name="connsiteX156" fmla="*/ 610870 w 4325123"/>
              <a:gd name="connsiteY156" fmla="*/ 76893 h 3659807"/>
              <a:gd name="connsiteX157" fmla="*/ 610870 w 4325123"/>
              <a:gd name="connsiteY157" fmla="*/ 76894 h 3659807"/>
              <a:gd name="connsiteX158" fmla="*/ 3859948 w 4325123"/>
              <a:gd name="connsiteY158" fmla="*/ 76894 h 3659807"/>
              <a:gd name="connsiteX159" fmla="*/ 3936841 w 4325123"/>
              <a:gd name="connsiteY159"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474641 w 4325123"/>
              <a:gd name="connsiteY66" fmla="*/ 894129 h 3659807"/>
              <a:gd name="connsiteX67" fmla="*/ 194473 w 4325123"/>
              <a:gd name="connsiteY67" fmla="*/ 893315 h 3659807"/>
              <a:gd name="connsiteX68" fmla="*/ 3936841 w 4325123"/>
              <a:gd name="connsiteY68" fmla="*/ 0 h 3659807"/>
              <a:gd name="connsiteX69" fmla="*/ 3936841 w 4325123"/>
              <a:gd name="connsiteY69" fmla="*/ 213197 h 3659807"/>
              <a:gd name="connsiteX70" fmla="*/ 3860703 w 4325123"/>
              <a:gd name="connsiteY70" fmla="*/ 137060 h 3659807"/>
              <a:gd name="connsiteX71" fmla="*/ 610870 w 4325123"/>
              <a:gd name="connsiteY71" fmla="*/ 137060 h 3659807"/>
              <a:gd name="connsiteX72" fmla="*/ 610870 w 4325123"/>
              <a:gd name="connsiteY72" fmla="*/ 822170 h 3659807"/>
              <a:gd name="connsiteX73" fmla="*/ 1320075 w 4325123"/>
              <a:gd name="connsiteY73" fmla="*/ 822170 h 3659807"/>
              <a:gd name="connsiteX74" fmla="*/ 1320075 w 4325123"/>
              <a:gd name="connsiteY74" fmla="*/ 632021 h 3659807"/>
              <a:gd name="connsiteX75" fmla="*/ 1320074 w 4325123"/>
              <a:gd name="connsiteY75" fmla="*/ 632021 h 3659807"/>
              <a:gd name="connsiteX76" fmla="*/ 1320074 w 4325123"/>
              <a:gd name="connsiteY76" fmla="*/ 571855 h 3659807"/>
              <a:gd name="connsiteX77" fmla="*/ 4108123 w 4325123"/>
              <a:gd name="connsiteY77" fmla="*/ 571855 h 3659807"/>
              <a:gd name="connsiteX78" fmla="*/ 4108123 w 4325123"/>
              <a:gd name="connsiteY78" fmla="*/ 515771 h 3659807"/>
              <a:gd name="connsiteX79" fmla="*/ 4043305 w 4325123"/>
              <a:gd name="connsiteY79" fmla="*/ 508270 h 3659807"/>
              <a:gd name="connsiteX80" fmla="*/ 3971706 w 4325123"/>
              <a:gd name="connsiteY80" fmla="*/ 480601 h 3659807"/>
              <a:gd name="connsiteX81" fmla="*/ 3936843 w 4325123"/>
              <a:gd name="connsiteY81" fmla="*/ 450962 h 3659807"/>
              <a:gd name="connsiteX82" fmla="*/ 4325123 w 4325123"/>
              <a:gd name="connsiteY82" fmla="*/ 450962 h 3659807"/>
              <a:gd name="connsiteX83" fmla="*/ 4290260 w 4325123"/>
              <a:gd name="connsiteY83" fmla="*/ 480601 h 3659807"/>
              <a:gd name="connsiteX84" fmla="*/ 4218661 w 4325123"/>
              <a:gd name="connsiteY84" fmla="*/ 508270 h 3659807"/>
              <a:gd name="connsiteX85" fmla="*/ 4153842 w 4325123"/>
              <a:gd name="connsiteY85" fmla="*/ 515771 h 3659807"/>
              <a:gd name="connsiteX86" fmla="*/ 4153842 w 4325123"/>
              <a:gd name="connsiteY86" fmla="*/ 632021 h 3659807"/>
              <a:gd name="connsiteX87" fmla="*/ 4148910 w 4325123"/>
              <a:gd name="connsiteY87" fmla="*/ 632021 h 3659807"/>
              <a:gd name="connsiteX88" fmla="*/ 4108123 w 4325123"/>
              <a:gd name="connsiteY88" fmla="*/ 632021 h 3659807"/>
              <a:gd name="connsiteX89" fmla="*/ 1412854 w 4325123"/>
              <a:gd name="connsiteY89" fmla="*/ 632021 h 3659807"/>
              <a:gd name="connsiteX90" fmla="*/ 1412854 w 4325123"/>
              <a:gd name="connsiteY90" fmla="*/ 1167450 h 3659807"/>
              <a:gd name="connsiteX91" fmla="*/ 1891696 w 4325123"/>
              <a:gd name="connsiteY91" fmla="*/ 1167450 h 3659807"/>
              <a:gd name="connsiteX92" fmla="*/ 1891696 w 4325123"/>
              <a:gd name="connsiteY92" fmla="*/ 1168305 h 3659807"/>
              <a:gd name="connsiteX93" fmla="*/ 1904558 w 4325123"/>
              <a:gd name="connsiteY93" fmla="*/ 1168396 h 3659807"/>
              <a:gd name="connsiteX94" fmla="*/ 2076556 w 4325123"/>
              <a:gd name="connsiteY94" fmla="*/ 1348050 h 3659807"/>
              <a:gd name="connsiteX95" fmla="*/ 1971507 w 4325123"/>
              <a:gd name="connsiteY95" fmla="*/ 1513587 h 3659807"/>
              <a:gd name="connsiteX96" fmla="*/ 1904558 w 4325123"/>
              <a:gd name="connsiteY96" fmla="*/ 1525902 h 3659807"/>
              <a:gd name="connsiteX97" fmla="*/ 1714981 w 4325123"/>
              <a:gd name="connsiteY97" fmla="*/ 1527487 h 3659807"/>
              <a:gd name="connsiteX98" fmla="*/ 1621832 w 4325123"/>
              <a:gd name="connsiteY98" fmla="*/ 1617315 h 3659807"/>
              <a:gd name="connsiteX99" fmla="*/ 1714981 w 4325123"/>
              <a:gd name="connsiteY99" fmla="*/ 1707141 h 3659807"/>
              <a:gd name="connsiteX100" fmla="*/ 1714981 w 4325123"/>
              <a:gd name="connsiteY100" fmla="*/ 1707818 h 3659807"/>
              <a:gd name="connsiteX101" fmla="*/ 1735471 w 4325123"/>
              <a:gd name="connsiteY101" fmla="*/ 1708060 h 3659807"/>
              <a:gd name="connsiteX102" fmla="*/ 1902494 w 4325123"/>
              <a:gd name="connsiteY102" fmla="*/ 1709773 h 3659807"/>
              <a:gd name="connsiteX103" fmla="*/ 2074492 w 4325123"/>
              <a:gd name="connsiteY103" fmla="*/ 1889428 h 3659807"/>
              <a:gd name="connsiteX104" fmla="*/ 1969443 w 4325123"/>
              <a:gd name="connsiteY104" fmla="*/ 2054964 h 3659807"/>
              <a:gd name="connsiteX105" fmla="*/ 1922963 w 4325123"/>
              <a:gd name="connsiteY105" fmla="*/ 2059012 h 3659807"/>
              <a:gd name="connsiteX106" fmla="*/ 1717046 w 4325123"/>
              <a:gd name="connsiteY106" fmla="*/ 2067686 h 3659807"/>
              <a:gd name="connsiteX107" fmla="*/ 1623896 w 4325123"/>
              <a:gd name="connsiteY107" fmla="*/ 2157514 h 3659807"/>
              <a:gd name="connsiteX108" fmla="*/ 1717046 w 4325123"/>
              <a:gd name="connsiteY108" fmla="*/ 2247341 h 3659807"/>
              <a:gd name="connsiteX109" fmla="*/ 1717046 w 4325123"/>
              <a:gd name="connsiteY109" fmla="*/ 2248017 h 3659807"/>
              <a:gd name="connsiteX110" fmla="*/ 1737535 w 4325123"/>
              <a:gd name="connsiteY110" fmla="*/ 2248260 h 3659807"/>
              <a:gd name="connsiteX111" fmla="*/ 1904558 w 4325123"/>
              <a:gd name="connsiteY111" fmla="*/ 2249973 h 3659807"/>
              <a:gd name="connsiteX112" fmla="*/ 2076556 w 4325123"/>
              <a:gd name="connsiteY112" fmla="*/ 2429627 h 3659807"/>
              <a:gd name="connsiteX113" fmla="*/ 1971507 w 4325123"/>
              <a:gd name="connsiteY113" fmla="*/ 2595163 h 3659807"/>
              <a:gd name="connsiteX114" fmla="*/ 1904558 w 4325123"/>
              <a:gd name="connsiteY114" fmla="*/ 2607479 h 3659807"/>
              <a:gd name="connsiteX115" fmla="*/ 1714981 w 4325123"/>
              <a:gd name="connsiteY115" fmla="*/ 2609064 h 3659807"/>
              <a:gd name="connsiteX116" fmla="*/ 1621832 w 4325123"/>
              <a:gd name="connsiteY116" fmla="*/ 2698891 h 3659807"/>
              <a:gd name="connsiteX117" fmla="*/ 1714981 w 4325123"/>
              <a:gd name="connsiteY117" fmla="*/ 2788718 h 3659807"/>
              <a:gd name="connsiteX118" fmla="*/ 1714981 w 4325123"/>
              <a:gd name="connsiteY118" fmla="*/ 2789394 h 3659807"/>
              <a:gd name="connsiteX119" fmla="*/ 1735471 w 4325123"/>
              <a:gd name="connsiteY119" fmla="*/ 2789637 h 3659807"/>
              <a:gd name="connsiteX120" fmla="*/ 1902494 w 4325123"/>
              <a:gd name="connsiteY120" fmla="*/ 2791350 h 3659807"/>
              <a:gd name="connsiteX121" fmla="*/ 2074492 w 4325123"/>
              <a:gd name="connsiteY121" fmla="*/ 2971004 h 3659807"/>
              <a:gd name="connsiteX122" fmla="*/ 1969443 w 4325123"/>
              <a:gd name="connsiteY122" fmla="*/ 3136541 h 3659807"/>
              <a:gd name="connsiteX123" fmla="*/ 1906021 w 4325123"/>
              <a:gd name="connsiteY123" fmla="*/ 3149915 h 3659807"/>
              <a:gd name="connsiteX124" fmla="*/ 1411118 w 4325123"/>
              <a:gd name="connsiteY124" fmla="*/ 3151032 h 3659807"/>
              <a:gd name="connsiteX125" fmla="*/ 1411118 w 4325123"/>
              <a:gd name="connsiteY125" fmla="*/ 3513302 h 3659807"/>
              <a:gd name="connsiteX126" fmla="*/ 848497 w 4325123"/>
              <a:gd name="connsiteY126" fmla="*/ 3513302 h 3659807"/>
              <a:gd name="connsiteX127" fmla="*/ 848497 w 4325123"/>
              <a:gd name="connsiteY127" fmla="*/ 3659807 h 3659807"/>
              <a:gd name="connsiteX128" fmla="*/ 801271 w 4325123"/>
              <a:gd name="connsiteY128" fmla="*/ 3659807 h 3659807"/>
              <a:gd name="connsiteX129" fmla="*/ 801271 w 4325123"/>
              <a:gd name="connsiteY129" fmla="*/ 3510600 h 3659807"/>
              <a:gd name="connsiteX130" fmla="*/ 541110 w 4325123"/>
              <a:gd name="connsiteY130" fmla="*/ 3510600 h 3659807"/>
              <a:gd name="connsiteX131" fmla="*/ 541110 w 4325123"/>
              <a:gd name="connsiteY131" fmla="*/ 3509341 h 3659807"/>
              <a:gd name="connsiteX132" fmla="*/ 1194 w 4325123"/>
              <a:gd name="connsiteY132" fmla="*/ 3508271 h 3659807"/>
              <a:gd name="connsiteX133" fmla="*/ 11 w 4325123"/>
              <a:gd name="connsiteY133" fmla="*/ 3072441 h 3659807"/>
              <a:gd name="connsiteX134" fmla="*/ 7173 w 4325123"/>
              <a:gd name="connsiteY134" fmla="*/ 2950703 h 3659807"/>
              <a:gd name="connsiteX135" fmla="*/ 42978 w 4325123"/>
              <a:gd name="connsiteY135" fmla="*/ 2803902 h 3659807"/>
              <a:gd name="connsiteX136" fmla="*/ 103846 w 4325123"/>
              <a:gd name="connsiteY136" fmla="*/ 2678584 h 3659807"/>
              <a:gd name="connsiteX137" fmla="*/ 150393 w 4325123"/>
              <a:gd name="connsiteY137" fmla="*/ 2606974 h 3659807"/>
              <a:gd name="connsiteX138" fmla="*/ 239906 w 4325123"/>
              <a:gd name="connsiteY138" fmla="*/ 2506720 h 3659807"/>
              <a:gd name="connsiteX139" fmla="*/ 315097 w 4325123"/>
              <a:gd name="connsiteY139" fmla="*/ 2392143 h 3659807"/>
              <a:gd name="connsiteX140" fmla="*/ 350902 w 4325123"/>
              <a:gd name="connsiteY140" fmla="*/ 2256084 h 3659807"/>
              <a:gd name="connsiteX141" fmla="*/ 343741 w 4325123"/>
              <a:gd name="connsiteY141" fmla="*/ 2102122 h 3659807"/>
              <a:gd name="connsiteX142" fmla="*/ 286452 w 4325123"/>
              <a:gd name="connsiteY142" fmla="*/ 1969643 h 3659807"/>
              <a:gd name="connsiteX143" fmla="*/ 200520 w 4325123"/>
              <a:gd name="connsiteY143" fmla="*/ 1869388 h 3659807"/>
              <a:gd name="connsiteX144" fmla="*/ 107427 w 4325123"/>
              <a:gd name="connsiteY144" fmla="*/ 1747651 h 3659807"/>
              <a:gd name="connsiteX145" fmla="*/ 42978 w 4325123"/>
              <a:gd name="connsiteY145" fmla="*/ 1608011 h 3659807"/>
              <a:gd name="connsiteX146" fmla="*/ 7173 w 4325123"/>
              <a:gd name="connsiteY146" fmla="*/ 1461210 h 3659807"/>
              <a:gd name="connsiteX147" fmla="*/ 11 w 4325123"/>
              <a:gd name="connsiteY147" fmla="*/ 1346634 h 3659807"/>
              <a:gd name="connsiteX148" fmla="*/ 126218 w 4325123"/>
              <a:gd name="connsiteY148" fmla="*/ 825078 h 3659807"/>
              <a:gd name="connsiteX149" fmla="*/ 550704 w 4325123"/>
              <a:gd name="connsiteY149" fmla="*/ 822170 h 3659807"/>
              <a:gd name="connsiteX150" fmla="*/ 550704 w 4325123"/>
              <a:gd name="connsiteY150" fmla="*/ 137060 h 3659807"/>
              <a:gd name="connsiteX151" fmla="*/ 550701 w 4325123"/>
              <a:gd name="connsiteY151" fmla="*/ 137060 h 3659807"/>
              <a:gd name="connsiteX152" fmla="*/ 550701 w 4325123"/>
              <a:gd name="connsiteY152" fmla="*/ 76894 h 3659807"/>
              <a:gd name="connsiteX153" fmla="*/ 550704 w 4325123"/>
              <a:gd name="connsiteY153" fmla="*/ 76894 h 3659807"/>
              <a:gd name="connsiteX154" fmla="*/ 550704 w 4325123"/>
              <a:gd name="connsiteY154" fmla="*/ 76893 h 3659807"/>
              <a:gd name="connsiteX155" fmla="*/ 610870 w 4325123"/>
              <a:gd name="connsiteY155" fmla="*/ 76893 h 3659807"/>
              <a:gd name="connsiteX156" fmla="*/ 610870 w 4325123"/>
              <a:gd name="connsiteY156" fmla="*/ 76894 h 3659807"/>
              <a:gd name="connsiteX157" fmla="*/ 3859948 w 4325123"/>
              <a:gd name="connsiteY157" fmla="*/ 76894 h 3659807"/>
              <a:gd name="connsiteX158" fmla="*/ 3936841 w 4325123"/>
              <a:gd name="connsiteY158"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541110 w 4325123"/>
              <a:gd name="connsiteY130" fmla="*/ 3509341 h 3659807"/>
              <a:gd name="connsiteX131" fmla="*/ 1194 w 4325123"/>
              <a:gd name="connsiteY131" fmla="*/ 3508271 h 3659807"/>
              <a:gd name="connsiteX132" fmla="*/ 11 w 4325123"/>
              <a:gd name="connsiteY132" fmla="*/ 3072441 h 3659807"/>
              <a:gd name="connsiteX133" fmla="*/ 7173 w 4325123"/>
              <a:gd name="connsiteY133" fmla="*/ 2950703 h 3659807"/>
              <a:gd name="connsiteX134" fmla="*/ 42978 w 4325123"/>
              <a:gd name="connsiteY134" fmla="*/ 2803902 h 3659807"/>
              <a:gd name="connsiteX135" fmla="*/ 103846 w 4325123"/>
              <a:gd name="connsiteY135" fmla="*/ 2678584 h 3659807"/>
              <a:gd name="connsiteX136" fmla="*/ 150393 w 4325123"/>
              <a:gd name="connsiteY136" fmla="*/ 2606974 h 3659807"/>
              <a:gd name="connsiteX137" fmla="*/ 239906 w 4325123"/>
              <a:gd name="connsiteY137" fmla="*/ 2506720 h 3659807"/>
              <a:gd name="connsiteX138" fmla="*/ 315097 w 4325123"/>
              <a:gd name="connsiteY138" fmla="*/ 2392143 h 3659807"/>
              <a:gd name="connsiteX139" fmla="*/ 350902 w 4325123"/>
              <a:gd name="connsiteY139" fmla="*/ 2256084 h 3659807"/>
              <a:gd name="connsiteX140" fmla="*/ 343741 w 4325123"/>
              <a:gd name="connsiteY140" fmla="*/ 2102122 h 3659807"/>
              <a:gd name="connsiteX141" fmla="*/ 286452 w 4325123"/>
              <a:gd name="connsiteY141" fmla="*/ 1969643 h 3659807"/>
              <a:gd name="connsiteX142" fmla="*/ 200520 w 4325123"/>
              <a:gd name="connsiteY142" fmla="*/ 1869388 h 3659807"/>
              <a:gd name="connsiteX143" fmla="*/ 107427 w 4325123"/>
              <a:gd name="connsiteY143" fmla="*/ 1747651 h 3659807"/>
              <a:gd name="connsiteX144" fmla="*/ 42978 w 4325123"/>
              <a:gd name="connsiteY144" fmla="*/ 1608011 h 3659807"/>
              <a:gd name="connsiteX145" fmla="*/ 7173 w 4325123"/>
              <a:gd name="connsiteY145" fmla="*/ 1461210 h 3659807"/>
              <a:gd name="connsiteX146" fmla="*/ 11 w 4325123"/>
              <a:gd name="connsiteY146" fmla="*/ 1346634 h 3659807"/>
              <a:gd name="connsiteX147" fmla="*/ 126218 w 4325123"/>
              <a:gd name="connsiteY147" fmla="*/ 825078 h 3659807"/>
              <a:gd name="connsiteX148" fmla="*/ 550704 w 4325123"/>
              <a:gd name="connsiteY148" fmla="*/ 822170 h 3659807"/>
              <a:gd name="connsiteX149" fmla="*/ 550704 w 4325123"/>
              <a:gd name="connsiteY149" fmla="*/ 137060 h 3659807"/>
              <a:gd name="connsiteX150" fmla="*/ 550701 w 4325123"/>
              <a:gd name="connsiteY150" fmla="*/ 137060 h 3659807"/>
              <a:gd name="connsiteX151" fmla="*/ 550701 w 4325123"/>
              <a:gd name="connsiteY151" fmla="*/ 76894 h 3659807"/>
              <a:gd name="connsiteX152" fmla="*/ 550704 w 4325123"/>
              <a:gd name="connsiteY152" fmla="*/ 76894 h 3659807"/>
              <a:gd name="connsiteX153" fmla="*/ 550704 w 4325123"/>
              <a:gd name="connsiteY153" fmla="*/ 76893 h 3659807"/>
              <a:gd name="connsiteX154" fmla="*/ 610870 w 4325123"/>
              <a:gd name="connsiteY154" fmla="*/ 76893 h 3659807"/>
              <a:gd name="connsiteX155" fmla="*/ 610870 w 4325123"/>
              <a:gd name="connsiteY155" fmla="*/ 76894 h 3659807"/>
              <a:gd name="connsiteX156" fmla="*/ 3859948 w 4325123"/>
              <a:gd name="connsiteY156" fmla="*/ 76894 h 3659807"/>
              <a:gd name="connsiteX157" fmla="*/ 3936841 w 4325123"/>
              <a:gd name="connsiteY157"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541110 w 4325123"/>
              <a:gd name="connsiteY129" fmla="*/ 3510600 h 3659807"/>
              <a:gd name="connsiteX130" fmla="*/ 1194 w 4325123"/>
              <a:gd name="connsiteY130" fmla="*/ 3508271 h 3659807"/>
              <a:gd name="connsiteX131" fmla="*/ 11 w 4325123"/>
              <a:gd name="connsiteY131" fmla="*/ 3072441 h 3659807"/>
              <a:gd name="connsiteX132" fmla="*/ 7173 w 4325123"/>
              <a:gd name="connsiteY132" fmla="*/ 2950703 h 3659807"/>
              <a:gd name="connsiteX133" fmla="*/ 42978 w 4325123"/>
              <a:gd name="connsiteY133" fmla="*/ 2803902 h 3659807"/>
              <a:gd name="connsiteX134" fmla="*/ 103846 w 4325123"/>
              <a:gd name="connsiteY134" fmla="*/ 2678584 h 3659807"/>
              <a:gd name="connsiteX135" fmla="*/ 150393 w 4325123"/>
              <a:gd name="connsiteY135" fmla="*/ 2606974 h 3659807"/>
              <a:gd name="connsiteX136" fmla="*/ 239906 w 4325123"/>
              <a:gd name="connsiteY136" fmla="*/ 2506720 h 3659807"/>
              <a:gd name="connsiteX137" fmla="*/ 315097 w 4325123"/>
              <a:gd name="connsiteY137" fmla="*/ 2392143 h 3659807"/>
              <a:gd name="connsiteX138" fmla="*/ 350902 w 4325123"/>
              <a:gd name="connsiteY138" fmla="*/ 2256084 h 3659807"/>
              <a:gd name="connsiteX139" fmla="*/ 343741 w 4325123"/>
              <a:gd name="connsiteY139" fmla="*/ 2102122 h 3659807"/>
              <a:gd name="connsiteX140" fmla="*/ 286452 w 4325123"/>
              <a:gd name="connsiteY140" fmla="*/ 1969643 h 3659807"/>
              <a:gd name="connsiteX141" fmla="*/ 200520 w 4325123"/>
              <a:gd name="connsiteY141" fmla="*/ 1869388 h 3659807"/>
              <a:gd name="connsiteX142" fmla="*/ 107427 w 4325123"/>
              <a:gd name="connsiteY142" fmla="*/ 1747651 h 3659807"/>
              <a:gd name="connsiteX143" fmla="*/ 42978 w 4325123"/>
              <a:gd name="connsiteY143" fmla="*/ 1608011 h 3659807"/>
              <a:gd name="connsiteX144" fmla="*/ 7173 w 4325123"/>
              <a:gd name="connsiteY144" fmla="*/ 1461210 h 3659807"/>
              <a:gd name="connsiteX145" fmla="*/ 11 w 4325123"/>
              <a:gd name="connsiteY145" fmla="*/ 1346634 h 3659807"/>
              <a:gd name="connsiteX146" fmla="*/ 126218 w 4325123"/>
              <a:gd name="connsiteY146" fmla="*/ 825078 h 3659807"/>
              <a:gd name="connsiteX147" fmla="*/ 550704 w 4325123"/>
              <a:gd name="connsiteY147" fmla="*/ 822170 h 3659807"/>
              <a:gd name="connsiteX148" fmla="*/ 550704 w 4325123"/>
              <a:gd name="connsiteY148" fmla="*/ 137060 h 3659807"/>
              <a:gd name="connsiteX149" fmla="*/ 550701 w 4325123"/>
              <a:gd name="connsiteY149" fmla="*/ 137060 h 3659807"/>
              <a:gd name="connsiteX150" fmla="*/ 550701 w 4325123"/>
              <a:gd name="connsiteY150" fmla="*/ 76894 h 3659807"/>
              <a:gd name="connsiteX151" fmla="*/ 550704 w 4325123"/>
              <a:gd name="connsiteY151" fmla="*/ 76894 h 3659807"/>
              <a:gd name="connsiteX152" fmla="*/ 550704 w 4325123"/>
              <a:gd name="connsiteY152" fmla="*/ 76893 h 3659807"/>
              <a:gd name="connsiteX153" fmla="*/ 610870 w 4325123"/>
              <a:gd name="connsiteY153" fmla="*/ 76893 h 3659807"/>
              <a:gd name="connsiteX154" fmla="*/ 610870 w 4325123"/>
              <a:gd name="connsiteY154" fmla="*/ 76894 h 3659807"/>
              <a:gd name="connsiteX155" fmla="*/ 3859948 w 4325123"/>
              <a:gd name="connsiteY155" fmla="*/ 76894 h 3659807"/>
              <a:gd name="connsiteX156" fmla="*/ 3936841 w 4325123"/>
              <a:gd name="connsiteY156"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607556 w 4325123"/>
              <a:gd name="connsiteY19" fmla="*/ 3439163 h 3659807"/>
              <a:gd name="connsiteX20" fmla="*/ 1320631 w 4325123"/>
              <a:gd name="connsiteY20" fmla="*/ 3439163 h 3659807"/>
              <a:gd name="connsiteX21" fmla="*/ 1320631 w 4325123"/>
              <a:gd name="connsiteY21" fmla="*/ 3060545 h 3659807"/>
              <a:gd name="connsiteX22" fmla="*/ 1346271 w 4325123"/>
              <a:gd name="connsiteY22" fmla="*/ 3060545 h 3659807"/>
              <a:gd name="connsiteX23" fmla="*/ 1346271 w 4325123"/>
              <a:gd name="connsiteY23" fmla="*/ 3060544 h 3659807"/>
              <a:gd name="connsiteX24" fmla="*/ 1903974 w 4325123"/>
              <a:gd name="connsiteY24" fmla="*/ 3060544 h 3659807"/>
              <a:gd name="connsiteX25" fmla="*/ 1938751 w 4325123"/>
              <a:gd name="connsiteY25" fmla="*/ 3053773 h 3659807"/>
              <a:gd name="connsiteX26" fmla="*/ 1995643 w 4325123"/>
              <a:gd name="connsiteY26" fmla="*/ 2971004 h 3659807"/>
              <a:gd name="connsiteX27" fmla="*/ 1902494 w 4325123"/>
              <a:gd name="connsiteY27" fmla="*/ 2881178 h 3659807"/>
              <a:gd name="connsiteX28" fmla="*/ 1696576 w 4325123"/>
              <a:gd name="connsiteY28" fmla="*/ 2874665 h 3659807"/>
              <a:gd name="connsiteX29" fmla="*/ 1648032 w 4325123"/>
              <a:gd name="connsiteY29" fmla="*/ 2864428 h 3659807"/>
              <a:gd name="connsiteX30" fmla="*/ 1542983 w 4325123"/>
              <a:gd name="connsiteY30" fmla="*/ 2698891 h 3659807"/>
              <a:gd name="connsiteX31" fmla="*/ 1714981 w 4325123"/>
              <a:gd name="connsiteY31" fmla="*/ 2519237 h 3659807"/>
              <a:gd name="connsiteX32" fmla="*/ 1906170 w 4325123"/>
              <a:gd name="connsiteY32" fmla="*/ 2517238 h 3659807"/>
              <a:gd name="connsiteX33" fmla="*/ 1917030 w 4325123"/>
              <a:gd name="connsiteY33" fmla="*/ 2517026 h 3659807"/>
              <a:gd name="connsiteX34" fmla="*/ 1940816 w 4325123"/>
              <a:gd name="connsiteY34" fmla="*/ 2512395 h 3659807"/>
              <a:gd name="connsiteX35" fmla="*/ 1997708 w 4325123"/>
              <a:gd name="connsiteY35" fmla="*/ 2429627 h 3659807"/>
              <a:gd name="connsiteX36" fmla="*/ 1904558 w 4325123"/>
              <a:gd name="connsiteY36" fmla="*/ 2339800 h 3659807"/>
              <a:gd name="connsiteX37" fmla="*/ 1698641 w 4325123"/>
              <a:gd name="connsiteY37" fmla="*/ 2333288 h 3659807"/>
              <a:gd name="connsiteX38" fmla="*/ 1650097 w 4325123"/>
              <a:gd name="connsiteY38" fmla="*/ 2323050 h 3659807"/>
              <a:gd name="connsiteX39" fmla="*/ 1545048 w 4325123"/>
              <a:gd name="connsiteY39" fmla="*/ 2157514 h 3659807"/>
              <a:gd name="connsiteX40" fmla="*/ 1717046 w 4325123"/>
              <a:gd name="connsiteY40" fmla="*/ 1977860 h 3659807"/>
              <a:gd name="connsiteX41" fmla="*/ 1908235 w 4325123"/>
              <a:gd name="connsiteY41" fmla="*/ 1975860 h 3659807"/>
              <a:gd name="connsiteX42" fmla="*/ 1921227 w 4325123"/>
              <a:gd name="connsiteY42" fmla="*/ 1975608 h 3659807"/>
              <a:gd name="connsiteX43" fmla="*/ 1938752 w 4325123"/>
              <a:gd name="connsiteY43" fmla="*/ 1972196 h 3659807"/>
              <a:gd name="connsiteX44" fmla="*/ 1995643 w 4325123"/>
              <a:gd name="connsiteY44" fmla="*/ 1889428 h 3659807"/>
              <a:gd name="connsiteX45" fmla="*/ 1902494 w 4325123"/>
              <a:gd name="connsiteY45" fmla="*/ 1799601 h 3659807"/>
              <a:gd name="connsiteX46" fmla="*/ 1696576 w 4325123"/>
              <a:gd name="connsiteY46" fmla="*/ 1793088 h 3659807"/>
              <a:gd name="connsiteX47" fmla="*/ 1648032 w 4325123"/>
              <a:gd name="connsiteY47" fmla="*/ 1782851 h 3659807"/>
              <a:gd name="connsiteX48" fmla="*/ 1542983 w 4325123"/>
              <a:gd name="connsiteY48" fmla="*/ 1617315 h 3659807"/>
              <a:gd name="connsiteX49" fmla="*/ 1714981 w 4325123"/>
              <a:gd name="connsiteY49" fmla="*/ 1437660 h 3659807"/>
              <a:gd name="connsiteX50" fmla="*/ 1906170 w 4325123"/>
              <a:gd name="connsiteY50" fmla="*/ 1435661 h 3659807"/>
              <a:gd name="connsiteX51" fmla="*/ 1917030 w 4325123"/>
              <a:gd name="connsiteY51" fmla="*/ 1435450 h 3659807"/>
              <a:gd name="connsiteX52" fmla="*/ 1940816 w 4325123"/>
              <a:gd name="connsiteY52" fmla="*/ 1430819 h 3659807"/>
              <a:gd name="connsiteX53" fmla="*/ 1997708 w 4325123"/>
              <a:gd name="connsiteY53" fmla="*/ 1348050 h 3659807"/>
              <a:gd name="connsiteX54" fmla="*/ 1904558 w 4325123"/>
              <a:gd name="connsiteY54" fmla="*/ 1258224 h 3659807"/>
              <a:gd name="connsiteX55" fmla="*/ 1891696 w 4325123"/>
              <a:gd name="connsiteY55" fmla="*/ 1257899 h 3659807"/>
              <a:gd name="connsiteX56" fmla="*/ 1891696 w 4325123"/>
              <a:gd name="connsiteY56" fmla="*/ 1257937 h 3659807"/>
              <a:gd name="connsiteX57" fmla="*/ 1411120 w 4325123"/>
              <a:gd name="connsiteY57" fmla="*/ 1257937 h 3659807"/>
              <a:gd name="connsiteX58" fmla="*/ 1411120 w 4325123"/>
              <a:gd name="connsiteY58" fmla="*/ 1257938 h 3659807"/>
              <a:gd name="connsiteX59" fmla="*/ 1320633 w 4325123"/>
              <a:gd name="connsiteY59" fmla="*/ 1257938 h 3659807"/>
              <a:gd name="connsiteX60" fmla="*/ 1320633 w 4325123"/>
              <a:gd name="connsiteY60" fmla="*/ 1204814 h 3659807"/>
              <a:gd name="connsiteX61" fmla="*/ 1320075 w 4325123"/>
              <a:gd name="connsiteY61" fmla="*/ 1204814 h 3659807"/>
              <a:gd name="connsiteX62" fmla="*/ 1320075 w 4325123"/>
              <a:gd name="connsiteY62" fmla="*/ 980039 h 3659807"/>
              <a:gd name="connsiteX63" fmla="*/ 1319984 w 4325123"/>
              <a:gd name="connsiteY63" fmla="*/ 980039 h 3659807"/>
              <a:gd name="connsiteX64" fmla="*/ 1319984 w 4325123"/>
              <a:gd name="connsiteY64" fmla="*/ 896684 h 3659807"/>
              <a:gd name="connsiteX65" fmla="*/ 474641 w 4325123"/>
              <a:gd name="connsiteY65" fmla="*/ 896684 h 3659807"/>
              <a:gd name="connsiteX66" fmla="*/ 194473 w 4325123"/>
              <a:gd name="connsiteY66" fmla="*/ 893315 h 3659807"/>
              <a:gd name="connsiteX67" fmla="*/ 3936841 w 4325123"/>
              <a:gd name="connsiteY67" fmla="*/ 0 h 3659807"/>
              <a:gd name="connsiteX68" fmla="*/ 3936841 w 4325123"/>
              <a:gd name="connsiteY68" fmla="*/ 213197 h 3659807"/>
              <a:gd name="connsiteX69" fmla="*/ 3860703 w 4325123"/>
              <a:gd name="connsiteY69" fmla="*/ 137060 h 3659807"/>
              <a:gd name="connsiteX70" fmla="*/ 610870 w 4325123"/>
              <a:gd name="connsiteY70" fmla="*/ 137060 h 3659807"/>
              <a:gd name="connsiteX71" fmla="*/ 610870 w 4325123"/>
              <a:gd name="connsiteY71" fmla="*/ 822170 h 3659807"/>
              <a:gd name="connsiteX72" fmla="*/ 1320075 w 4325123"/>
              <a:gd name="connsiteY72" fmla="*/ 822170 h 3659807"/>
              <a:gd name="connsiteX73" fmla="*/ 1320075 w 4325123"/>
              <a:gd name="connsiteY73" fmla="*/ 632021 h 3659807"/>
              <a:gd name="connsiteX74" fmla="*/ 1320074 w 4325123"/>
              <a:gd name="connsiteY74" fmla="*/ 632021 h 3659807"/>
              <a:gd name="connsiteX75" fmla="*/ 1320074 w 4325123"/>
              <a:gd name="connsiteY75" fmla="*/ 571855 h 3659807"/>
              <a:gd name="connsiteX76" fmla="*/ 4108123 w 4325123"/>
              <a:gd name="connsiteY76" fmla="*/ 571855 h 3659807"/>
              <a:gd name="connsiteX77" fmla="*/ 4108123 w 4325123"/>
              <a:gd name="connsiteY77" fmla="*/ 515771 h 3659807"/>
              <a:gd name="connsiteX78" fmla="*/ 4043305 w 4325123"/>
              <a:gd name="connsiteY78" fmla="*/ 508270 h 3659807"/>
              <a:gd name="connsiteX79" fmla="*/ 3971706 w 4325123"/>
              <a:gd name="connsiteY79" fmla="*/ 480601 h 3659807"/>
              <a:gd name="connsiteX80" fmla="*/ 3936843 w 4325123"/>
              <a:gd name="connsiteY80" fmla="*/ 450962 h 3659807"/>
              <a:gd name="connsiteX81" fmla="*/ 4325123 w 4325123"/>
              <a:gd name="connsiteY81" fmla="*/ 450962 h 3659807"/>
              <a:gd name="connsiteX82" fmla="*/ 4290260 w 4325123"/>
              <a:gd name="connsiteY82" fmla="*/ 480601 h 3659807"/>
              <a:gd name="connsiteX83" fmla="*/ 4218661 w 4325123"/>
              <a:gd name="connsiteY83" fmla="*/ 508270 h 3659807"/>
              <a:gd name="connsiteX84" fmla="*/ 4153842 w 4325123"/>
              <a:gd name="connsiteY84" fmla="*/ 515771 h 3659807"/>
              <a:gd name="connsiteX85" fmla="*/ 4153842 w 4325123"/>
              <a:gd name="connsiteY85" fmla="*/ 632021 h 3659807"/>
              <a:gd name="connsiteX86" fmla="*/ 4148910 w 4325123"/>
              <a:gd name="connsiteY86" fmla="*/ 632021 h 3659807"/>
              <a:gd name="connsiteX87" fmla="*/ 4108123 w 4325123"/>
              <a:gd name="connsiteY87" fmla="*/ 632021 h 3659807"/>
              <a:gd name="connsiteX88" fmla="*/ 1412854 w 4325123"/>
              <a:gd name="connsiteY88" fmla="*/ 632021 h 3659807"/>
              <a:gd name="connsiteX89" fmla="*/ 1412854 w 4325123"/>
              <a:gd name="connsiteY89" fmla="*/ 1167450 h 3659807"/>
              <a:gd name="connsiteX90" fmla="*/ 1891696 w 4325123"/>
              <a:gd name="connsiteY90" fmla="*/ 1167450 h 3659807"/>
              <a:gd name="connsiteX91" fmla="*/ 1891696 w 4325123"/>
              <a:gd name="connsiteY91" fmla="*/ 1168305 h 3659807"/>
              <a:gd name="connsiteX92" fmla="*/ 1904558 w 4325123"/>
              <a:gd name="connsiteY92" fmla="*/ 1168396 h 3659807"/>
              <a:gd name="connsiteX93" fmla="*/ 2076556 w 4325123"/>
              <a:gd name="connsiteY93" fmla="*/ 1348050 h 3659807"/>
              <a:gd name="connsiteX94" fmla="*/ 1971507 w 4325123"/>
              <a:gd name="connsiteY94" fmla="*/ 1513587 h 3659807"/>
              <a:gd name="connsiteX95" fmla="*/ 1904558 w 4325123"/>
              <a:gd name="connsiteY95" fmla="*/ 1525902 h 3659807"/>
              <a:gd name="connsiteX96" fmla="*/ 1714981 w 4325123"/>
              <a:gd name="connsiteY96" fmla="*/ 1527487 h 3659807"/>
              <a:gd name="connsiteX97" fmla="*/ 1621832 w 4325123"/>
              <a:gd name="connsiteY97" fmla="*/ 1617315 h 3659807"/>
              <a:gd name="connsiteX98" fmla="*/ 1714981 w 4325123"/>
              <a:gd name="connsiteY98" fmla="*/ 1707141 h 3659807"/>
              <a:gd name="connsiteX99" fmla="*/ 1714981 w 4325123"/>
              <a:gd name="connsiteY99" fmla="*/ 1707818 h 3659807"/>
              <a:gd name="connsiteX100" fmla="*/ 1735471 w 4325123"/>
              <a:gd name="connsiteY100" fmla="*/ 1708060 h 3659807"/>
              <a:gd name="connsiteX101" fmla="*/ 1902494 w 4325123"/>
              <a:gd name="connsiteY101" fmla="*/ 1709773 h 3659807"/>
              <a:gd name="connsiteX102" fmla="*/ 2074492 w 4325123"/>
              <a:gd name="connsiteY102" fmla="*/ 1889428 h 3659807"/>
              <a:gd name="connsiteX103" fmla="*/ 1969443 w 4325123"/>
              <a:gd name="connsiteY103" fmla="*/ 2054964 h 3659807"/>
              <a:gd name="connsiteX104" fmla="*/ 1922963 w 4325123"/>
              <a:gd name="connsiteY104" fmla="*/ 2059012 h 3659807"/>
              <a:gd name="connsiteX105" fmla="*/ 1717046 w 4325123"/>
              <a:gd name="connsiteY105" fmla="*/ 2067686 h 3659807"/>
              <a:gd name="connsiteX106" fmla="*/ 1623896 w 4325123"/>
              <a:gd name="connsiteY106" fmla="*/ 2157514 h 3659807"/>
              <a:gd name="connsiteX107" fmla="*/ 1717046 w 4325123"/>
              <a:gd name="connsiteY107" fmla="*/ 2247341 h 3659807"/>
              <a:gd name="connsiteX108" fmla="*/ 1717046 w 4325123"/>
              <a:gd name="connsiteY108" fmla="*/ 2248017 h 3659807"/>
              <a:gd name="connsiteX109" fmla="*/ 1737535 w 4325123"/>
              <a:gd name="connsiteY109" fmla="*/ 2248260 h 3659807"/>
              <a:gd name="connsiteX110" fmla="*/ 1904558 w 4325123"/>
              <a:gd name="connsiteY110" fmla="*/ 2249973 h 3659807"/>
              <a:gd name="connsiteX111" fmla="*/ 2076556 w 4325123"/>
              <a:gd name="connsiteY111" fmla="*/ 2429627 h 3659807"/>
              <a:gd name="connsiteX112" fmla="*/ 1971507 w 4325123"/>
              <a:gd name="connsiteY112" fmla="*/ 2595163 h 3659807"/>
              <a:gd name="connsiteX113" fmla="*/ 1904558 w 4325123"/>
              <a:gd name="connsiteY113" fmla="*/ 2607479 h 3659807"/>
              <a:gd name="connsiteX114" fmla="*/ 1714981 w 4325123"/>
              <a:gd name="connsiteY114" fmla="*/ 2609064 h 3659807"/>
              <a:gd name="connsiteX115" fmla="*/ 1621832 w 4325123"/>
              <a:gd name="connsiteY115" fmla="*/ 2698891 h 3659807"/>
              <a:gd name="connsiteX116" fmla="*/ 1714981 w 4325123"/>
              <a:gd name="connsiteY116" fmla="*/ 2788718 h 3659807"/>
              <a:gd name="connsiteX117" fmla="*/ 1714981 w 4325123"/>
              <a:gd name="connsiteY117" fmla="*/ 2789394 h 3659807"/>
              <a:gd name="connsiteX118" fmla="*/ 1735471 w 4325123"/>
              <a:gd name="connsiteY118" fmla="*/ 2789637 h 3659807"/>
              <a:gd name="connsiteX119" fmla="*/ 1902494 w 4325123"/>
              <a:gd name="connsiteY119" fmla="*/ 2791350 h 3659807"/>
              <a:gd name="connsiteX120" fmla="*/ 2074492 w 4325123"/>
              <a:gd name="connsiteY120" fmla="*/ 2971004 h 3659807"/>
              <a:gd name="connsiteX121" fmla="*/ 1969443 w 4325123"/>
              <a:gd name="connsiteY121" fmla="*/ 3136541 h 3659807"/>
              <a:gd name="connsiteX122" fmla="*/ 1906021 w 4325123"/>
              <a:gd name="connsiteY122" fmla="*/ 3149915 h 3659807"/>
              <a:gd name="connsiteX123" fmla="*/ 1411118 w 4325123"/>
              <a:gd name="connsiteY123" fmla="*/ 3151032 h 3659807"/>
              <a:gd name="connsiteX124" fmla="*/ 1411118 w 4325123"/>
              <a:gd name="connsiteY124" fmla="*/ 3513302 h 3659807"/>
              <a:gd name="connsiteX125" fmla="*/ 848497 w 4325123"/>
              <a:gd name="connsiteY125" fmla="*/ 3513302 h 3659807"/>
              <a:gd name="connsiteX126" fmla="*/ 848497 w 4325123"/>
              <a:gd name="connsiteY126" fmla="*/ 3659807 h 3659807"/>
              <a:gd name="connsiteX127" fmla="*/ 801271 w 4325123"/>
              <a:gd name="connsiteY127" fmla="*/ 3659807 h 3659807"/>
              <a:gd name="connsiteX128" fmla="*/ 801271 w 4325123"/>
              <a:gd name="connsiteY128" fmla="*/ 3510600 h 3659807"/>
              <a:gd name="connsiteX129" fmla="*/ 1194 w 4325123"/>
              <a:gd name="connsiteY129" fmla="*/ 3508271 h 3659807"/>
              <a:gd name="connsiteX130" fmla="*/ 11 w 4325123"/>
              <a:gd name="connsiteY130" fmla="*/ 3072441 h 3659807"/>
              <a:gd name="connsiteX131" fmla="*/ 7173 w 4325123"/>
              <a:gd name="connsiteY131" fmla="*/ 2950703 h 3659807"/>
              <a:gd name="connsiteX132" fmla="*/ 42978 w 4325123"/>
              <a:gd name="connsiteY132" fmla="*/ 2803902 h 3659807"/>
              <a:gd name="connsiteX133" fmla="*/ 103846 w 4325123"/>
              <a:gd name="connsiteY133" fmla="*/ 2678584 h 3659807"/>
              <a:gd name="connsiteX134" fmla="*/ 150393 w 4325123"/>
              <a:gd name="connsiteY134" fmla="*/ 2606974 h 3659807"/>
              <a:gd name="connsiteX135" fmla="*/ 239906 w 4325123"/>
              <a:gd name="connsiteY135" fmla="*/ 2506720 h 3659807"/>
              <a:gd name="connsiteX136" fmla="*/ 315097 w 4325123"/>
              <a:gd name="connsiteY136" fmla="*/ 2392143 h 3659807"/>
              <a:gd name="connsiteX137" fmla="*/ 350902 w 4325123"/>
              <a:gd name="connsiteY137" fmla="*/ 2256084 h 3659807"/>
              <a:gd name="connsiteX138" fmla="*/ 343741 w 4325123"/>
              <a:gd name="connsiteY138" fmla="*/ 2102122 h 3659807"/>
              <a:gd name="connsiteX139" fmla="*/ 286452 w 4325123"/>
              <a:gd name="connsiteY139" fmla="*/ 1969643 h 3659807"/>
              <a:gd name="connsiteX140" fmla="*/ 200520 w 4325123"/>
              <a:gd name="connsiteY140" fmla="*/ 1869388 h 3659807"/>
              <a:gd name="connsiteX141" fmla="*/ 107427 w 4325123"/>
              <a:gd name="connsiteY141" fmla="*/ 1747651 h 3659807"/>
              <a:gd name="connsiteX142" fmla="*/ 42978 w 4325123"/>
              <a:gd name="connsiteY142" fmla="*/ 1608011 h 3659807"/>
              <a:gd name="connsiteX143" fmla="*/ 7173 w 4325123"/>
              <a:gd name="connsiteY143" fmla="*/ 1461210 h 3659807"/>
              <a:gd name="connsiteX144" fmla="*/ 11 w 4325123"/>
              <a:gd name="connsiteY144" fmla="*/ 1346634 h 3659807"/>
              <a:gd name="connsiteX145" fmla="*/ 126218 w 4325123"/>
              <a:gd name="connsiteY145" fmla="*/ 825078 h 3659807"/>
              <a:gd name="connsiteX146" fmla="*/ 550704 w 4325123"/>
              <a:gd name="connsiteY146" fmla="*/ 822170 h 3659807"/>
              <a:gd name="connsiteX147" fmla="*/ 550704 w 4325123"/>
              <a:gd name="connsiteY147" fmla="*/ 137060 h 3659807"/>
              <a:gd name="connsiteX148" fmla="*/ 550701 w 4325123"/>
              <a:gd name="connsiteY148" fmla="*/ 137060 h 3659807"/>
              <a:gd name="connsiteX149" fmla="*/ 550701 w 4325123"/>
              <a:gd name="connsiteY149" fmla="*/ 76894 h 3659807"/>
              <a:gd name="connsiteX150" fmla="*/ 550704 w 4325123"/>
              <a:gd name="connsiteY150" fmla="*/ 76894 h 3659807"/>
              <a:gd name="connsiteX151" fmla="*/ 550704 w 4325123"/>
              <a:gd name="connsiteY151" fmla="*/ 76893 h 3659807"/>
              <a:gd name="connsiteX152" fmla="*/ 610870 w 4325123"/>
              <a:gd name="connsiteY152" fmla="*/ 76893 h 3659807"/>
              <a:gd name="connsiteX153" fmla="*/ 610870 w 4325123"/>
              <a:gd name="connsiteY153" fmla="*/ 76894 h 3659807"/>
              <a:gd name="connsiteX154" fmla="*/ 3859948 w 4325123"/>
              <a:gd name="connsiteY154" fmla="*/ 76894 h 3659807"/>
              <a:gd name="connsiteX155" fmla="*/ 3936841 w 4325123"/>
              <a:gd name="connsiteY155"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607580 w 4325123"/>
              <a:gd name="connsiteY18" fmla="*/ 3438549 h 3659807"/>
              <a:gd name="connsiteX19" fmla="*/ 1320631 w 4325123"/>
              <a:gd name="connsiteY19" fmla="*/ 3439163 h 3659807"/>
              <a:gd name="connsiteX20" fmla="*/ 1320631 w 4325123"/>
              <a:gd name="connsiteY20" fmla="*/ 3060545 h 3659807"/>
              <a:gd name="connsiteX21" fmla="*/ 1346271 w 4325123"/>
              <a:gd name="connsiteY21" fmla="*/ 3060545 h 3659807"/>
              <a:gd name="connsiteX22" fmla="*/ 1346271 w 4325123"/>
              <a:gd name="connsiteY22" fmla="*/ 3060544 h 3659807"/>
              <a:gd name="connsiteX23" fmla="*/ 1903974 w 4325123"/>
              <a:gd name="connsiteY23" fmla="*/ 3060544 h 3659807"/>
              <a:gd name="connsiteX24" fmla="*/ 1938751 w 4325123"/>
              <a:gd name="connsiteY24" fmla="*/ 3053773 h 3659807"/>
              <a:gd name="connsiteX25" fmla="*/ 1995643 w 4325123"/>
              <a:gd name="connsiteY25" fmla="*/ 2971004 h 3659807"/>
              <a:gd name="connsiteX26" fmla="*/ 1902494 w 4325123"/>
              <a:gd name="connsiteY26" fmla="*/ 2881178 h 3659807"/>
              <a:gd name="connsiteX27" fmla="*/ 1696576 w 4325123"/>
              <a:gd name="connsiteY27" fmla="*/ 2874665 h 3659807"/>
              <a:gd name="connsiteX28" fmla="*/ 1648032 w 4325123"/>
              <a:gd name="connsiteY28" fmla="*/ 2864428 h 3659807"/>
              <a:gd name="connsiteX29" fmla="*/ 1542983 w 4325123"/>
              <a:gd name="connsiteY29" fmla="*/ 2698891 h 3659807"/>
              <a:gd name="connsiteX30" fmla="*/ 1714981 w 4325123"/>
              <a:gd name="connsiteY30" fmla="*/ 2519237 h 3659807"/>
              <a:gd name="connsiteX31" fmla="*/ 1906170 w 4325123"/>
              <a:gd name="connsiteY31" fmla="*/ 2517238 h 3659807"/>
              <a:gd name="connsiteX32" fmla="*/ 1917030 w 4325123"/>
              <a:gd name="connsiteY32" fmla="*/ 2517026 h 3659807"/>
              <a:gd name="connsiteX33" fmla="*/ 1940816 w 4325123"/>
              <a:gd name="connsiteY33" fmla="*/ 2512395 h 3659807"/>
              <a:gd name="connsiteX34" fmla="*/ 1997708 w 4325123"/>
              <a:gd name="connsiteY34" fmla="*/ 2429627 h 3659807"/>
              <a:gd name="connsiteX35" fmla="*/ 1904558 w 4325123"/>
              <a:gd name="connsiteY35" fmla="*/ 2339800 h 3659807"/>
              <a:gd name="connsiteX36" fmla="*/ 1698641 w 4325123"/>
              <a:gd name="connsiteY36" fmla="*/ 2333288 h 3659807"/>
              <a:gd name="connsiteX37" fmla="*/ 1650097 w 4325123"/>
              <a:gd name="connsiteY37" fmla="*/ 2323050 h 3659807"/>
              <a:gd name="connsiteX38" fmla="*/ 1545048 w 4325123"/>
              <a:gd name="connsiteY38" fmla="*/ 2157514 h 3659807"/>
              <a:gd name="connsiteX39" fmla="*/ 1717046 w 4325123"/>
              <a:gd name="connsiteY39" fmla="*/ 1977860 h 3659807"/>
              <a:gd name="connsiteX40" fmla="*/ 1908235 w 4325123"/>
              <a:gd name="connsiteY40" fmla="*/ 1975860 h 3659807"/>
              <a:gd name="connsiteX41" fmla="*/ 1921227 w 4325123"/>
              <a:gd name="connsiteY41" fmla="*/ 1975608 h 3659807"/>
              <a:gd name="connsiteX42" fmla="*/ 1938752 w 4325123"/>
              <a:gd name="connsiteY42" fmla="*/ 1972196 h 3659807"/>
              <a:gd name="connsiteX43" fmla="*/ 1995643 w 4325123"/>
              <a:gd name="connsiteY43" fmla="*/ 1889428 h 3659807"/>
              <a:gd name="connsiteX44" fmla="*/ 1902494 w 4325123"/>
              <a:gd name="connsiteY44" fmla="*/ 1799601 h 3659807"/>
              <a:gd name="connsiteX45" fmla="*/ 1696576 w 4325123"/>
              <a:gd name="connsiteY45" fmla="*/ 1793088 h 3659807"/>
              <a:gd name="connsiteX46" fmla="*/ 1648032 w 4325123"/>
              <a:gd name="connsiteY46" fmla="*/ 1782851 h 3659807"/>
              <a:gd name="connsiteX47" fmla="*/ 1542983 w 4325123"/>
              <a:gd name="connsiteY47" fmla="*/ 1617315 h 3659807"/>
              <a:gd name="connsiteX48" fmla="*/ 1714981 w 4325123"/>
              <a:gd name="connsiteY48" fmla="*/ 1437660 h 3659807"/>
              <a:gd name="connsiteX49" fmla="*/ 1906170 w 4325123"/>
              <a:gd name="connsiteY49" fmla="*/ 1435661 h 3659807"/>
              <a:gd name="connsiteX50" fmla="*/ 1917030 w 4325123"/>
              <a:gd name="connsiteY50" fmla="*/ 1435450 h 3659807"/>
              <a:gd name="connsiteX51" fmla="*/ 1940816 w 4325123"/>
              <a:gd name="connsiteY51" fmla="*/ 1430819 h 3659807"/>
              <a:gd name="connsiteX52" fmla="*/ 1997708 w 4325123"/>
              <a:gd name="connsiteY52" fmla="*/ 1348050 h 3659807"/>
              <a:gd name="connsiteX53" fmla="*/ 1904558 w 4325123"/>
              <a:gd name="connsiteY53" fmla="*/ 1258224 h 3659807"/>
              <a:gd name="connsiteX54" fmla="*/ 1891696 w 4325123"/>
              <a:gd name="connsiteY54" fmla="*/ 1257899 h 3659807"/>
              <a:gd name="connsiteX55" fmla="*/ 1891696 w 4325123"/>
              <a:gd name="connsiteY55" fmla="*/ 1257937 h 3659807"/>
              <a:gd name="connsiteX56" fmla="*/ 1411120 w 4325123"/>
              <a:gd name="connsiteY56" fmla="*/ 1257937 h 3659807"/>
              <a:gd name="connsiteX57" fmla="*/ 1411120 w 4325123"/>
              <a:gd name="connsiteY57" fmla="*/ 1257938 h 3659807"/>
              <a:gd name="connsiteX58" fmla="*/ 1320633 w 4325123"/>
              <a:gd name="connsiteY58" fmla="*/ 1257938 h 3659807"/>
              <a:gd name="connsiteX59" fmla="*/ 1320633 w 4325123"/>
              <a:gd name="connsiteY59" fmla="*/ 1204814 h 3659807"/>
              <a:gd name="connsiteX60" fmla="*/ 1320075 w 4325123"/>
              <a:gd name="connsiteY60" fmla="*/ 1204814 h 3659807"/>
              <a:gd name="connsiteX61" fmla="*/ 1320075 w 4325123"/>
              <a:gd name="connsiteY61" fmla="*/ 980039 h 3659807"/>
              <a:gd name="connsiteX62" fmla="*/ 1319984 w 4325123"/>
              <a:gd name="connsiteY62" fmla="*/ 980039 h 3659807"/>
              <a:gd name="connsiteX63" fmla="*/ 1319984 w 4325123"/>
              <a:gd name="connsiteY63" fmla="*/ 896684 h 3659807"/>
              <a:gd name="connsiteX64" fmla="*/ 474641 w 4325123"/>
              <a:gd name="connsiteY64" fmla="*/ 896684 h 3659807"/>
              <a:gd name="connsiteX65" fmla="*/ 194473 w 4325123"/>
              <a:gd name="connsiteY65" fmla="*/ 893315 h 3659807"/>
              <a:gd name="connsiteX66" fmla="*/ 3936841 w 4325123"/>
              <a:gd name="connsiteY66" fmla="*/ 0 h 3659807"/>
              <a:gd name="connsiteX67" fmla="*/ 3936841 w 4325123"/>
              <a:gd name="connsiteY67" fmla="*/ 213197 h 3659807"/>
              <a:gd name="connsiteX68" fmla="*/ 3860703 w 4325123"/>
              <a:gd name="connsiteY68" fmla="*/ 137060 h 3659807"/>
              <a:gd name="connsiteX69" fmla="*/ 610870 w 4325123"/>
              <a:gd name="connsiteY69" fmla="*/ 137060 h 3659807"/>
              <a:gd name="connsiteX70" fmla="*/ 610870 w 4325123"/>
              <a:gd name="connsiteY70" fmla="*/ 822170 h 3659807"/>
              <a:gd name="connsiteX71" fmla="*/ 1320075 w 4325123"/>
              <a:gd name="connsiteY71" fmla="*/ 822170 h 3659807"/>
              <a:gd name="connsiteX72" fmla="*/ 1320075 w 4325123"/>
              <a:gd name="connsiteY72" fmla="*/ 632021 h 3659807"/>
              <a:gd name="connsiteX73" fmla="*/ 1320074 w 4325123"/>
              <a:gd name="connsiteY73" fmla="*/ 632021 h 3659807"/>
              <a:gd name="connsiteX74" fmla="*/ 1320074 w 4325123"/>
              <a:gd name="connsiteY74" fmla="*/ 571855 h 3659807"/>
              <a:gd name="connsiteX75" fmla="*/ 4108123 w 4325123"/>
              <a:gd name="connsiteY75" fmla="*/ 571855 h 3659807"/>
              <a:gd name="connsiteX76" fmla="*/ 4108123 w 4325123"/>
              <a:gd name="connsiteY76" fmla="*/ 515771 h 3659807"/>
              <a:gd name="connsiteX77" fmla="*/ 4043305 w 4325123"/>
              <a:gd name="connsiteY77" fmla="*/ 508270 h 3659807"/>
              <a:gd name="connsiteX78" fmla="*/ 3971706 w 4325123"/>
              <a:gd name="connsiteY78" fmla="*/ 480601 h 3659807"/>
              <a:gd name="connsiteX79" fmla="*/ 3936843 w 4325123"/>
              <a:gd name="connsiteY79" fmla="*/ 450962 h 3659807"/>
              <a:gd name="connsiteX80" fmla="*/ 4325123 w 4325123"/>
              <a:gd name="connsiteY80" fmla="*/ 450962 h 3659807"/>
              <a:gd name="connsiteX81" fmla="*/ 4290260 w 4325123"/>
              <a:gd name="connsiteY81" fmla="*/ 480601 h 3659807"/>
              <a:gd name="connsiteX82" fmla="*/ 4218661 w 4325123"/>
              <a:gd name="connsiteY82" fmla="*/ 508270 h 3659807"/>
              <a:gd name="connsiteX83" fmla="*/ 4153842 w 4325123"/>
              <a:gd name="connsiteY83" fmla="*/ 515771 h 3659807"/>
              <a:gd name="connsiteX84" fmla="*/ 4153842 w 4325123"/>
              <a:gd name="connsiteY84" fmla="*/ 632021 h 3659807"/>
              <a:gd name="connsiteX85" fmla="*/ 4148910 w 4325123"/>
              <a:gd name="connsiteY85" fmla="*/ 632021 h 3659807"/>
              <a:gd name="connsiteX86" fmla="*/ 4108123 w 4325123"/>
              <a:gd name="connsiteY86" fmla="*/ 632021 h 3659807"/>
              <a:gd name="connsiteX87" fmla="*/ 1412854 w 4325123"/>
              <a:gd name="connsiteY87" fmla="*/ 632021 h 3659807"/>
              <a:gd name="connsiteX88" fmla="*/ 1412854 w 4325123"/>
              <a:gd name="connsiteY88" fmla="*/ 1167450 h 3659807"/>
              <a:gd name="connsiteX89" fmla="*/ 1891696 w 4325123"/>
              <a:gd name="connsiteY89" fmla="*/ 1167450 h 3659807"/>
              <a:gd name="connsiteX90" fmla="*/ 1891696 w 4325123"/>
              <a:gd name="connsiteY90" fmla="*/ 1168305 h 3659807"/>
              <a:gd name="connsiteX91" fmla="*/ 1904558 w 4325123"/>
              <a:gd name="connsiteY91" fmla="*/ 1168396 h 3659807"/>
              <a:gd name="connsiteX92" fmla="*/ 2076556 w 4325123"/>
              <a:gd name="connsiteY92" fmla="*/ 1348050 h 3659807"/>
              <a:gd name="connsiteX93" fmla="*/ 1971507 w 4325123"/>
              <a:gd name="connsiteY93" fmla="*/ 1513587 h 3659807"/>
              <a:gd name="connsiteX94" fmla="*/ 1904558 w 4325123"/>
              <a:gd name="connsiteY94" fmla="*/ 1525902 h 3659807"/>
              <a:gd name="connsiteX95" fmla="*/ 1714981 w 4325123"/>
              <a:gd name="connsiteY95" fmla="*/ 1527487 h 3659807"/>
              <a:gd name="connsiteX96" fmla="*/ 1621832 w 4325123"/>
              <a:gd name="connsiteY96" fmla="*/ 1617315 h 3659807"/>
              <a:gd name="connsiteX97" fmla="*/ 1714981 w 4325123"/>
              <a:gd name="connsiteY97" fmla="*/ 1707141 h 3659807"/>
              <a:gd name="connsiteX98" fmla="*/ 1714981 w 4325123"/>
              <a:gd name="connsiteY98" fmla="*/ 1707818 h 3659807"/>
              <a:gd name="connsiteX99" fmla="*/ 1735471 w 4325123"/>
              <a:gd name="connsiteY99" fmla="*/ 1708060 h 3659807"/>
              <a:gd name="connsiteX100" fmla="*/ 1902494 w 4325123"/>
              <a:gd name="connsiteY100" fmla="*/ 1709773 h 3659807"/>
              <a:gd name="connsiteX101" fmla="*/ 2074492 w 4325123"/>
              <a:gd name="connsiteY101" fmla="*/ 1889428 h 3659807"/>
              <a:gd name="connsiteX102" fmla="*/ 1969443 w 4325123"/>
              <a:gd name="connsiteY102" fmla="*/ 2054964 h 3659807"/>
              <a:gd name="connsiteX103" fmla="*/ 1922963 w 4325123"/>
              <a:gd name="connsiteY103" fmla="*/ 2059012 h 3659807"/>
              <a:gd name="connsiteX104" fmla="*/ 1717046 w 4325123"/>
              <a:gd name="connsiteY104" fmla="*/ 2067686 h 3659807"/>
              <a:gd name="connsiteX105" fmla="*/ 1623896 w 4325123"/>
              <a:gd name="connsiteY105" fmla="*/ 2157514 h 3659807"/>
              <a:gd name="connsiteX106" fmla="*/ 1717046 w 4325123"/>
              <a:gd name="connsiteY106" fmla="*/ 2247341 h 3659807"/>
              <a:gd name="connsiteX107" fmla="*/ 1717046 w 4325123"/>
              <a:gd name="connsiteY107" fmla="*/ 2248017 h 3659807"/>
              <a:gd name="connsiteX108" fmla="*/ 1737535 w 4325123"/>
              <a:gd name="connsiteY108" fmla="*/ 2248260 h 3659807"/>
              <a:gd name="connsiteX109" fmla="*/ 1904558 w 4325123"/>
              <a:gd name="connsiteY109" fmla="*/ 2249973 h 3659807"/>
              <a:gd name="connsiteX110" fmla="*/ 2076556 w 4325123"/>
              <a:gd name="connsiteY110" fmla="*/ 2429627 h 3659807"/>
              <a:gd name="connsiteX111" fmla="*/ 1971507 w 4325123"/>
              <a:gd name="connsiteY111" fmla="*/ 2595163 h 3659807"/>
              <a:gd name="connsiteX112" fmla="*/ 1904558 w 4325123"/>
              <a:gd name="connsiteY112" fmla="*/ 2607479 h 3659807"/>
              <a:gd name="connsiteX113" fmla="*/ 1714981 w 4325123"/>
              <a:gd name="connsiteY113" fmla="*/ 2609064 h 3659807"/>
              <a:gd name="connsiteX114" fmla="*/ 1621832 w 4325123"/>
              <a:gd name="connsiteY114" fmla="*/ 2698891 h 3659807"/>
              <a:gd name="connsiteX115" fmla="*/ 1714981 w 4325123"/>
              <a:gd name="connsiteY115" fmla="*/ 2788718 h 3659807"/>
              <a:gd name="connsiteX116" fmla="*/ 1714981 w 4325123"/>
              <a:gd name="connsiteY116" fmla="*/ 2789394 h 3659807"/>
              <a:gd name="connsiteX117" fmla="*/ 1735471 w 4325123"/>
              <a:gd name="connsiteY117" fmla="*/ 2789637 h 3659807"/>
              <a:gd name="connsiteX118" fmla="*/ 1902494 w 4325123"/>
              <a:gd name="connsiteY118" fmla="*/ 2791350 h 3659807"/>
              <a:gd name="connsiteX119" fmla="*/ 2074492 w 4325123"/>
              <a:gd name="connsiteY119" fmla="*/ 2971004 h 3659807"/>
              <a:gd name="connsiteX120" fmla="*/ 1969443 w 4325123"/>
              <a:gd name="connsiteY120" fmla="*/ 3136541 h 3659807"/>
              <a:gd name="connsiteX121" fmla="*/ 1906021 w 4325123"/>
              <a:gd name="connsiteY121" fmla="*/ 3149915 h 3659807"/>
              <a:gd name="connsiteX122" fmla="*/ 1411118 w 4325123"/>
              <a:gd name="connsiteY122" fmla="*/ 3151032 h 3659807"/>
              <a:gd name="connsiteX123" fmla="*/ 1411118 w 4325123"/>
              <a:gd name="connsiteY123" fmla="*/ 3513302 h 3659807"/>
              <a:gd name="connsiteX124" fmla="*/ 848497 w 4325123"/>
              <a:gd name="connsiteY124" fmla="*/ 3513302 h 3659807"/>
              <a:gd name="connsiteX125" fmla="*/ 848497 w 4325123"/>
              <a:gd name="connsiteY125" fmla="*/ 3659807 h 3659807"/>
              <a:gd name="connsiteX126" fmla="*/ 801271 w 4325123"/>
              <a:gd name="connsiteY126" fmla="*/ 3659807 h 3659807"/>
              <a:gd name="connsiteX127" fmla="*/ 801271 w 4325123"/>
              <a:gd name="connsiteY127" fmla="*/ 3510600 h 3659807"/>
              <a:gd name="connsiteX128" fmla="*/ 1194 w 4325123"/>
              <a:gd name="connsiteY128" fmla="*/ 3508271 h 3659807"/>
              <a:gd name="connsiteX129" fmla="*/ 11 w 4325123"/>
              <a:gd name="connsiteY129" fmla="*/ 3072441 h 3659807"/>
              <a:gd name="connsiteX130" fmla="*/ 7173 w 4325123"/>
              <a:gd name="connsiteY130" fmla="*/ 2950703 h 3659807"/>
              <a:gd name="connsiteX131" fmla="*/ 42978 w 4325123"/>
              <a:gd name="connsiteY131" fmla="*/ 2803902 h 3659807"/>
              <a:gd name="connsiteX132" fmla="*/ 103846 w 4325123"/>
              <a:gd name="connsiteY132" fmla="*/ 2678584 h 3659807"/>
              <a:gd name="connsiteX133" fmla="*/ 150393 w 4325123"/>
              <a:gd name="connsiteY133" fmla="*/ 2606974 h 3659807"/>
              <a:gd name="connsiteX134" fmla="*/ 239906 w 4325123"/>
              <a:gd name="connsiteY134" fmla="*/ 2506720 h 3659807"/>
              <a:gd name="connsiteX135" fmla="*/ 315097 w 4325123"/>
              <a:gd name="connsiteY135" fmla="*/ 2392143 h 3659807"/>
              <a:gd name="connsiteX136" fmla="*/ 350902 w 4325123"/>
              <a:gd name="connsiteY136" fmla="*/ 2256084 h 3659807"/>
              <a:gd name="connsiteX137" fmla="*/ 343741 w 4325123"/>
              <a:gd name="connsiteY137" fmla="*/ 2102122 h 3659807"/>
              <a:gd name="connsiteX138" fmla="*/ 286452 w 4325123"/>
              <a:gd name="connsiteY138" fmla="*/ 1969643 h 3659807"/>
              <a:gd name="connsiteX139" fmla="*/ 200520 w 4325123"/>
              <a:gd name="connsiteY139" fmla="*/ 1869388 h 3659807"/>
              <a:gd name="connsiteX140" fmla="*/ 107427 w 4325123"/>
              <a:gd name="connsiteY140" fmla="*/ 1747651 h 3659807"/>
              <a:gd name="connsiteX141" fmla="*/ 42978 w 4325123"/>
              <a:gd name="connsiteY141" fmla="*/ 1608011 h 3659807"/>
              <a:gd name="connsiteX142" fmla="*/ 7173 w 4325123"/>
              <a:gd name="connsiteY142" fmla="*/ 1461210 h 3659807"/>
              <a:gd name="connsiteX143" fmla="*/ 11 w 4325123"/>
              <a:gd name="connsiteY143" fmla="*/ 1346634 h 3659807"/>
              <a:gd name="connsiteX144" fmla="*/ 126218 w 4325123"/>
              <a:gd name="connsiteY144" fmla="*/ 825078 h 3659807"/>
              <a:gd name="connsiteX145" fmla="*/ 550704 w 4325123"/>
              <a:gd name="connsiteY145" fmla="*/ 822170 h 3659807"/>
              <a:gd name="connsiteX146" fmla="*/ 550704 w 4325123"/>
              <a:gd name="connsiteY146" fmla="*/ 137060 h 3659807"/>
              <a:gd name="connsiteX147" fmla="*/ 550701 w 4325123"/>
              <a:gd name="connsiteY147" fmla="*/ 137060 h 3659807"/>
              <a:gd name="connsiteX148" fmla="*/ 550701 w 4325123"/>
              <a:gd name="connsiteY148" fmla="*/ 76894 h 3659807"/>
              <a:gd name="connsiteX149" fmla="*/ 550704 w 4325123"/>
              <a:gd name="connsiteY149" fmla="*/ 76894 h 3659807"/>
              <a:gd name="connsiteX150" fmla="*/ 550704 w 4325123"/>
              <a:gd name="connsiteY150" fmla="*/ 76893 h 3659807"/>
              <a:gd name="connsiteX151" fmla="*/ 610870 w 4325123"/>
              <a:gd name="connsiteY151" fmla="*/ 76893 h 3659807"/>
              <a:gd name="connsiteX152" fmla="*/ 610870 w 4325123"/>
              <a:gd name="connsiteY152" fmla="*/ 76894 h 3659807"/>
              <a:gd name="connsiteX153" fmla="*/ 3859948 w 4325123"/>
              <a:gd name="connsiteY153" fmla="*/ 76894 h 3659807"/>
              <a:gd name="connsiteX154" fmla="*/ 3936841 w 4325123"/>
              <a:gd name="connsiteY154" fmla="*/ 0 h 3659807"/>
              <a:gd name="connsiteX0" fmla="*/ 194473 w 4325123"/>
              <a:gd name="connsiteY0" fmla="*/ 893315 h 3659807"/>
              <a:gd name="connsiteX1" fmla="*/ 57300 w 4325123"/>
              <a:gd name="connsiteY1" fmla="*/ 1131803 h 3659807"/>
              <a:gd name="connsiteX2" fmla="*/ 57300 w 4325123"/>
              <a:gd name="connsiteY2" fmla="*/ 1221316 h 3659807"/>
              <a:gd name="connsiteX3" fmla="*/ 68041 w 4325123"/>
              <a:gd name="connsiteY3" fmla="*/ 1457630 h 3659807"/>
              <a:gd name="connsiteX4" fmla="*/ 114588 w 4325123"/>
              <a:gd name="connsiteY4" fmla="*/ 1622333 h 3659807"/>
              <a:gd name="connsiteX5" fmla="*/ 193359 w 4325123"/>
              <a:gd name="connsiteY5" fmla="*/ 1776295 h 3659807"/>
              <a:gd name="connsiteX6" fmla="*/ 272130 w 4325123"/>
              <a:gd name="connsiteY6" fmla="*/ 1880130 h 3659807"/>
              <a:gd name="connsiteX7" fmla="*/ 358063 w 4325123"/>
              <a:gd name="connsiteY7" fmla="*/ 2026931 h 3659807"/>
              <a:gd name="connsiteX8" fmla="*/ 390287 w 4325123"/>
              <a:gd name="connsiteY8" fmla="*/ 2166571 h 3659807"/>
              <a:gd name="connsiteX9" fmla="*/ 383126 w 4325123"/>
              <a:gd name="connsiteY9" fmla="*/ 2309792 h 3659807"/>
              <a:gd name="connsiteX10" fmla="*/ 336580 w 4325123"/>
              <a:gd name="connsiteY10" fmla="*/ 2435110 h 3659807"/>
              <a:gd name="connsiteX11" fmla="*/ 261389 w 4325123"/>
              <a:gd name="connsiteY11" fmla="*/ 2546105 h 3659807"/>
              <a:gd name="connsiteX12" fmla="*/ 164715 w 4325123"/>
              <a:gd name="connsiteY12" fmla="*/ 2685745 h 3659807"/>
              <a:gd name="connsiteX13" fmla="*/ 107427 w 4325123"/>
              <a:gd name="connsiteY13" fmla="*/ 2807483 h 3659807"/>
              <a:gd name="connsiteX14" fmla="*/ 71622 w 4325123"/>
              <a:gd name="connsiteY14" fmla="*/ 2943542 h 3659807"/>
              <a:gd name="connsiteX15" fmla="*/ 57300 w 4325123"/>
              <a:gd name="connsiteY15" fmla="*/ 3058119 h 3659807"/>
              <a:gd name="connsiteX16" fmla="*/ 57300 w 4325123"/>
              <a:gd name="connsiteY16" fmla="*/ 3294433 h 3659807"/>
              <a:gd name="connsiteX17" fmla="*/ 171876 w 4325123"/>
              <a:gd name="connsiteY17" fmla="*/ 3437653 h 3659807"/>
              <a:gd name="connsiteX18" fmla="*/ 1320631 w 4325123"/>
              <a:gd name="connsiteY18" fmla="*/ 3439163 h 3659807"/>
              <a:gd name="connsiteX19" fmla="*/ 1320631 w 4325123"/>
              <a:gd name="connsiteY19" fmla="*/ 3060545 h 3659807"/>
              <a:gd name="connsiteX20" fmla="*/ 1346271 w 4325123"/>
              <a:gd name="connsiteY20" fmla="*/ 3060545 h 3659807"/>
              <a:gd name="connsiteX21" fmla="*/ 1346271 w 4325123"/>
              <a:gd name="connsiteY21" fmla="*/ 3060544 h 3659807"/>
              <a:gd name="connsiteX22" fmla="*/ 1903974 w 4325123"/>
              <a:gd name="connsiteY22" fmla="*/ 3060544 h 3659807"/>
              <a:gd name="connsiteX23" fmla="*/ 1938751 w 4325123"/>
              <a:gd name="connsiteY23" fmla="*/ 3053773 h 3659807"/>
              <a:gd name="connsiteX24" fmla="*/ 1995643 w 4325123"/>
              <a:gd name="connsiteY24" fmla="*/ 2971004 h 3659807"/>
              <a:gd name="connsiteX25" fmla="*/ 1902494 w 4325123"/>
              <a:gd name="connsiteY25" fmla="*/ 2881178 h 3659807"/>
              <a:gd name="connsiteX26" fmla="*/ 1696576 w 4325123"/>
              <a:gd name="connsiteY26" fmla="*/ 2874665 h 3659807"/>
              <a:gd name="connsiteX27" fmla="*/ 1648032 w 4325123"/>
              <a:gd name="connsiteY27" fmla="*/ 2864428 h 3659807"/>
              <a:gd name="connsiteX28" fmla="*/ 1542983 w 4325123"/>
              <a:gd name="connsiteY28" fmla="*/ 2698891 h 3659807"/>
              <a:gd name="connsiteX29" fmla="*/ 1714981 w 4325123"/>
              <a:gd name="connsiteY29" fmla="*/ 2519237 h 3659807"/>
              <a:gd name="connsiteX30" fmla="*/ 1906170 w 4325123"/>
              <a:gd name="connsiteY30" fmla="*/ 2517238 h 3659807"/>
              <a:gd name="connsiteX31" fmla="*/ 1917030 w 4325123"/>
              <a:gd name="connsiteY31" fmla="*/ 2517026 h 3659807"/>
              <a:gd name="connsiteX32" fmla="*/ 1940816 w 4325123"/>
              <a:gd name="connsiteY32" fmla="*/ 2512395 h 3659807"/>
              <a:gd name="connsiteX33" fmla="*/ 1997708 w 4325123"/>
              <a:gd name="connsiteY33" fmla="*/ 2429627 h 3659807"/>
              <a:gd name="connsiteX34" fmla="*/ 1904558 w 4325123"/>
              <a:gd name="connsiteY34" fmla="*/ 2339800 h 3659807"/>
              <a:gd name="connsiteX35" fmla="*/ 1698641 w 4325123"/>
              <a:gd name="connsiteY35" fmla="*/ 2333288 h 3659807"/>
              <a:gd name="connsiteX36" fmla="*/ 1650097 w 4325123"/>
              <a:gd name="connsiteY36" fmla="*/ 2323050 h 3659807"/>
              <a:gd name="connsiteX37" fmla="*/ 1545048 w 4325123"/>
              <a:gd name="connsiteY37" fmla="*/ 2157514 h 3659807"/>
              <a:gd name="connsiteX38" fmla="*/ 1717046 w 4325123"/>
              <a:gd name="connsiteY38" fmla="*/ 1977860 h 3659807"/>
              <a:gd name="connsiteX39" fmla="*/ 1908235 w 4325123"/>
              <a:gd name="connsiteY39" fmla="*/ 1975860 h 3659807"/>
              <a:gd name="connsiteX40" fmla="*/ 1921227 w 4325123"/>
              <a:gd name="connsiteY40" fmla="*/ 1975608 h 3659807"/>
              <a:gd name="connsiteX41" fmla="*/ 1938752 w 4325123"/>
              <a:gd name="connsiteY41" fmla="*/ 1972196 h 3659807"/>
              <a:gd name="connsiteX42" fmla="*/ 1995643 w 4325123"/>
              <a:gd name="connsiteY42" fmla="*/ 1889428 h 3659807"/>
              <a:gd name="connsiteX43" fmla="*/ 1902494 w 4325123"/>
              <a:gd name="connsiteY43" fmla="*/ 1799601 h 3659807"/>
              <a:gd name="connsiteX44" fmla="*/ 1696576 w 4325123"/>
              <a:gd name="connsiteY44" fmla="*/ 1793088 h 3659807"/>
              <a:gd name="connsiteX45" fmla="*/ 1648032 w 4325123"/>
              <a:gd name="connsiteY45" fmla="*/ 1782851 h 3659807"/>
              <a:gd name="connsiteX46" fmla="*/ 1542983 w 4325123"/>
              <a:gd name="connsiteY46" fmla="*/ 1617315 h 3659807"/>
              <a:gd name="connsiteX47" fmla="*/ 1714981 w 4325123"/>
              <a:gd name="connsiteY47" fmla="*/ 1437660 h 3659807"/>
              <a:gd name="connsiteX48" fmla="*/ 1906170 w 4325123"/>
              <a:gd name="connsiteY48" fmla="*/ 1435661 h 3659807"/>
              <a:gd name="connsiteX49" fmla="*/ 1917030 w 4325123"/>
              <a:gd name="connsiteY49" fmla="*/ 1435450 h 3659807"/>
              <a:gd name="connsiteX50" fmla="*/ 1940816 w 4325123"/>
              <a:gd name="connsiteY50" fmla="*/ 1430819 h 3659807"/>
              <a:gd name="connsiteX51" fmla="*/ 1997708 w 4325123"/>
              <a:gd name="connsiteY51" fmla="*/ 1348050 h 3659807"/>
              <a:gd name="connsiteX52" fmla="*/ 1904558 w 4325123"/>
              <a:gd name="connsiteY52" fmla="*/ 1258224 h 3659807"/>
              <a:gd name="connsiteX53" fmla="*/ 1891696 w 4325123"/>
              <a:gd name="connsiteY53" fmla="*/ 1257899 h 3659807"/>
              <a:gd name="connsiteX54" fmla="*/ 1891696 w 4325123"/>
              <a:gd name="connsiteY54" fmla="*/ 1257937 h 3659807"/>
              <a:gd name="connsiteX55" fmla="*/ 1411120 w 4325123"/>
              <a:gd name="connsiteY55" fmla="*/ 1257937 h 3659807"/>
              <a:gd name="connsiteX56" fmla="*/ 1411120 w 4325123"/>
              <a:gd name="connsiteY56" fmla="*/ 1257938 h 3659807"/>
              <a:gd name="connsiteX57" fmla="*/ 1320633 w 4325123"/>
              <a:gd name="connsiteY57" fmla="*/ 1257938 h 3659807"/>
              <a:gd name="connsiteX58" fmla="*/ 1320633 w 4325123"/>
              <a:gd name="connsiteY58" fmla="*/ 1204814 h 3659807"/>
              <a:gd name="connsiteX59" fmla="*/ 1320075 w 4325123"/>
              <a:gd name="connsiteY59" fmla="*/ 1204814 h 3659807"/>
              <a:gd name="connsiteX60" fmla="*/ 1320075 w 4325123"/>
              <a:gd name="connsiteY60" fmla="*/ 980039 h 3659807"/>
              <a:gd name="connsiteX61" fmla="*/ 1319984 w 4325123"/>
              <a:gd name="connsiteY61" fmla="*/ 980039 h 3659807"/>
              <a:gd name="connsiteX62" fmla="*/ 1319984 w 4325123"/>
              <a:gd name="connsiteY62" fmla="*/ 896684 h 3659807"/>
              <a:gd name="connsiteX63" fmla="*/ 474641 w 4325123"/>
              <a:gd name="connsiteY63" fmla="*/ 896684 h 3659807"/>
              <a:gd name="connsiteX64" fmla="*/ 194473 w 4325123"/>
              <a:gd name="connsiteY64" fmla="*/ 893315 h 3659807"/>
              <a:gd name="connsiteX65" fmla="*/ 3936841 w 4325123"/>
              <a:gd name="connsiteY65" fmla="*/ 0 h 3659807"/>
              <a:gd name="connsiteX66" fmla="*/ 3936841 w 4325123"/>
              <a:gd name="connsiteY66" fmla="*/ 213197 h 3659807"/>
              <a:gd name="connsiteX67" fmla="*/ 3860703 w 4325123"/>
              <a:gd name="connsiteY67" fmla="*/ 137060 h 3659807"/>
              <a:gd name="connsiteX68" fmla="*/ 610870 w 4325123"/>
              <a:gd name="connsiteY68" fmla="*/ 137060 h 3659807"/>
              <a:gd name="connsiteX69" fmla="*/ 610870 w 4325123"/>
              <a:gd name="connsiteY69" fmla="*/ 822170 h 3659807"/>
              <a:gd name="connsiteX70" fmla="*/ 1320075 w 4325123"/>
              <a:gd name="connsiteY70" fmla="*/ 822170 h 3659807"/>
              <a:gd name="connsiteX71" fmla="*/ 1320075 w 4325123"/>
              <a:gd name="connsiteY71" fmla="*/ 632021 h 3659807"/>
              <a:gd name="connsiteX72" fmla="*/ 1320074 w 4325123"/>
              <a:gd name="connsiteY72" fmla="*/ 632021 h 3659807"/>
              <a:gd name="connsiteX73" fmla="*/ 1320074 w 4325123"/>
              <a:gd name="connsiteY73" fmla="*/ 571855 h 3659807"/>
              <a:gd name="connsiteX74" fmla="*/ 4108123 w 4325123"/>
              <a:gd name="connsiteY74" fmla="*/ 571855 h 3659807"/>
              <a:gd name="connsiteX75" fmla="*/ 4108123 w 4325123"/>
              <a:gd name="connsiteY75" fmla="*/ 515771 h 3659807"/>
              <a:gd name="connsiteX76" fmla="*/ 4043305 w 4325123"/>
              <a:gd name="connsiteY76" fmla="*/ 508270 h 3659807"/>
              <a:gd name="connsiteX77" fmla="*/ 3971706 w 4325123"/>
              <a:gd name="connsiteY77" fmla="*/ 480601 h 3659807"/>
              <a:gd name="connsiteX78" fmla="*/ 3936843 w 4325123"/>
              <a:gd name="connsiteY78" fmla="*/ 450962 h 3659807"/>
              <a:gd name="connsiteX79" fmla="*/ 4325123 w 4325123"/>
              <a:gd name="connsiteY79" fmla="*/ 450962 h 3659807"/>
              <a:gd name="connsiteX80" fmla="*/ 4290260 w 4325123"/>
              <a:gd name="connsiteY80" fmla="*/ 480601 h 3659807"/>
              <a:gd name="connsiteX81" fmla="*/ 4218661 w 4325123"/>
              <a:gd name="connsiteY81" fmla="*/ 508270 h 3659807"/>
              <a:gd name="connsiteX82" fmla="*/ 4153842 w 4325123"/>
              <a:gd name="connsiteY82" fmla="*/ 515771 h 3659807"/>
              <a:gd name="connsiteX83" fmla="*/ 4153842 w 4325123"/>
              <a:gd name="connsiteY83" fmla="*/ 632021 h 3659807"/>
              <a:gd name="connsiteX84" fmla="*/ 4148910 w 4325123"/>
              <a:gd name="connsiteY84" fmla="*/ 632021 h 3659807"/>
              <a:gd name="connsiteX85" fmla="*/ 4108123 w 4325123"/>
              <a:gd name="connsiteY85" fmla="*/ 632021 h 3659807"/>
              <a:gd name="connsiteX86" fmla="*/ 1412854 w 4325123"/>
              <a:gd name="connsiteY86" fmla="*/ 632021 h 3659807"/>
              <a:gd name="connsiteX87" fmla="*/ 1412854 w 4325123"/>
              <a:gd name="connsiteY87" fmla="*/ 1167450 h 3659807"/>
              <a:gd name="connsiteX88" fmla="*/ 1891696 w 4325123"/>
              <a:gd name="connsiteY88" fmla="*/ 1167450 h 3659807"/>
              <a:gd name="connsiteX89" fmla="*/ 1891696 w 4325123"/>
              <a:gd name="connsiteY89" fmla="*/ 1168305 h 3659807"/>
              <a:gd name="connsiteX90" fmla="*/ 1904558 w 4325123"/>
              <a:gd name="connsiteY90" fmla="*/ 1168396 h 3659807"/>
              <a:gd name="connsiteX91" fmla="*/ 2076556 w 4325123"/>
              <a:gd name="connsiteY91" fmla="*/ 1348050 h 3659807"/>
              <a:gd name="connsiteX92" fmla="*/ 1971507 w 4325123"/>
              <a:gd name="connsiteY92" fmla="*/ 1513587 h 3659807"/>
              <a:gd name="connsiteX93" fmla="*/ 1904558 w 4325123"/>
              <a:gd name="connsiteY93" fmla="*/ 1525902 h 3659807"/>
              <a:gd name="connsiteX94" fmla="*/ 1714981 w 4325123"/>
              <a:gd name="connsiteY94" fmla="*/ 1527487 h 3659807"/>
              <a:gd name="connsiteX95" fmla="*/ 1621832 w 4325123"/>
              <a:gd name="connsiteY95" fmla="*/ 1617315 h 3659807"/>
              <a:gd name="connsiteX96" fmla="*/ 1714981 w 4325123"/>
              <a:gd name="connsiteY96" fmla="*/ 1707141 h 3659807"/>
              <a:gd name="connsiteX97" fmla="*/ 1714981 w 4325123"/>
              <a:gd name="connsiteY97" fmla="*/ 1707818 h 3659807"/>
              <a:gd name="connsiteX98" fmla="*/ 1735471 w 4325123"/>
              <a:gd name="connsiteY98" fmla="*/ 1708060 h 3659807"/>
              <a:gd name="connsiteX99" fmla="*/ 1902494 w 4325123"/>
              <a:gd name="connsiteY99" fmla="*/ 1709773 h 3659807"/>
              <a:gd name="connsiteX100" fmla="*/ 2074492 w 4325123"/>
              <a:gd name="connsiteY100" fmla="*/ 1889428 h 3659807"/>
              <a:gd name="connsiteX101" fmla="*/ 1969443 w 4325123"/>
              <a:gd name="connsiteY101" fmla="*/ 2054964 h 3659807"/>
              <a:gd name="connsiteX102" fmla="*/ 1922963 w 4325123"/>
              <a:gd name="connsiteY102" fmla="*/ 2059012 h 3659807"/>
              <a:gd name="connsiteX103" fmla="*/ 1717046 w 4325123"/>
              <a:gd name="connsiteY103" fmla="*/ 2067686 h 3659807"/>
              <a:gd name="connsiteX104" fmla="*/ 1623896 w 4325123"/>
              <a:gd name="connsiteY104" fmla="*/ 2157514 h 3659807"/>
              <a:gd name="connsiteX105" fmla="*/ 1717046 w 4325123"/>
              <a:gd name="connsiteY105" fmla="*/ 2247341 h 3659807"/>
              <a:gd name="connsiteX106" fmla="*/ 1717046 w 4325123"/>
              <a:gd name="connsiteY106" fmla="*/ 2248017 h 3659807"/>
              <a:gd name="connsiteX107" fmla="*/ 1737535 w 4325123"/>
              <a:gd name="connsiteY107" fmla="*/ 2248260 h 3659807"/>
              <a:gd name="connsiteX108" fmla="*/ 1904558 w 4325123"/>
              <a:gd name="connsiteY108" fmla="*/ 2249973 h 3659807"/>
              <a:gd name="connsiteX109" fmla="*/ 2076556 w 4325123"/>
              <a:gd name="connsiteY109" fmla="*/ 2429627 h 3659807"/>
              <a:gd name="connsiteX110" fmla="*/ 1971507 w 4325123"/>
              <a:gd name="connsiteY110" fmla="*/ 2595163 h 3659807"/>
              <a:gd name="connsiteX111" fmla="*/ 1904558 w 4325123"/>
              <a:gd name="connsiteY111" fmla="*/ 2607479 h 3659807"/>
              <a:gd name="connsiteX112" fmla="*/ 1714981 w 4325123"/>
              <a:gd name="connsiteY112" fmla="*/ 2609064 h 3659807"/>
              <a:gd name="connsiteX113" fmla="*/ 1621832 w 4325123"/>
              <a:gd name="connsiteY113" fmla="*/ 2698891 h 3659807"/>
              <a:gd name="connsiteX114" fmla="*/ 1714981 w 4325123"/>
              <a:gd name="connsiteY114" fmla="*/ 2788718 h 3659807"/>
              <a:gd name="connsiteX115" fmla="*/ 1714981 w 4325123"/>
              <a:gd name="connsiteY115" fmla="*/ 2789394 h 3659807"/>
              <a:gd name="connsiteX116" fmla="*/ 1735471 w 4325123"/>
              <a:gd name="connsiteY116" fmla="*/ 2789637 h 3659807"/>
              <a:gd name="connsiteX117" fmla="*/ 1902494 w 4325123"/>
              <a:gd name="connsiteY117" fmla="*/ 2791350 h 3659807"/>
              <a:gd name="connsiteX118" fmla="*/ 2074492 w 4325123"/>
              <a:gd name="connsiteY118" fmla="*/ 2971004 h 3659807"/>
              <a:gd name="connsiteX119" fmla="*/ 1969443 w 4325123"/>
              <a:gd name="connsiteY119" fmla="*/ 3136541 h 3659807"/>
              <a:gd name="connsiteX120" fmla="*/ 1906021 w 4325123"/>
              <a:gd name="connsiteY120" fmla="*/ 3149915 h 3659807"/>
              <a:gd name="connsiteX121" fmla="*/ 1411118 w 4325123"/>
              <a:gd name="connsiteY121" fmla="*/ 3151032 h 3659807"/>
              <a:gd name="connsiteX122" fmla="*/ 1411118 w 4325123"/>
              <a:gd name="connsiteY122" fmla="*/ 3513302 h 3659807"/>
              <a:gd name="connsiteX123" fmla="*/ 848497 w 4325123"/>
              <a:gd name="connsiteY123" fmla="*/ 3513302 h 3659807"/>
              <a:gd name="connsiteX124" fmla="*/ 848497 w 4325123"/>
              <a:gd name="connsiteY124" fmla="*/ 3659807 h 3659807"/>
              <a:gd name="connsiteX125" fmla="*/ 801271 w 4325123"/>
              <a:gd name="connsiteY125" fmla="*/ 3659807 h 3659807"/>
              <a:gd name="connsiteX126" fmla="*/ 801271 w 4325123"/>
              <a:gd name="connsiteY126" fmla="*/ 3510600 h 3659807"/>
              <a:gd name="connsiteX127" fmla="*/ 1194 w 4325123"/>
              <a:gd name="connsiteY127" fmla="*/ 3508271 h 3659807"/>
              <a:gd name="connsiteX128" fmla="*/ 11 w 4325123"/>
              <a:gd name="connsiteY128" fmla="*/ 3072441 h 3659807"/>
              <a:gd name="connsiteX129" fmla="*/ 7173 w 4325123"/>
              <a:gd name="connsiteY129" fmla="*/ 2950703 h 3659807"/>
              <a:gd name="connsiteX130" fmla="*/ 42978 w 4325123"/>
              <a:gd name="connsiteY130" fmla="*/ 2803902 h 3659807"/>
              <a:gd name="connsiteX131" fmla="*/ 103846 w 4325123"/>
              <a:gd name="connsiteY131" fmla="*/ 2678584 h 3659807"/>
              <a:gd name="connsiteX132" fmla="*/ 150393 w 4325123"/>
              <a:gd name="connsiteY132" fmla="*/ 2606974 h 3659807"/>
              <a:gd name="connsiteX133" fmla="*/ 239906 w 4325123"/>
              <a:gd name="connsiteY133" fmla="*/ 2506720 h 3659807"/>
              <a:gd name="connsiteX134" fmla="*/ 315097 w 4325123"/>
              <a:gd name="connsiteY134" fmla="*/ 2392143 h 3659807"/>
              <a:gd name="connsiteX135" fmla="*/ 350902 w 4325123"/>
              <a:gd name="connsiteY135" fmla="*/ 2256084 h 3659807"/>
              <a:gd name="connsiteX136" fmla="*/ 343741 w 4325123"/>
              <a:gd name="connsiteY136" fmla="*/ 2102122 h 3659807"/>
              <a:gd name="connsiteX137" fmla="*/ 286452 w 4325123"/>
              <a:gd name="connsiteY137" fmla="*/ 1969643 h 3659807"/>
              <a:gd name="connsiteX138" fmla="*/ 200520 w 4325123"/>
              <a:gd name="connsiteY138" fmla="*/ 1869388 h 3659807"/>
              <a:gd name="connsiteX139" fmla="*/ 107427 w 4325123"/>
              <a:gd name="connsiteY139" fmla="*/ 1747651 h 3659807"/>
              <a:gd name="connsiteX140" fmla="*/ 42978 w 4325123"/>
              <a:gd name="connsiteY140" fmla="*/ 1608011 h 3659807"/>
              <a:gd name="connsiteX141" fmla="*/ 7173 w 4325123"/>
              <a:gd name="connsiteY141" fmla="*/ 1461210 h 3659807"/>
              <a:gd name="connsiteX142" fmla="*/ 11 w 4325123"/>
              <a:gd name="connsiteY142" fmla="*/ 1346634 h 3659807"/>
              <a:gd name="connsiteX143" fmla="*/ 126218 w 4325123"/>
              <a:gd name="connsiteY143" fmla="*/ 825078 h 3659807"/>
              <a:gd name="connsiteX144" fmla="*/ 550704 w 4325123"/>
              <a:gd name="connsiteY144" fmla="*/ 822170 h 3659807"/>
              <a:gd name="connsiteX145" fmla="*/ 550704 w 4325123"/>
              <a:gd name="connsiteY145" fmla="*/ 137060 h 3659807"/>
              <a:gd name="connsiteX146" fmla="*/ 550701 w 4325123"/>
              <a:gd name="connsiteY146" fmla="*/ 137060 h 3659807"/>
              <a:gd name="connsiteX147" fmla="*/ 550701 w 4325123"/>
              <a:gd name="connsiteY147" fmla="*/ 76894 h 3659807"/>
              <a:gd name="connsiteX148" fmla="*/ 550704 w 4325123"/>
              <a:gd name="connsiteY148" fmla="*/ 76894 h 3659807"/>
              <a:gd name="connsiteX149" fmla="*/ 550704 w 4325123"/>
              <a:gd name="connsiteY149" fmla="*/ 76893 h 3659807"/>
              <a:gd name="connsiteX150" fmla="*/ 610870 w 4325123"/>
              <a:gd name="connsiteY150" fmla="*/ 76893 h 3659807"/>
              <a:gd name="connsiteX151" fmla="*/ 610870 w 4325123"/>
              <a:gd name="connsiteY151" fmla="*/ 76894 h 3659807"/>
              <a:gd name="connsiteX152" fmla="*/ 3859948 w 4325123"/>
              <a:gd name="connsiteY152" fmla="*/ 76894 h 3659807"/>
              <a:gd name="connsiteX153" fmla="*/ 3936841 w 4325123"/>
              <a:gd name="connsiteY153" fmla="*/ 0 h 3659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325123" h="3659807">
                <a:moveTo>
                  <a:pt x="194473" y="893315"/>
                </a:moveTo>
                <a:cubicBezTo>
                  <a:pt x="134461" y="895817"/>
                  <a:pt x="62543" y="1010237"/>
                  <a:pt x="57300" y="1131803"/>
                </a:cubicBezTo>
                <a:lnTo>
                  <a:pt x="57300" y="1221316"/>
                </a:lnTo>
                <a:lnTo>
                  <a:pt x="68041" y="1457630"/>
                </a:lnTo>
                <a:lnTo>
                  <a:pt x="114588" y="1622333"/>
                </a:lnTo>
                <a:lnTo>
                  <a:pt x="193359" y="1776295"/>
                </a:lnTo>
                <a:lnTo>
                  <a:pt x="272130" y="1880130"/>
                </a:lnTo>
                <a:lnTo>
                  <a:pt x="358063" y="2026931"/>
                </a:lnTo>
                <a:lnTo>
                  <a:pt x="390287" y="2166571"/>
                </a:lnTo>
                <a:lnTo>
                  <a:pt x="383126" y="2309792"/>
                </a:lnTo>
                <a:lnTo>
                  <a:pt x="336580" y="2435110"/>
                </a:lnTo>
                <a:lnTo>
                  <a:pt x="261389" y="2546105"/>
                </a:lnTo>
                <a:lnTo>
                  <a:pt x="164715" y="2685745"/>
                </a:lnTo>
                <a:lnTo>
                  <a:pt x="107427" y="2807483"/>
                </a:lnTo>
                <a:lnTo>
                  <a:pt x="71622" y="2943542"/>
                </a:lnTo>
                <a:lnTo>
                  <a:pt x="57300" y="3058119"/>
                </a:lnTo>
                <a:lnTo>
                  <a:pt x="57300" y="3294433"/>
                </a:lnTo>
                <a:lnTo>
                  <a:pt x="171876" y="3437653"/>
                </a:lnTo>
                <a:lnTo>
                  <a:pt x="1320631" y="3439163"/>
                </a:lnTo>
                <a:lnTo>
                  <a:pt x="1320631" y="3060545"/>
                </a:lnTo>
                <a:lnTo>
                  <a:pt x="1346271" y="3060545"/>
                </a:lnTo>
                <a:lnTo>
                  <a:pt x="1346271" y="3060544"/>
                </a:lnTo>
                <a:lnTo>
                  <a:pt x="1903974" y="3060544"/>
                </a:lnTo>
                <a:lnTo>
                  <a:pt x="1938751" y="3053773"/>
                </a:lnTo>
                <a:cubicBezTo>
                  <a:pt x="1972184" y="3040137"/>
                  <a:pt x="1995643" y="3008212"/>
                  <a:pt x="1995643" y="2971004"/>
                </a:cubicBezTo>
                <a:cubicBezTo>
                  <a:pt x="1995643" y="2921394"/>
                  <a:pt x="1943048" y="2877900"/>
                  <a:pt x="1902494" y="2881178"/>
                </a:cubicBezTo>
                <a:lnTo>
                  <a:pt x="1696576" y="2874665"/>
                </a:lnTo>
                <a:lnTo>
                  <a:pt x="1648032" y="2864428"/>
                </a:lnTo>
                <a:cubicBezTo>
                  <a:pt x="1586299" y="2837155"/>
                  <a:pt x="1542983" y="2773307"/>
                  <a:pt x="1542983" y="2698891"/>
                </a:cubicBezTo>
                <a:cubicBezTo>
                  <a:pt x="1542983" y="2599671"/>
                  <a:pt x="1619989" y="2519237"/>
                  <a:pt x="1714981" y="2519237"/>
                </a:cubicBezTo>
                <a:cubicBezTo>
                  <a:pt x="1735893" y="2518567"/>
                  <a:pt x="1859567" y="2517905"/>
                  <a:pt x="1906170" y="2517238"/>
                </a:cubicBezTo>
                <a:lnTo>
                  <a:pt x="1917030" y="2517026"/>
                </a:lnTo>
                <a:lnTo>
                  <a:pt x="1940816" y="2512395"/>
                </a:lnTo>
                <a:cubicBezTo>
                  <a:pt x="1974248" y="2498759"/>
                  <a:pt x="1997708" y="2466835"/>
                  <a:pt x="1997708" y="2429627"/>
                </a:cubicBezTo>
                <a:cubicBezTo>
                  <a:pt x="1997708" y="2380016"/>
                  <a:pt x="1945112" y="2336523"/>
                  <a:pt x="1904558" y="2339800"/>
                </a:cubicBezTo>
                <a:lnTo>
                  <a:pt x="1698641" y="2333288"/>
                </a:lnTo>
                <a:lnTo>
                  <a:pt x="1650097" y="2323050"/>
                </a:lnTo>
                <a:cubicBezTo>
                  <a:pt x="1588364" y="2295778"/>
                  <a:pt x="1545048" y="2231930"/>
                  <a:pt x="1545048" y="2157514"/>
                </a:cubicBezTo>
                <a:cubicBezTo>
                  <a:pt x="1545048" y="2058294"/>
                  <a:pt x="1622054" y="1977860"/>
                  <a:pt x="1717046" y="1977860"/>
                </a:cubicBezTo>
                <a:cubicBezTo>
                  <a:pt x="1737958" y="1977190"/>
                  <a:pt x="1861632" y="1976528"/>
                  <a:pt x="1908235" y="1975860"/>
                </a:cubicBezTo>
                <a:lnTo>
                  <a:pt x="1921227" y="1975608"/>
                </a:lnTo>
                <a:lnTo>
                  <a:pt x="1938752" y="1972196"/>
                </a:lnTo>
                <a:cubicBezTo>
                  <a:pt x="1972184" y="1958559"/>
                  <a:pt x="1995643" y="1926635"/>
                  <a:pt x="1995643" y="1889428"/>
                </a:cubicBezTo>
                <a:cubicBezTo>
                  <a:pt x="1995643" y="1839817"/>
                  <a:pt x="1943048" y="1796324"/>
                  <a:pt x="1902494" y="1799601"/>
                </a:cubicBezTo>
                <a:lnTo>
                  <a:pt x="1696576" y="1793088"/>
                </a:lnTo>
                <a:lnTo>
                  <a:pt x="1648032" y="1782851"/>
                </a:lnTo>
                <a:cubicBezTo>
                  <a:pt x="1586299" y="1755578"/>
                  <a:pt x="1542983" y="1691731"/>
                  <a:pt x="1542983" y="1617315"/>
                </a:cubicBezTo>
                <a:cubicBezTo>
                  <a:pt x="1542983" y="1518094"/>
                  <a:pt x="1619989" y="1437660"/>
                  <a:pt x="1714981" y="1437660"/>
                </a:cubicBezTo>
                <a:cubicBezTo>
                  <a:pt x="1735893" y="1436990"/>
                  <a:pt x="1859567" y="1436329"/>
                  <a:pt x="1906170" y="1435661"/>
                </a:cubicBezTo>
                <a:lnTo>
                  <a:pt x="1917030" y="1435450"/>
                </a:lnTo>
                <a:lnTo>
                  <a:pt x="1940816" y="1430819"/>
                </a:lnTo>
                <a:cubicBezTo>
                  <a:pt x="1974248" y="1417182"/>
                  <a:pt x="1997708" y="1385258"/>
                  <a:pt x="1997708" y="1348050"/>
                </a:cubicBezTo>
                <a:cubicBezTo>
                  <a:pt x="1997708" y="1298440"/>
                  <a:pt x="1945112" y="1254947"/>
                  <a:pt x="1904558" y="1258224"/>
                </a:cubicBezTo>
                <a:lnTo>
                  <a:pt x="1891696" y="1257899"/>
                </a:lnTo>
                <a:lnTo>
                  <a:pt x="1891696" y="1257937"/>
                </a:lnTo>
                <a:lnTo>
                  <a:pt x="1411120" y="1257937"/>
                </a:lnTo>
                <a:lnTo>
                  <a:pt x="1411120" y="1257938"/>
                </a:lnTo>
                <a:lnTo>
                  <a:pt x="1320633" y="1257938"/>
                </a:lnTo>
                <a:lnTo>
                  <a:pt x="1320633" y="1204814"/>
                </a:lnTo>
                <a:lnTo>
                  <a:pt x="1320075" y="1204814"/>
                </a:lnTo>
                <a:lnTo>
                  <a:pt x="1320075" y="980039"/>
                </a:lnTo>
                <a:lnTo>
                  <a:pt x="1319984" y="980039"/>
                </a:lnTo>
                <a:lnTo>
                  <a:pt x="1319984" y="896684"/>
                </a:lnTo>
                <a:lnTo>
                  <a:pt x="474641" y="896684"/>
                </a:lnTo>
                <a:lnTo>
                  <a:pt x="194473" y="893315"/>
                </a:lnTo>
                <a:close/>
                <a:moveTo>
                  <a:pt x="3936841" y="0"/>
                </a:moveTo>
                <a:lnTo>
                  <a:pt x="3936841" y="213197"/>
                </a:lnTo>
                <a:lnTo>
                  <a:pt x="3860703" y="137060"/>
                </a:lnTo>
                <a:lnTo>
                  <a:pt x="610870" y="137060"/>
                </a:lnTo>
                <a:lnTo>
                  <a:pt x="610870" y="822170"/>
                </a:lnTo>
                <a:lnTo>
                  <a:pt x="1320075" y="822170"/>
                </a:lnTo>
                <a:lnTo>
                  <a:pt x="1320075" y="632021"/>
                </a:lnTo>
                <a:lnTo>
                  <a:pt x="1320074" y="632021"/>
                </a:lnTo>
                <a:lnTo>
                  <a:pt x="1320074" y="571855"/>
                </a:lnTo>
                <a:lnTo>
                  <a:pt x="4108123" y="571855"/>
                </a:lnTo>
                <a:lnTo>
                  <a:pt x="4108123" y="515771"/>
                </a:lnTo>
                <a:lnTo>
                  <a:pt x="4043305" y="508270"/>
                </a:lnTo>
                <a:cubicBezTo>
                  <a:pt x="4016357" y="501737"/>
                  <a:pt x="3992088" y="492283"/>
                  <a:pt x="3971706" y="480601"/>
                </a:cubicBezTo>
                <a:lnTo>
                  <a:pt x="3936843" y="450962"/>
                </a:lnTo>
                <a:lnTo>
                  <a:pt x="4325123" y="450962"/>
                </a:lnTo>
                <a:lnTo>
                  <a:pt x="4290260" y="480601"/>
                </a:lnTo>
                <a:cubicBezTo>
                  <a:pt x="4269878" y="492283"/>
                  <a:pt x="4245610" y="501737"/>
                  <a:pt x="4218661" y="508270"/>
                </a:cubicBezTo>
                <a:lnTo>
                  <a:pt x="4153842" y="515771"/>
                </a:lnTo>
                <a:lnTo>
                  <a:pt x="4153842" y="632021"/>
                </a:lnTo>
                <a:lnTo>
                  <a:pt x="4148910" y="632021"/>
                </a:lnTo>
                <a:lnTo>
                  <a:pt x="4108123" y="632021"/>
                </a:lnTo>
                <a:lnTo>
                  <a:pt x="1412854" y="632021"/>
                </a:lnTo>
                <a:lnTo>
                  <a:pt x="1412854" y="1167450"/>
                </a:lnTo>
                <a:lnTo>
                  <a:pt x="1891696" y="1167450"/>
                </a:lnTo>
                <a:lnTo>
                  <a:pt x="1891696" y="1168305"/>
                </a:lnTo>
                <a:lnTo>
                  <a:pt x="1904558" y="1168396"/>
                </a:lnTo>
                <a:cubicBezTo>
                  <a:pt x="1999550" y="1168396"/>
                  <a:pt x="2076556" y="1248830"/>
                  <a:pt x="2076556" y="1348050"/>
                </a:cubicBezTo>
                <a:cubicBezTo>
                  <a:pt x="2076556" y="1422466"/>
                  <a:pt x="2033240" y="1486314"/>
                  <a:pt x="1971507" y="1513587"/>
                </a:cubicBezTo>
                <a:lnTo>
                  <a:pt x="1904558" y="1525902"/>
                </a:lnTo>
                <a:lnTo>
                  <a:pt x="1714981" y="1527487"/>
                </a:lnTo>
                <a:cubicBezTo>
                  <a:pt x="1674427" y="1524211"/>
                  <a:pt x="1621832" y="1567704"/>
                  <a:pt x="1621832" y="1617315"/>
                </a:cubicBezTo>
                <a:cubicBezTo>
                  <a:pt x="1621832" y="1666925"/>
                  <a:pt x="1663536" y="1707141"/>
                  <a:pt x="1714981" y="1707141"/>
                </a:cubicBezTo>
                <a:lnTo>
                  <a:pt x="1714981" y="1707818"/>
                </a:lnTo>
                <a:lnTo>
                  <a:pt x="1735471" y="1708060"/>
                </a:lnTo>
                <a:lnTo>
                  <a:pt x="1902494" y="1709773"/>
                </a:lnTo>
                <a:cubicBezTo>
                  <a:pt x="1997485" y="1709773"/>
                  <a:pt x="2074492" y="1790207"/>
                  <a:pt x="2074492" y="1889428"/>
                </a:cubicBezTo>
                <a:cubicBezTo>
                  <a:pt x="2074492" y="1963844"/>
                  <a:pt x="2031176" y="2027691"/>
                  <a:pt x="1969443" y="2054964"/>
                </a:cubicBezTo>
                <a:lnTo>
                  <a:pt x="1922963" y="2059012"/>
                </a:lnTo>
                <a:lnTo>
                  <a:pt x="1717046" y="2067686"/>
                </a:lnTo>
                <a:cubicBezTo>
                  <a:pt x="1676492" y="2064410"/>
                  <a:pt x="1623896" y="2107903"/>
                  <a:pt x="1623896" y="2157514"/>
                </a:cubicBezTo>
                <a:cubicBezTo>
                  <a:pt x="1623896" y="2207125"/>
                  <a:pt x="1665601" y="2247341"/>
                  <a:pt x="1717046" y="2247341"/>
                </a:cubicBezTo>
                <a:lnTo>
                  <a:pt x="1717046" y="2248017"/>
                </a:lnTo>
                <a:lnTo>
                  <a:pt x="1737535" y="2248260"/>
                </a:lnTo>
                <a:lnTo>
                  <a:pt x="1904558" y="2249973"/>
                </a:lnTo>
                <a:cubicBezTo>
                  <a:pt x="1999550" y="2249973"/>
                  <a:pt x="2076556" y="2330407"/>
                  <a:pt x="2076556" y="2429627"/>
                </a:cubicBezTo>
                <a:cubicBezTo>
                  <a:pt x="2076556" y="2504043"/>
                  <a:pt x="2033240" y="2567891"/>
                  <a:pt x="1971507" y="2595163"/>
                </a:cubicBezTo>
                <a:lnTo>
                  <a:pt x="1904558" y="2607479"/>
                </a:lnTo>
                <a:lnTo>
                  <a:pt x="1714981" y="2609064"/>
                </a:lnTo>
                <a:cubicBezTo>
                  <a:pt x="1674427" y="2605787"/>
                  <a:pt x="1621832" y="2649281"/>
                  <a:pt x="1621832" y="2698891"/>
                </a:cubicBezTo>
                <a:cubicBezTo>
                  <a:pt x="1621832" y="2748502"/>
                  <a:pt x="1663536" y="2788718"/>
                  <a:pt x="1714981" y="2788718"/>
                </a:cubicBezTo>
                <a:lnTo>
                  <a:pt x="1714981" y="2789394"/>
                </a:lnTo>
                <a:lnTo>
                  <a:pt x="1735471" y="2789637"/>
                </a:lnTo>
                <a:lnTo>
                  <a:pt x="1902494" y="2791350"/>
                </a:lnTo>
                <a:cubicBezTo>
                  <a:pt x="1997485" y="2791350"/>
                  <a:pt x="2074492" y="2871784"/>
                  <a:pt x="2074492" y="2971004"/>
                </a:cubicBezTo>
                <a:cubicBezTo>
                  <a:pt x="2074492" y="3045421"/>
                  <a:pt x="2031176" y="3109268"/>
                  <a:pt x="1969443" y="3136541"/>
                </a:cubicBezTo>
                <a:lnTo>
                  <a:pt x="1906021" y="3149915"/>
                </a:lnTo>
                <a:lnTo>
                  <a:pt x="1411118" y="3151032"/>
                </a:lnTo>
                <a:lnTo>
                  <a:pt x="1411118" y="3513302"/>
                </a:lnTo>
                <a:lnTo>
                  <a:pt x="848497" y="3513302"/>
                </a:lnTo>
                <a:lnTo>
                  <a:pt x="848497" y="3659807"/>
                </a:lnTo>
                <a:lnTo>
                  <a:pt x="801271" y="3659807"/>
                </a:lnTo>
                <a:lnTo>
                  <a:pt x="801271" y="3510600"/>
                </a:lnTo>
                <a:lnTo>
                  <a:pt x="1194" y="3508271"/>
                </a:lnTo>
                <a:cubicBezTo>
                  <a:pt x="800" y="3362994"/>
                  <a:pt x="405" y="3217718"/>
                  <a:pt x="11" y="3072441"/>
                </a:cubicBezTo>
                <a:lnTo>
                  <a:pt x="7173" y="2950703"/>
                </a:lnTo>
                <a:lnTo>
                  <a:pt x="42978" y="2803902"/>
                </a:lnTo>
                <a:lnTo>
                  <a:pt x="103846" y="2678584"/>
                </a:lnTo>
                <a:lnTo>
                  <a:pt x="150393" y="2606974"/>
                </a:lnTo>
                <a:lnTo>
                  <a:pt x="239906" y="2506720"/>
                </a:lnTo>
                <a:lnTo>
                  <a:pt x="315097" y="2392143"/>
                </a:lnTo>
                <a:lnTo>
                  <a:pt x="350902" y="2256084"/>
                </a:lnTo>
                <a:lnTo>
                  <a:pt x="343741" y="2102122"/>
                </a:lnTo>
                <a:lnTo>
                  <a:pt x="286452" y="1969643"/>
                </a:lnTo>
                <a:lnTo>
                  <a:pt x="200520" y="1869388"/>
                </a:lnTo>
                <a:lnTo>
                  <a:pt x="107427" y="1747651"/>
                </a:lnTo>
                <a:lnTo>
                  <a:pt x="42978" y="1608011"/>
                </a:lnTo>
                <a:lnTo>
                  <a:pt x="7173" y="1461210"/>
                </a:lnTo>
                <a:lnTo>
                  <a:pt x="11" y="1346634"/>
                </a:lnTo>
                <a:cubicBezTo>
                  <a:pt x="-783" y="937038"/>
                  <a:pt x="38905" y="863199"/>
                  <a:pt x="126218" y="825078"/>
                </a:cubicBezTo>
                <a:lnTo>
                  <a:pt x="550704" y="822170"/>
                </a:lnTo>
                <a:lnTo>
                  <a:pt x="550704" y="137060"/>
                </a:lnTo>
                <a:lnTo>
                  <a:pt x="550701" y="137060"/>
                </a:lnTo>
                <a:lnTo>
                  <a:pt x="550701" y="76894"/>
                </a:lnTo>
                <a:lnTo>
                  <a:pt x="550704" y="76894"/>
                </a:lnTo>
                <a:lnTo>
                  <a:pt x="550704" y="76893"/>
                </a:lnTo>
                <a:lnTo>
                  <a:pt x="610870" y="76893"/>
                </a:lnTo>
                <a:lnTo>
                  <a:pt x="610870" y="76894"/>
                </a:lnTo>
                <a:lnTo>
                  <a:pt x="3859948" y="76894"/>
                </a:lnTo>
                <a:lnTo>
                  <a:pt x="3936841" y="0"/>
                </a:lnTo>
                <a:close/>
              </a:path>
            </a:pathLst>
          </a:custGeom>
          <a:gradFill>
            <a:gsLst>
              <a:gs pos="85000">
                <a:srgbClr val="FFFF00"/>
              </a:gs>
              <a:gs pos="63000">
                <a:srgbClr val="FFC000"/>
              </a:gs>
              <a:gs pos="34000">
                <a:srgbClr val="FF0000"/>
              </a:gs>
              <a:gs pos="0">
                <a:srgbClr val="FF0000"/>
              </a:gs>
              <a:gs pos="100000">
                <a:srgbClr val="FFFF00"/>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0" name="Freeform: Shape 69">
            <a:extLst>
              <a:ext uri="{FF2B5EF4-FFF2-40B4-BE49-F238E27FC236}">
                <a16:creationId xmlns:a16="http://schemas.microsoft.com/office/drawing/2014/main" id="{4A3F8BD5-F419-D406-4A04-47E83F03D41E}"/>
              </a:ext>
            </a:extLst>
          </p:cNvPr>
          <p:cNvSpPr/>
          <p:nvPr/>
        </p:nvSpPr>
        <p:spPr>
          <a:xfrm>
            <a:off x="3005139" y="4705347"/>
            <a:ext cx="648452" cy="433390"/>
          </a:xfrm>
          <a:custGeom>
            <a:avLst/>
            <a:gdLst>
              <a:gd name="connsiteX0" fmla="*/ 380816 w 648452"/>
              <a:gd name="connsiteY0" fmla="*/ 0 h 433390"/>
              <a:gd name="connsiteX1" fmla="*/ 427553 w 648452"/>
              <a:gd name="connsiteY1" fmla="*/ 0 h 433390"/>
              <a:gd name="connsiteX2" fmla="*/ 427553 w 648452"/>
              <a:gd name="connsiteY2" fmla="*/ 109539 h 433390"/>
              <a:gd name="connsiteX3" fmla="*/ 534301 w 648452"/>
              <a:gd name="connsiteY3" fmla="*/ 109539 h 433390"/>
              <a:gd name="connsiteX4" fmla="*/ 534301 w 648452"/>
              <a:gd name="connsiteY4" fmla="*/ 1 h 433390"/>
              <a:gd name="connsiteX5" fmla="*/ 581038 w 648452"/>
              <a:gd name="connsiteY5" fmla="*/ 1 h 433390"/>
              <a:gd name="connsiteX6" fmla="*/ 581038 w 648452"/>
              <a:gd name="connsiteY6" fmla="*/ 109539 h 433390"/>
              <a:gd name="connsiteX7" fmla="*/ 648452 w 648452"/>
              <a:gd name="connsiteY7" fmla="*/ 109539 h 433390"/>
              <a:gd name="connsiteX8" fmla="*/ 648452 w 648452"/>
              <a:gd name="connsiteY8" fmla="*/ 433390 h 433390"/>
              <a:gd name="connsiteX9" fmla="*/ 0 w 648452"/>
              <a:gd name="connsiteY9" fmla="*/ 433390 h 433390"/>
              <a:gd name="connsiteX10" fmla="*/ 0 w 648452"/>
              <a:gd name="connsiteY10" fmla="*/ 109539 h 433390"/>
              <a:gd name="connsiteX11" fmla="*/ 380816 w 648452"/>
              <a:gd name="connsiteY11" fmla="*/ 109539 h 43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8452" h="433390">
                <a:moveTo>
                  <a:pt x="380816" y="0"/>
                </a:moveTo>
                <a:lnTo>
                  <a:pt x="427553" y="0"/>
                </a:lnTo>
                <a:lnTo>
                  <a:pt x="427553" y="109539"/>
                </a:lnTo>
                <a:lnTo>
                  <a:pt x="534301" y="109539"/>
                </a:lnTo>
                <a:lnTo>
                  <a:pt x="534301" y="1"/>
                </a:lnTo>
                <a:lnTo>
                  <a:pt x="581038" y="1"/>
                </a:lnTo>
                <a:lnTo>
                  <a:pt x="581038" y="109539"/>
                </a:lnTo>
                <a:lnTo>
                  <a:pt x="648452" y="109539"/>
                </a:lnTo>
                <a:lnTo>
                  <a:pt x="648452" y="433390"/>
                </a:lnTo>
                <a:lnTo>
                  <a:pt x="0" y="433390"/>
                </a:lnTo>
                <a:lnTo>
                  <a:pt x="0" y="109539"/>
                </a:lnTo>
                <a:lnTo>
                  <a:pt x="380816" y="109539"/>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6" name="Freeform: Shape 45">
            <a:extLst>
              <a:ext uri="{FF2B5EF4-FFF2-40B4-BE49-F238E27FC236}">
                <a16:creationId xmlns:a16="http://schemas.microsoft.com/office/drawing/2014/main" id="{9F7C964B-628E-CC3D-D65B-A17A8FAC91FD}"/>
              </a:ext>
            </a:extLst>
          </p:cNvPr>
          <p:cNvSpPr/>
          <p:nvPr/>
        </p:nvSpPr>
        <p:spPr>
          <a:xfrm>
            <a:off x="3800475" y="4705348"/>
            <a:ext cx="2401988" cy="431178"/>
          </a:xfrm>
          <a:custGeom>
            <a:avLst/>
            <a:gdLst>
              <a:gd name="connsiteX0" fmla="*/ 2273393 w 2401988"/>
              <a:gd name="connsiteY0" fmla="*/ 0 h 431178"/>
              <a:gd name="connsiteX1" fmla="*/ 2323685 w 2401988"/>
              <a:gd name="connsiteY1" fmla="*/ 0 h 431178"/>
              <a:gd name="connsiteX2" fmla="*/ 2323685 w 2401988"/>
              <a:gd name="connsiteY2" fmla="*/ 107327 h 431178"/>
              <a:gd name="connsiteX3" fmla="*/ 2401988 w 2401988"/>
              <a:gd name="connsiteY3" fmla="*/ 107327 h 431178"/>
              <a:gd name="connsiteX4" fmla="*/ 2401988 w 2401988"/>
              <a:gd name="connsiteY4" fmla="*/ 431178 h 431178"/>
              <a:gd name="connsiteX5" fmla="*/ 0 w 2401988"/>
              <a:gd name="connsiteY5" fmla="*/ 431178 h 431178"/>
              <a:gd name="connsiteX6" fmla="*/ 0 w 2401988"/>
              <a:gd name="connsiteY6" fmla="*/ 107327 h 431178"/>
              <a:gd name="connsiteX7" fmla="*/ 2273393 w 2401988"/>
              <a:gd name="connsiteY7" fmla="*/ 107327 h 43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1988" h="431178">
                <a:moveTo>
                  <a:pt x="2273393" y="0"/>
                </a:moveTo>
                <a:lnTo>
                  <a:pt x="2323685" y="0"/>
                </a:lnTo>
                <a:lnTo>
                  <a:pt x="2323685" y="107327"/>
                </a:lnTo>
                <a:lnTo>
                  <a:pt x="2401988" y="107327"/>
                </a:lnTo>
                <a:lnTo>
                  <a:pt x="2401988" y="431178"/>
                </a:lnTo>
                <a:lnTo>
                  <a:pt x="0" y="431178"/>
                </a:lnTo>
                <a:lnTo>
                  <a:pt x="0" y="107327"/>
                </a:lnTo>
                <a:lnTo>
                  <a:pt x="2273393" y="107327"/>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Freeform: Shape 46">
            <a:extLst>
              <a:ext uri="{FF2B5EF4-FFF2-40B4-BE49-F238E27FC236}">
                <a16:creationId xmlns:a16="http://schemas.microsoft.com/office/drawing/2014/main" id="{E828DC07-9DCB-4C90-B8D6-FD57F7DD5C2E}"/>
              </a:ext>
            </a:extLst>
          </p:cNvPr>
          <p:cNvSpPr/>
          <p:nvPr/>
        </p:nvSpPr>
        <p:spPr>
          <a:xfrm>
            <a:off x="6272948" y="4717912"/>
            <a:ext cx="1040927" cy="418615"/>
          </a:xfrm>
          <a:custGeom>
            <a:avLst/>
            <a:gdLst>
              <a:gd name="connsiteX0" fmla="*/ 401035 w 1040927"/>
              <a:gd name="connsiteY0" fmla="*/ 0 h 418615"/>
              <a:gd name="connsiteX1" fmla="*/ 451327 w 1040927"/>
              <a:gd name="connsiteY1" fmla="*/ 0 h 418615"/>
              <a:gd name="connsiteX2" fmla="*/ 451327 w 1040927"/>
              <a:gd name="connsiteY2" fmla="*/ 94764 h 418615"/>
              <a:gd name="connsiteX3" fmla="*/ 1040927 w 1040927"/>
              <a:gd name="connsiteY3" fmla="*/ 94764 h 418615"/>
              <a:gd name="connsiteX4" fmla="*/ 1040927 w 1040927"/>
              <a:gd name="connsiteY4" fmla="*/ 418615 h 418615"/>
              <a:gd name="connsiteX5" fmla="*/ 0 w 1040927"/>
              <a:gd name="connsiteY5" fmla="*/ 418615 h 418615"/>
              <a:gd name="connsiteX6" fmla="*/ 0 w 1040927"/>
              <a:gd name="connsiteY6" fmla="*/ 94764 h 418615"/>
              <a:gd name="connsiteX7" fmla="*/ 401035 w 1040927"/>
              <a:gd name="connsiteY7" fmla="*/ 94764 h 4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927" h="418615">
                <a:moveTo>
                  <a:pt x="401035" y="0"/>
                </a:moveTo>
                <a:lnTo>
                  <a:pt x="451327" y="0"/>
                </a:lnTo>
                <a:lnTo>
                  <a:pt x="451327" y="94764"/>
                </a:lnTo>
                <a:lnTo>
                  <a:pt x="1040927" y="94764"/>
                </a:lnTo>
                <a:lnTo>
                  <a:pt x="1040927" y="418615"/>
                </a:lnTo>
                <a:lnTo>
                  <a:pt x="0" y="418615"/>
                </a:lnTo>
                <a:lnTo>
                  <a:pt x="0" y="94764"/>
                </a:lnTo>
                <a:lnTo>
                  <a:pt x="401035" y="94764"/>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C9EA5407-A3DB-E6DC-3614-BCFE9A3F8AE0}"/>
              </a:ext>
            </a:extLst>
          </p:cNvPr>
          <p:cNvSpPr/>
          <p:nvPr/>
        </p:nvSpPr>
        <p:spPr>
          <a:xfrm>
            <a:off x="7385901" y="4717912"/>
            <a:ext cx="1800960" cy="417007"/>
          </a:xfrm>
          <a:custGeom>
            <a:avLst/>
            <a:gdLst>
              <a:gd name="connsiteX0" fmla="*/ 774784 w 1800960"/>
              <a:gd name="connsiteY0" fmla="*/ 0 h 417007"/>
              <a:gd name="connsiteX1" fmla="*/ 825076 w 1800960"/>
              <a:gd name="connsiteY1" fmla="*/ 0 h 417007"/>
              <a:gd name="connsiteX2" fmla="*/ 825076 w 1800960"/>
              <a:gd name="connsiteY2" fmla="*/ 93156 h 417007"/>
              <a:gd name="connsiteX3" fmla="*/ 1800960 w 1800960"/>
              <a:gd name="connsiteY3" fmla="*/ 93156 h 417007"/>
              <a:gd name="connsiteX4" fmla="*/ 1800960 w 1800960"/>
              <a:gd name="connsiteY4" fmla="*/ 417007 h 417007"/>
              <a:gd name="connsiteX5" fmla="*/ 0 w 1800960"/>
              <a:gd name="connsiteY5" fmla="*/ 417007 h 417007"/>
              <a:gd name="connsiteX6" fmla="*/ 0 w 1800960"/>
              <a:gd name="connsiteY6" fmla="*/ 93156 h 417007"/>
              <a:gd name="connsiteX7" fmla="*/ 774784 w 1800960"/>
              <a:gd name="connsiteY7" fmla="*/ 93156 h 4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0960" h="417007">
                <a:moveTo>
                  <a:pt x="774784" y="0"/>
                </a:moveTo>
                <a:lnTo>
                  <a:pt x="825076" y="0"/>
                </a:lnTo>
                <a:lnTo>
                  <a:pt x="825076" y="93156"/>
                </a:lnTo>
                <a:lnTo>
                  <a:pt x="1800960" y="93156"/>
                </a:lnTo>
                <a:lnTo>
                  <a:pt x="1800960" y="417007"/>
                </a:lnTo>
                <a:lnTo>
                  <a:pt x="0" y="417007"/>
                </a:lnTo>
                <a:lnTo>
                  <a:pt x="0" y="93156"/>
                </a:lnTo>
                <a:lnTo>
                  <a:pt x="774784" y="93156"/>
                </a:lnTo>
                <a:close/>
              </a:path>
            </a:pathLst>
          </a:cu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89" name="Rectangle 88">
            <a:extLst>
              <a:ext uri="{FF2B5EF4-FFF2-40B4-BE49-F238E27FC236}">
                <a16:creationId xmlns:a16="http://schemas.microsoft.com/office/drawing/2014/main" id="{E275D3A0-00DC-AEC7-5F3C-96FC5857CF0A}"/>
              </a:ext>
            </a:extLst>
          </p:cNvPr>
          <p:cNvSpPr/>
          <p:nvPr/>
        </p:nvSpPr>
        <p:spPr>
          <a:xfrm>
            <a:off x="1437603" y="5935310"/>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Rectangle 89">
            <a:extLst>
              <a:ext uri="{FF2B5EF4-FFF2-40B4-BE49-F238E27FC236}">
                <a16:creationId xmlns:a16="http://schemas.microsoft.com/office/drawing/2014/main" id="{7A45DED8-4034-2CFF-D81E-217D434AF245}"/>
              </a:ext>
            </a:extLst>
          </p:cNvPr>
          <p:cNvSpPr/>
          <p:nvPr/>
        </p:nvSpPr>
        <p:spPr>
          <a:xfrm>
            <a:off x="1437603" y="6432584"/>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27" name="Group 1026">
            <a:extLst>
              <a:ext uri="{FF2B5EF4-FFF2-40B4-BE49-F238E27FC236}">
                <a16:creationId xmlns:a16="http://schemas.microsoft.com/office/drawing/2014/main" id="{E5C7804C-63E1-4E71-B58B-98774E3B3D45}"/>
              </a:ext>
            </a:extLst>
          </p:cNvPr>
          <p:cNvGrpSpPr/>
          <p:nvPr/>
        </p:nvGrpSpPr>
        <p:grpSpPr>
          <a:xfrm>
            <a:off x="1508759" y="6065263"/>
            <a:ext cx="402206" cy="362970"/>
            <a:chOff x="1508759" y="6065262"/>
            <a:chExt cx="402206" cy="540119"/>
          </a:xfrm>
        </p:grpSpPr>
        <p:grpSp>
          <p:nvGrpSpPr>
            <p:cNvPr id="82" name="Group 81">
              <a:extLst>
                <a:ext uri="{FF2B5EF4-FFF2-40B4-BE49-F238E27FC236}">
                  <a16:creationId xmlns:a16="http://schemas.microsoft.com/office/drawing/2014/main" id="{02418B5C-789B-AEA0-4B17-44A38268E27C}"/>
                </a:ext>
              </a:extLst>
            </p:cNvPr>
            <p:cNvGrpSpPr/>
            <p:nvPr/>
          </p:nvGrpSpPr>
          <p:grpSpPr>
            <a:xfrm>
              <a:off x="1508760" y="6065262"/>
              <a:ext cx="402205" cy="268862"/>
              <a:chOff x="4096512" y="1929384"/>
              <a:chExt cx="1499616" cy="1499616"/>
            </a:xfrm>
          </p:grpSpPr>
          <p:cxnSp>
            <p:nvCxnSpPr>
              <p:cNvPr id="83" name="Straight Connector 82">
                <a:extLst>
                  <a:ext uri="{FF2B5EF4-FFF2-40B4-BE49-F238E27FC236}">
                    <a16:creationId xmlns:a16="http://schemas.microsoft.com/office/drawing/2014/main" id="{4E97102B-94FB-8660-E684-822B2313F246}"/>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3B536F2E-BD6E-A917-2DBA-27E36B5640DB}"/>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23EC03B6-4197-D2DB-DB3C-1D187051C38B}"/>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8D119F47-8FE3-A651-DB6F-5D9C0F660AC5}"/>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213E92CE-AECC-7545-F3BF-602537EBD428}"/>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E38F01E9-EEA9-927C-0212-910363D41059}"/>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1" name="Group 90">
              <a:extLst>
                <a:ext uri="{FF2B5EF4-FFF2-40B4-BE49-F238E27FC236}">
                  <a16:creationId xmlns:a16="http://schemas.microsoft.com/office/drawing/2014/main" id="{CDD34C95-E1B8-C642-ACA3-4061B1185A8C}"/>
                </a:ext>
              </a:extLst>
            </p:cNvPr>
            <p:cNvGrpSpPr/>
            <p:nvPr/>
          </p:nvGrpSpPr>
          <p:grpSpPr>
            <a:xfrm>
              <a:off x="1508759" y="6336519"/>
              <a:ext cx="402205" cy="268862"/>
              <a:chOff x="4096512" y="1929384"/>
              <a:chExt cx="1499616" cy="1499616"/>
            </a:xfrm>
          </p:grpSpPr>
          <p:cxnSp>
            <p:nvCxnSpPr>
              <p:cNvPr id="92" name="Straight Connector 91">
                <a:extLst>
                  <a:ext uri="{FF2B5EF4-FFF2-40B4-BE49-F238E27FC236}">
                    <a16:creationId xmlns:a16="http://schemas.microsoft.com/office/drawing/2014/main" id="{47E7B080-9AE1-2E3C-4FF0-114A44914C02}"/>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0B5CE4ED-2538-F3F4-78F1-8EE37105EFC4}"/>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F2B1260A-D0B9-E556-4373-3CDDDA34505C}"/>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D2A7FE41-31A2-0AD9-83F7-2001612D4214}"/>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24" name="Straight Connector 1023">
                <a:extLst>
                  <a:ext uri="{FF2B5EF4-FFF2-40B4-BE49-F238E27FC236}">
                    <a16:creationId xmlns:a16="http://schemas.microsoft.com/office/drawing/2014/main" id="{3B144492-1FFF-853E-A81D-8B6C7B6F9A04}"/>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25" name="Straight Connector 1024">
                <a:extLst>
                  <a:ext uri="{FF2B5EF4-FFF2-40B4-BE49-F238E27FC236}">
                    <a16:creationId xmlns:a16="http://schemas.microsoft.com/office/drawing/2014/main" id="{B8100D5A-553E-8E75-BE1C-36EBF5444066}"/>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030" name="Rectangle 1029">
            <a:extLst>
              <a:ext uri="{FF2B5EF4-FFF2-40B4-BE49-F238E27FC236}">
                <a16:creationId xmlns:a16="http://schemas.microsoft.com/office/drawing/2014/main" id="{1F80E852-3337-3417-F797-014E7D288491}"/>
              </a:ext>
            </a:extLst>
          </p:cNvPr>
          <p:cNvSpPr/>
          <p:nvPr/>
        </p:nvSpPr>
        <p:spPr>
          <a:xfrm>
            <a:off x="10482138" y="5913565"/>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1" name="Rectangle 1030">
            <a:extLst>
              <a:ext uri="{FF2B5EF4-FFF2-40B4-BE49-F238E27FC236}">
                <a16:creationId xmlns:a16="http://schemas.microsoft.com/office/drawing/2014/main" id="{1CA20D38-F376-833C-1EC4-B4B8FAF50EE7}"/>
              </a:ext>
            </a:extLst>
          </p:cNvPr>
          <p:cNvSpPr/>
          <p:nvPr/>
        </p:nvSpPr>
        <p:spPr>
          <a:xfrm>
            <a:off x="10482138" y="6410839"/>
            <a:ext cx="544518" cy="123972"/>
          </a:xfrm>
          <a:prstGeom prst="rect">
            <a:avLst/>
          </a:prstGeom>
          <a:solidFill>
            <a:srgbClr val="0424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32" name="Group 1031">
            <a:extLst>
              <a:ext uri="{FF2B5EF4-FFF2-40B4-BE49-F238E27FC236}">
                <a16:creationId xmlns:a16="http://schemas.microsoft.com/office/drawing/2014/main" id="{1667D8F3-D737-E960-FA0A-4C04179DCCFD}"/>
              </a:ext>
            </a:extLst>
          </p:cNvPr>
          <p:cNvGrpSpPr/>
          <p:nvPr/>
        </p:nvGrpSpPr>
        <p:grpSpPr>
          <a:xfrm>
            <a:off x="10553294" y="6043518"/>
            <a:ext cx="402206" cy="362970"/>
            <a:chOff x="1508759" y="6065262"/>
            <a:chExt cx="402206" cy="540119"/>
          </a:xfrm>
        </p:grpSpPr>
        <p:grpSp>
          <p:nvGrpSpPr>
            <p:cNvPr id="1033" name="Group 1032">
              <a:extLst>
                <a:ext uri="{FF2B5EF4-FFF2-40B4-BE49-F238E27FC236}">
                  <a16:creationId xmlns:a16="http://schemas.microsoft.com/office/drawing/2014/main" id="{3DD20785-B36C-07AB-B19C-0F1F4997C32B}"/>
                </a:ext>
              </a:extLst>
            </p:cNvPr>
            <p:cNvGrpSpPr/>
            <p:nvPr/>
          </p:nvGrpSpPr>
          <p:grpSpPr>
            <a:xfrm>
              <a:off x="1508760" y="6065262"/>
              <a:ext cx="402205" cy="268862"/>
              <a:chOff x="4096512" y="1929384"/>
              <a:chExt cx="1499616" cy="1499616"/>
            </a:xfrm>
          </p:grpSpPr>
          <p:cxnSp>
            <p:nvCxnSpPr>
              <p:cNvPr id="1041" name="Straight Connector 1040">
                <a:extLst>
                  <a:ext uri="{FF2B5EF4-FFF2-40B4-BE49-F238E27FC236}">
                    <a16:creationId xmlns:a16="http://schemas.microsoft.com/office/drawing/2014/main" id="{22F1EBB4-3059-26B7-4A9C-DBA51E674752}"/>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2" name="Straight Connector 1041">
                <a:extLst>
                  <a:ext uri="{FF2B5EF4-FFF2-40B4-BE49-F238E27FC236}">
                    <a16:creationId xmlns:a16="http://schemas.microsoft.com/office/drawing/2014/main" id="{6D107E58-EF59-AD84-8E34-B38EA00C21DE}"/>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3" name="Straight Connector 1042">
                <a:extLst>
                  <a:ext uri="{FF2B5EF4-FFF2-40B4-BE49-F238E27FC236}">
                    <a16:creationId xmlns:a16="http://schemas.microsoft.com/office/drawing/2014/main" id="{EB4A3737-E8E6-CB00-401D-8425BB912A43}"/>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4" name="Straight Connector 1043">
                <a:extLst>
                  <a:ext uri="{FF2B5EF4-FFF2-40B4-BE49-F238E27FC236}">
                    <a16:creationId xmlns:a16="http://schemas.microsoft.com/office/drawing/2014/main" id="{CDEC1497-8AED-00ED-6D45-BF092203C157}"/>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5" name="Straight Connector 1044">
                <a:extLst>
                  <a:ext uri="{FF2B5EF4-FFF2-40B4-BE49-F238E27FC236}">
                    <a16:creationId xmlns:a16="http://schemas.microsoft.com/office/drawing/2014/main" id="{762E3D4D-0442-73CF-4F93-4938286F70BA}"/>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6" name="Straight Connector 1045">
                <a:extLst>
                  <a:ext uri="{FF2B5EF4-FFF2-40B4-BE49-F238E27FC236}">
                    <a16:creationId xmlns:a16="http://schemas.microsoft.com/office/drawing/2014/main" id="{58308E11-E624-8BA4-CAFE-EEC4ACD4D7BE}"/>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34" name="Group 1033">
              <a:extLst>
                <a:ext uri="{FF2B5EF4-FFF2-40B4-BE49-F238E27FC236}">
                  <a16:creationId xmlns:a16="http://schemas.microsoft.com/office/drawing/2014/main" id="{622D9DFA-9767-E38F-0512-51F7A72FCA51}"/>
                </a:ext>
              </a:extLst>
            </p:cNvPr>
            <p:cNvGrpSpPr/>
            <p:nvPr/>
          </p:nvGrpSpPr>
          <p:grpSpPr>
            <a:xfrm>
              <a:off x="1508759" y="6336519"/>
              <a:ext cx="402205" cy="268862"/>
              <a:chOff x="4096512" y="1929384"/>
              <a:chExt cx="1499616" cy="1499616"/>
            </a:xfrm>
          </p:grpSpPr>
          <p:cxnSp>
            <p:nvCxnSpPr>
              <p:cNvPr id="1035" name="Straight Connector 1034">
                <a:extLst>
                  <a:ext uri="{FF2B5EF4-FFF2-40B4-BE49-F238E27FC236}">
                    <a16:creationId xmlns:a16="http://schemas.microsoft.com/office/drawing/2014/main" id="{4FB554BD-74E5-BC65-8F79-33858D110194}"/>
                  </a:ext>
                </a:extLst>
              </p:cNvPr>
              <p:cNvCxnSpPr/>
              <p:nvPr/>
            </p:nvCxnSpPr>
            <p:spPr>
              <a:xfrm>
                <a:off x="4096512" y="192938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6" name="Straight Connector 1035">
                <a:extLst>
                  <a:ext uri="{FF2B5EF4-FFF2-40B4-BE49-F238E27FC236}">
                    <a16:creationId xmlns:a16="http://schemas.microsoft.com/office/drawing/2014/main" id="{F3C70E52-DF5A-8922-0FE6-A85BEEB77751}"/>
                  </a:ext>
                </a:extLst>
              </p:cNvPr>
              <p:cNvCxnSpPr>
                <a:cxnSpLocks/>
              </p:cNvCxnSpPr>
              <p:nvPr/>
            </p:nvCxnSpPr>
            <p:spPr>
              <a:xfrm flipH="1">
                <a:off x="4096512" y="217627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7" name="Straight Connector 1036">
                <a:extLst>
                  <a:ext uri="{FF2B5EF4-FFF2-40B4-BE49-F238E27FC236}">
                    <a16:creationId xmlns:a16="http://schemas.microsoft.com/office/drawing/2014/main" id="{BC2BB3E7-C8B1-A4AB-491D-BEE0A1EEA04C}"/>
                  </a:ext>
                </a:extLst>
              </p:cNvPr>
              <p:cNvCxnSpPr/>
              <p:nvPr/>
            </p:nvCxnSpPr>
            <p:spPr>
              <a:xfrm>
                <a:off x="4096512" y="2423160"/>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8" name="Straight Connector 1037">
                <a:extLst>
                  <a:ext uri="{FF2B5EF4-FFF2-40B4-BE49-F238E27FC236}">
                    <a16:creationId xmlns:a16="http://schemas.microsoft.com/office/drawing/2014/main" id="{96CF7992-D623-4ACD-9AFD-930B07F615B1}"/>
                  </a:ext>
                </a:extLst>
              </p:cNvPr>
              <p:cNvCxnSpPr>
                <a:cxnSpLocks/>
              </p:cNvCxnSpPr>
              <p:nvPr/>
            </p:nvCxnSpPr>
            <p:spPr>
              <a:xfrm flipH="1">
                <a:off x="4096512" y="2670048"/>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9" name="Straight Connector 1038">
                <a:extLst>
                  <a:ext uri="{FF2B5EF4-FFF2-40B4-BE49-F238E27FC236}">
                    <a16:creationId xmlns:a16="http://schemas.microsoft.com/office/drawing/2014/main" id="{7AF52433-5CA1-EE8D-4F5D-6007E794D67E}"/>
                  </a:ext>
                </a:extLst>
              </p:cNvPr>
              <p:cNvCxnSpPr/>
              <p:nvPr/>
            </p:nvCxnSpPr>
            <p:spPr>
              <a:xfrm>
                <a:off x="4096512" y="2935224"/>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0" name="Straight Connector 1039">
                <a:extLst>
                  <a:ext uri="{FF2B5EF4-FFF2-40B4-BE49-F238E27FC236}">
                    <a16:creationId xmlns:a16="http://schemas.microsoft.com/office/drawing/2014/main" id="{DF315174-DD13-B53B-7A16-C410A66F2AF6}"/>
                  </a:ext>
                </a:extLst>
              </p:cNvPr>
              <p:cNvCxnSpPr>
                <a:cxnSpLocks/>
              </p:cNvCxnSpPr>
              <p:nvPr/>
            </p:nvCxnSpPr>
            <p:spPr>
              <a:xfrm flipH="1">
                <a:off x="4096512" y="3182112"/>
                <a:ext cx="1499616" cy="2468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1055" name="Freeform: Shape 1054">
            <a:extLst>
              <a:ext uri="{FF2B5EF4-FFF2-40B4-BE49-F238E27FC236}">
                <a16:creationId xmlns:a16="http://schemas.microsoft.com/office/drawing/2014/main" id="{38F103EC-BA91-CB40-357F-EDEF5C92902E}"/>
              </a:ext>
            </a:extLst>
          </p:cNvPr>
          <p:cNvSpPr/>
          <p:nvPr/>
        </p:nvSpPr>
        <p:spPr>
          <a:xfrm>
            <a:off x="4668872" y="422070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355BAA47-5A65-4D74-8545-2C0575C452EE}"/>
              </a:ext>
            </a:extLst>
          </p:cNvPr>
          <p:cNvGrpSpPr/>
          <p:nvPr/>
        </p:nvGrpSpPr>
        <p:grpSpPr>
          <a:xfrm flipH="1">
            <a:off x="4687012" y="4237862"/>
            <a:ext cx="178065" cy="178065"/>
            <a:chOff x="4839416" y="4237862"/>
            <a:chExt cx="178065" cy="178065"/>
          </a:xfrm>
        </p:grpSpPr>
        <p:sp>
          <p:nvSpPr>
            <p:cNvPr id="1056" name="Flowchart: Summing Junction 1055">
              <a:extLst>
                <a:ext uri="{FF2B5EF4-FFF2-40B4-BE49-F238E27FC236}">
                  <a16:creationId xmlns:a16="http://schemas.microsoft.com/office/drawing/2014/main" id="{ECCFBBD8-D30C-825F-C422-C46C921C8F23}"/>
                </a:ext>
              </a:extLst>
            </p:cNvPr>
            <p:cNvSpPr/>
            <p:nvPr/>
          </p:nvSpPr>
          <p:spPr>
            <a:xfrm flipH="1">
              <a:off x="4839416" y="423786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57" name="Flowchart: Summing Junction 1056">
              <a:extLst>
                <a:ext uri="{FF2B5EF4-FFF2-40B4-BE49-F238E27FC236}">
                  <a16:creationId xmlns:a16="http://schemas.microsoft.com/office/drawing/2014/main" id="{A4E54DAB-BFA1-0D49-9BA8-6A33157A09B4}"/>
                </a:ext>
              </a:extLst>
            </p:cNvPr>
            <p:cNvSpPr/>
            <p:nvPr/>
          </p:nvSpPr>
          <p:spPr>
            <a:xfrm rot="18880844" flipH="1">
              <a:off x="4839416" y="423786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59" name="Freeform: Shape 1058">
            <a:extLst>
              <a:ext uri="{FF2B5EF4-FFF2-40B4-BE49-F238E27FC236}">
                <a16:creationId xmlns:a16="http://schemas.microsoft.com/office/drawing/2014/main" id="{6C28F094-E65B-744A-7E3B-99CA12456B05}"/>
              </a:ext>
            </a:extLst>
          </p:cNvPr>
          <p:cNvSpPr/>
          <p:nvPr/>
        </p:nvSpPr>
        <p:spPr>
          <a:xfrm flipH="1">
            <a:off x="7852393" y="4422277"/>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1" name="Group 20">
            <a:extLst>
              <a:ext uri="{FF2B5EF4-FFF2-40B4-BE49-F238E27FC236}">
                <a16:creationId xmlns:a16="http://schemas.microsoft.com/office/drawing/2014/main" id="{13C24E4E-C224-4EC9-9761-671D9B9179ED}"/>
              </a:ext>
            </a:extLst>
          </p:cNvPr>
          <p:cNvGrpSpPr/>
          <p:nvPr/>
        </p:nvGrpSpPr>
        <p:grpSpPr>
          <a:xfrm>
            <a:off x="7946735" y="4439430"/>
            <a:ext cx="178065" cy="178065"/>
            <a:chOff x="7946735" y="4439430"/>
            <a:chExt cx="178065" cy="178065"/>
          </a:xfrm>
        </p:grpSpPr>
        <p:sp>
          <p:nvSpPr>
            <p:cNvPr id="1060" name="Flowchart: Summing Junction 1059">
              <a:extLst>
                <a:ext uri="{FF2B5EF4-FFF2-40B4-BE49-F238E27FC236}">
                  <a16:creationId xmlns:a16="http://schemas.microsoft.com/office/drawing/2014/main" id="{FCE498B3-7753-BD76-16CD-8751CD926284}"/>
                </a:ext>
              </a:extLst>
            </p:cNvPr>
            <p:cNvSpPr/>
            <p:nvPr/>
          </p:nvSpPr>
          <p:spPr>
            <a:xfrm flipH="1">
              <a:off x="7946735" y="4439430"/>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1" name="Flowchart: Summing Junction 1060">
              <a:extLst>
                <a:ext uri="{FF2B5EF4-FFF2-40B4-BE49-F238E27FC236}">
                  <a16:creationId xmlns:a16="http://schemas.microsoft.com/office/drawing/2014/main" id="{07200707-DB6B-436F-6DA2-4455BF019A4C}"/>
                </a:ext>
              </a:extLst>
            </p:cNvPr>
            <p:cNvSpPr/>
            <p:nvPr/>
          </p:nvSpPr>
          <p:spPr>
            <a:xfrm rot="18880844" flipH="1">
              <a:off x="7946735" y="4439430"/>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3" name="Freeform: Shape 1062">
            <a:extLst>
              <a:ext uri="{FF2B5EF4-FFF2-40B4-BE49-F238E27FC236}">
                <a16:creationId xmlns:a16="http://schemas.microsoft.com/office/drawing/2014/main" id="{A0BDCF75-933C-7848-20A6-8AADBE039DF5}"/>
              </a:ext>
            </a:extLst>
          </p:cNvPr>
          <p:cNvSpPr/>
          <p:nvPr/>
        </p:nvSpPr>
        <p:spPr>
          <a:xfrm flipH="1">
            <a:off x="9036230" y="399814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2" name="Group 21">
            <a:extLst>
              <a:ext uri="{FF2B5EF4-FFF2-40B4-BE49-F238E27FC236}">
                <a16:creationId xmlns:a16="http://schemas.microsoft.com/office/drawing/2014/main" id="{02D1F0A8-17E1-4CFE-BE7F-5E4B2938EE95}"/>
              </a:ext>
            </a:extLst>
          </p:cNvPr>
          <p:cNvGrpSpPr/>
          <p:nvPr/>
        </p:nvGrpSpPr>
        <p:grpSpPr>
          <a:xfrm flipH="1">
            <a:off x="9134346" y="4015298"/>
            <a:ext cx="178065" cy="178065"/>
            <a:chOff x="8972420" y="4015298"/>
            <a:chExt cx="178065" cy="178065"/>
          </a:xfrm>
        </p:grpSpPr>
        <p:sp>
          <p:nvSpPr>
            <p:cNvPr id="1064" name="Flowchart: Summing Junction 1063">
              <a:extLst>
                <a:ext uri="{FF2B5EF4-FFF2-40B4-BE49-F238E27FC236}">
                  <a16:creationId xmlns:a16="http://schemas.microsoft.com/office/drawing/2014/main" id="{CC190756-2FB2-89CE-E859-D15861131366}"/>
                </a:ext>
              </a:extLst>
            </p:cNvPr>
            <p:cNvSpPr/>
            <p:nvPr/>
          </p:nvSpPr>
          <p:spPr>
            <a:xfrm>
              <a:off x="8972420" y="401529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5" name="Flowchart: Summing Junction 1064">
              <a:extLst>
                <a:ext uri="{FF2B5EF4-FFF2-40B4-BE49-F238E27FC236}">
                  <a16:creationId xmlns:a16="http://schemas.microsoft.com/office/drawing/2014/main" id="{3FC71747-B627-D17C-9470-2E77724A8205}"/>
                </a:ext>
              </a:extLst>
            </p:cNvPr>
            <p:cNvSpPr/>
            <p:nvPr/>
          </p:nvSpPr>
          <p:spPr>
            <a:xfrm rot="2719156">
              <a:off x="8972420" y="401529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67" name="Freeform: Shape 1066">
            <a:extLst>
              <a:ext uri="{FF2B5EF4-FFF2-40B4-BE49-F238E27FC236}">
                <a16:creationId xmlns:a16="http://schemas.microsoft.com/office/drawing/2014/main" id="{7AFB1BBC-8DFA-6F6E-26CB-32974A09F489}"/>
              </a:ext>
            </a:extLst>
          </p:cNvPr>
          <p:cNvSpPr/>
          <p:nvPr/>
        </p:nvSpPr>
        <p:spPr>
          <a:xfrm flipH="1">
            <a:off x="6548102" y="413809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20" name="Group 19">
            <a:extLst>
              <a:ext uri="{FF2B5EF4-FFF2-40B4-BE49-F238E27FC236}">
                <a16:creationId xmlns:a16="http://schemas.microsoft.com/office/drawing/2014/main" id="{B46AB6B9-52AA-4E34-AE51-8D2889A4757B}"/>
              </a:ext>
            </a:extLst>
          </p:cNvPr>
          <p:cNvGrpSpPr/>
          <p:nvPr/>
        </p:nvGrpSpPr>
        <p:grpSpPr>
          <a:xfrm>
            <a:off x="6642444" y="4155248"/>
            <a:ext cx="178065" cy="178065"/>
            <a:chOff x="6642444" y="4155248"/>
            <a:chExt cx="178065" cy="178065"/>
          </a:xfrm>
        </p:grpSpPr>
        <p:sp>
          <p:nvSpPr>
            <p:cNvPr id="1068" name="Flowchart: Summing Junction 1067">
              <a:extLst>
                <a:ext uri="{FF2B5EF4-FFF2-40B4-BE49-F238E27FC236}">
                  <a16:creationId xmlns:a16="http://schemas.microsoft.com/office/drawing/2014/main" id="{3250364C-71FD-C4EB-F648-908FE5E4E467}"/>
                </a:ext>
              </a:extLst>
            </p:cNvPr>
            <p:cNvSpPr/>
            <p:nvPr/>
          </p:nvSpPr>
          <p:spPr>
            <a:xfrm flipH="1">
              <a:off x="6642444" y="4155248"/>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9" name="Flowchart: Summing Junction 1068">
              <a:extLst>
                <a:ext uri="{FF2B5EF4-FFF2-40B4-BE49-F238E27FC236}">
                  <a16:creationId xmlns:a16="http://schemas.microsoft.com/office/drawing/2014/main" id="{C5EA50B1-862A-2072-A715-E9554D9B4ABD}"/>
                </a:ext>
              </a:extLst>
            </p:cNvPr>
            <p:cNvSpPr/>
            <p:nvPr/>
          </p:nvSpPr>
          <p:spPr>
            <a:xfrm rot="18880844" flipH="1">
              <a:off x="6642444" y="4155248"/>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71" name="Freeform: Shape 1070">
            <a:extLst>
              <a:ext uri="{FF2B5EF4-FFF2-40B4-BE49-F238E27FC236}">
                <a16:creationId xmlns:a16="http://schemas.microsoft.com/office/drawing/2014/main" id="{726F8ADC-DE38-6618-8F86-3FB684D896ED}"/>
              </a:ext>
            </a:extLst>
          </p:cNvPr>
          <p:cNvSpPr/>
          <p:nvPr/>
        </p:nvSpPr>
        <p:spPr>
          <a:xfrm>
            <a:off x="2066781" y="4421086"/>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8" name="Group 17">
            <a:extLst>
              <a:ext uri="{FF2B5EF4-FFF2-40B4-BE49-F238E27FC236}">
                <a16:creationId xmlns:a16="http://schemas.microsoft.com/office/drawing/2014/main" id="{DF951B59-6340-4260-BDE6-687B1BD660A4}"/>
              </a:ext>
            </a:extLst>
          </p:cNvPr>
          <p:cNvGrpSpPr/>
          <p:nvPr/>
        </p:nvGrpSpPr>
        <p:grpSpPr>
          <a:xfrm>
            <a:off x="2083934" y="4438239"/>
            <a:ext cx="178065" cy="178065"/>
            <a:chOff x="2083934" y="4438239"/>
            <a:chExt cx="178065" cy="178065"/>
          </a:xfrm>
        </p:grpSpPr>
        <p:sp>
          <p:nvSpPr>
            <p:cNvPr id="1072" name="Flowchart: Summing Junction 1071">
              <a:extLst>
                <a:ext uri="{FF2B5EF4-FFF2-40B4-BE49-F238E27FC236}">
                  <a16:creationId xmlns:a16="http://schemas.microsoft.com/office/drawing/2014/main" id="{E8B3215B-AE71-3AF5-4DF5-5C7E6BB6ECD6}"/>
                </a:ext>
              </a:extLst>
            </p:cNvPr>
            <p:cNvSpPr/>
            <p:nvPr/>
          </p:nvSpPr>
          <p:spPr>
            <a:xfrm>
              <a:off x="2083934" y="4438239"/>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3" name="Flowchart: Summing Junction 1072">
              <a:extLst>
                <a:ext uri="{FF2B5EF4-FFF2-40B4-BE49-F238E27FC236}">
                  <a16:creationId xmlns:a16="http://schemas.microsoft.com/office/drawing/2014/main" id="{30F9DA35-315A-A477-7126-B9F834B17B68}"/>
                </a:ext>
              </a:extLst>
            </p:cNvPr>
            <p:cNvSpPr/>
            <p:nvPr/>
          </p:nvSpPr>
          <p:spPr>
            <a:xfrm rot="2719156">
              <a:off x="2083934" y="4438239"/>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0" name="Freeform: Shape 1089">
            <a:extLst>
              <a:ext uri="{FF2B5EF4-FFF2-40B4-BE49-F238E27FC236}">
                <a16:creationId xmlns:a16="http://schemas.microsoft.com/office/drawing/2014/main" id="{DC4B070C-D5A9-310E-C624-180CB7D44713}"/>
              </a:ext>
            </a:extLst>
          </p:cNvPr>
          <p:cNvSpPr/>
          <p:nvPr/>
        </p:nvSpPr>
        <p:spPr>
          <a:xfrm flipH="1">
            <a:off x="6862132" y="4362610"/>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9" name="Group 18">
            <a:extLst>
              <a:ext uri="{FF2B5EF4-FFF2-40B4-BE49-F238E27FC236}">
                <a16:creationId xmlns:a16="http://schemas.microsoft.com/office/drawing/2014/main" id="{D1D06D57-0861-4823-A2C8-C6DE71616425}"/>
              </a:ext>
            </a:extLst>
          </p:cNvPr>
          <p:cNvGrpSpPr/>
          <p:nvPr/>
        </p:nvGrpSpPr>
        <p:grpSpPr>
          <a:xfrm>
            <a:off x="6956474" y="4379763"/>
            <a:ext cx="178065" cy="178065"/>
            <a:chOff x="6956474" y="4379763"/>
            <a:chExt cx="178065" cy="178065"/>
          </a:xfrm>
        </p:grpSpPr>
        <p:sp>
          <p:nvSpPr>
            <p:cNvPr id="1091" name="Flowchart: Summing Junction 1090">
              <a:extLst>
                <a:ext uri="{FF2B5EF4-FFF2-40B4-BE49-F238E27FC236}">
                  <a16:creationId xmlns:a16="http://schemas.microsoft.com/office/drawing/2014/main" id="{C5576680-DDF2-EEFD-7484-6A374FB28BC2}"/>
                </a:ext>
              </a:extLst>
            </p:cNvPr>
            <p:cNvSpPr/>
            <p:nvPr/>
          </p:nvSpPr>
          <p:spPr>
            <a:xfrm flipH="1">
              <a:off x="6956474" y="4379763"/>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2" name="Flowchart: Summing Junction 1091">
              <a:extLst>
                <a:ext uri="{FF2B5EF4-FFF2-40B4-BE49-F238E27FC236}">
                  <a16:creationId xmlns:a16="http://schemas.microsoft.com/office/drawing/2014/main" id="{603A7F47-C1A3-9F48-6E69-7057F0371EFF}"/>
                </a:ext>
              </a:extLst>
            </p:cNvPr>
            <p:cNvSpPr/>
            <p:nvPr/>
          </p:nvSpPr>
          <p:spPr>
            <a:xfrm rot="18880844" flipH="1">
              <a:off x="6956474" y="4379763"/>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93" name="Rectangle 1092">
            <a:extLst>
              <a:ext uri="{FF2B5EF4-FFF2-40B4-BE49-F238E27FC236}">
                <a16:creationId xmlns:a16="http://schemas.microsoft.com/office/drawing/2014/main" id="{ACDBB5A2-0EBB-6D24-FEA1-221FC025C0D1}"/>
              </a:ext>
            </a:extLst>
          </p:cNvPr>
          <p:cNvSpPr/>
          <p:nvPr/>
        </p:nvSpPr>
        <p:spPr>
          <a:xfrm>
            <a:off x="2213892" y="870663"/>
            <a:ext cx="757907"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30 mbar</a:t>
            </a:r>
          </a:p>
        </p:txBody>
      </p:sp>
      <p:sp>
        <p:nvSpPr>
          <p:cNvPr id="1094" name="Rectangle 1093">
            <a:extLst>
              <a:ext uri="{FF2B5EF4-FFF2-40B4-BE49-F238E27FC236}">
                <a16:creationId xmlns:a16="http://schemas.microsoft.com/office/drawing/2014/main" id="{D235CB87-C381-DFD5-05CE-4AAAA993BB93}"/>
              </a:ext>
            </a:extLst>
          </p:cNvPr>
          <p:cNvSpPr/>
          <p:nvPr/>
        </p:nvSpPr>
        <p:spPr>
          <a:xfrm>
            <a:off x="2090066" y="437274"/>
            <a:ext cx="1005560" cy="1680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solidFill>
                  <a:sysClr val="windowText" lastClr="000000"/>
                </a:solidFill>
                <a:latin typeface="Cascadia Code" panose="020B0609020000020004" pitchFamily="49" charset="0"/>
                <a:ea typeface="Cascadia Code" panose="020B0609020000020004" pitchFamily="49" charset="0"/>
                <a:cs typeface="Cascadia Code" panose="020B0609020000020004" pitchFamily="49" charset="0"/>
              </a:rPr>
              <a:t>2 bar</a:t>
            </a:r>
          </a:p>
        </p:txBody>
      </p:sp>
      <p:grpSp>
        <p:nvGrpSpPr>
          <p:cNvPr id="1123" name="Group 1122">
            <a:extLst>
              <a:ext uri="{FF2B5EF4-FFF2-40B4-BE49-F238E27FC236}">
                <a16:creationId xmlns:a16="http://schemas.microsoft.com/office/drawing/2014/main" id="{D6CDB9F0-BDEB-5D66-901C-90FE99C7E647}"/>
              </a:ext>
            </a:extLst>
          </p:cNvPr>
          <p:cNvGrpSpPr/>
          <p:nvPr/>
        </p:nvGrpSpPr>
        <p:grpSpPr>
          <a:xfrm>
            <a:off x="9812995" y="1038733"/>
            <a:ext cx="47762" cy="240507"/>
            <a:chOff x="9812995" y="1038733"/>
            <a:chExt cx="47762" cy="240507"/>
          </a:xfrm>
        </p:grpSpPr>
        <p:cxnSp>
          <p:nvCxnSpPr>
            <p:cNvPr id="1108" name="Straight Connector 1107">
              <a:extLst>
                <a:ext uri="{FF2B5EF4-FFF2-40B4-BE49-F238E27FC236}">
                  <a16:creationId xmlns:a16="http://schemas.microsoft.com/office/drawing/2014/main" id="{6BD4C784-0F56-8D84-68D5-36447427E03E}"/>
                </a:ext>
              </a:extLst>
            </p:cNvPr>
            <p:cNvCxnSpPr>
              <a:cxnSpLocks/>
            </p:cNvCxnSpPr>
            <p:nvPr/>
          </p:nvCxnSpPr>
          <p:spPr>
            <a:xfrm>
              <a:off x="9812995" y="1038733"/>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16" name="Straight Connector 1115">
              <a:extLst>
                <a:ext uri="{FF2B5EF4-FFF2-40B4-BE49-F238E27FC236}">
                  <a16:creationId xmlns:a16="http://schemas.microsoft.com/office/drawing/2014/main" id="{7798408C-C068-9F91-1921-F7AD9DC594DA}"/>
                </a:ext>
              </a:extLst>
            </p:cNvPr>
            <p:cNvCxnSpPr>
              <a:cxnSpLocks/>
            </p:cNvCxnSpPr>
            <p:nvPr/>
          </p:nvCxnSpPr>
          <p:spPr>
            <a:xfrm>
              <a:off x="9812995" y="1072071"/>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17" name="Straight Connector 1116">
              <a:extLst>
                <a:ext uri="{FF2B5EF4-FFF2-40B4-BE49-F238E27FC236}">
                  <a16:creationId xmlns:a16="http://schemas.microsoft.com/office/drawing/2014/main" id="{5BF64946-B8FF-3E5C-B90C-1DF5788E21EA}"/>
                </a:ext>
              </a:extLst>
            </p:cNvPr>
            <p:cNvCxnSpPr>
              <a:cxnSpLocks/>
            </p:cNvCxnSpPr>
            <p:nvPr/>
          </p:nvCxnSpPr>
          <p:spPr>
            <a:xfrm>
              <a:off x="9812995" y="1110171"/>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18" name="Straight Connector 1117">
              <a:extLst>
                <a:ext uri="{FF2B5EF4-FFF2-40B4-BE49-F238E27FC236}">
                  <a16:creationId xmlns:a16="http://schemas.microsoft.com/office/drawing/2014/main" id="{71A313C2-45F1-A17E-C9FB-01B3D9F22DD8}"/>
                </a:ext>
              </a:extLst>
            </p:cNvPr>
            <p:cNvCxnSpPr>
              <a:cxnSpLocks/>
            </p:cNvCxnSpPr>
            <p:nvPr/>
          </p:nvCxnSpPr>
          <p:spPr>
            <a:xfrm>
              <a:off x="9812995" y="1143509"/>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19" name="Straight Connector 1118">
              <a:extLst>
                <a:ext uri="{FF2B5EF4-FFF2-40B4-BE49-F238E27FC236}">
                  <a16:creationId xmlns:a16="http://schemas.microsoft.com/office/drawing/2014/main" id="{8FF8AD8E-EC43-9D70-2950-315EB3AC8D3D}"/>
                </a:ext>
              </a:extLst>
            </p:cNvPr>
            <p:cNvCxnSpPr>
              <a:cxnSpLocks/>
            </p:cNvCxnSpPr>
            <p:nvPr/>
          </p:nvCxnSpPr>
          <p:spPr>
            <a:xfrm>
              <a:off x="9812995" y="1174464"/>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20" name="Straight Connector 1119">
              <a:extLst>
                <a:ext uri="{FF2B5EF4-FFF2-40B4-BE49-F238E27FC236}">
                  <a16:creationId xmlns:a16="http://schemas.microsoft.com/office/drawing/2014/main" id="{63C0381B-5101-FB5E-B5B2-4E133DD1A6E6}"/>
                </a:ext>
              </a:extLst>
            </p:cNvPr>
            <p:cNvCxnSpPr>
              <a:cxnSpLocks/>
            </p:cNvCxnSpPr>
            <p:nvPr/>
          </p:nvCxnSpPr>
          <p:spPr>
            <a:xfrm>
              <a:off x="9812995" y="1207802"/>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21" name="Straight Connector 1120">
              <a:extLst>
                <a:ext uri="{FF2B5EF4-FFF2-40B4-BE49-F238E27FC236}">
                  <a16:creationId xmlns:a16="http://schemas.microsoft.com/office/drawing/2014/main" id="{5622BBB3-027F-A5FC-36E3-BF1833847E7D}"/>
                </a:ext>
              </a:extLst>
            </p:cNvPr>
            <p:cNvCxnSpPr>
              <a:cxnSpLocks/>
            </p:cNvCxnSpPr>
            <p:nvPr/>
          </p:nvCxnSpPr>
          <p:spPr>
            <a:xfrm>
              <a:off x="9812995" y="1245902"/>
              <a:ext cx="47762" cy="0"/>
            </a:xfrm>
            <a:prstGeom prst="line">
              <a:avLst/>
            </a:prstGeom>
          </p:spPr>
          <p:style>
            <a:lnRef idx="1">
              <a:schemeClr val="dk1"/>
            </a:lnRef>
            <a:fillRef idx="0">
              <a:schemeClr val="dk1"/>
            </a:fillRef>
            <a:effectRef idx="0">
              <a:schemeClr val="dk1"/>
            </a:effectRef>
            <a:fontRef idx="minor">
              <a:schemeClr val="tx1"/>
            </a:fontRef>
          </p:style>
        </p:cxnSp>
        <p:cxnSp>
          <p:nvCxnSpPr>
            <p:cNvPr id="1122" name="Straight Connector 1121">
              <a:extLst>
                <a:ext uri="{FF2B5EF4-FFF2-40B4-BE49-F238E27FC236}">
                  <a16:creationId xmlns:a16="http://schemas.microsoft.com/office/drawing/2014/main" id="{63723490-4460-CFED-5FDB-C03464940C73}"/>
                </a:ext>
              </a:extLst>
            </p:cNvPr>
            <p:cNvCxnSpPr>
              <a:cxnSpLocks/>
            </p:cNvCxnSpPr>
            <p:nvPr/>
          </p:nvCxnSpPr>
          <p:spPr>
            <a:xfrm>
              <a:off x="9812995" y="1279240"/>
              <a:ext cx="47762" cy="0"/>
            </a:xfrm>
            <a:prstGeom prst="line">
              <a:avLst/>
            </a:prstGeom>
          </p:spPr>
          <p:style>
            <a:lnRef idx="1">
              <a:schemeClr val="dk1"/>
            </a:lnRef>
            <a:fillRef idx="0">
              <a:schemeClr val="dk1"/>
            </a:fillRef>
            <a:effectRef idx="0">
              <a:schemeClr val="dk1"/>
            </a:effectRef>
            <a:fontRef idx="minor">
              <a:schemeClr val="tx1"/>
            </a:fontRef>
          </p:style>
        </p:cxnSp>
      </p:grpSp>
      <p:sp>
        <p:nvSpPr>
          <p:cNvPr id="1130" name="Rectangle 1129">
            <a:extLst>
              <a:ext uri="{FF2B5EF4-FFF2-40B4-BE49-F238E27FC236}">
                <a16:creationId xmlns:a16="http://schemas.microsoft.com/office/drawing/2014/main" id="{11E3CBF6-3675-8A25-2F61-81CD4C5BD755}"/>
              </a:ext>
            </a:extLst>
          </p:cNvPr>
          <p:cNvSpPr/>
          <p:nvPr/>
        </p:nvSpPr>
        <p:spPr>
          <a:xfrm>
            <a:off x="9762889" y="4436987"/>
            <a:ext cx="1121194" cy="109701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400" dirty="0">
                <a:latin typeface="Cascadia Mono SemiLight" panose="020B0609020000020004" pitchFamily="49" charset="0"/>
                <a:ea typeface="Cascadia Mono SemiLight" panose="020B0609020000020004" pitchFamily="49" charset="0"/>
                <a:cs typeface="Cascadia Mono SemiLight" panose="020B0609020000020004" pitchFamily="49" charset="0"/>
              </a:rPr>
              <a:t>Fission Products</a:t>
            </a:r>
          </a:p>
        </p:txBody>
      </p:sp>
      <p:sp>
        <p:nvSpPr>
          <p:cNvPr id="1168" name="Freeform: Shape 1167">
            <a:extLst>
              <a:ext uri="{FF2B5EF4-FFF2-40B4-BE49-F238E27FC236}">
                <a16:creationId xmlns:a16="http://schemas.microsoft.com/office/drawing/2014/main" id="{98CD6635-3D5A-C7F1-F2F5-C86E043CDE64}"/>
              </a:ext>
            </a:extLst>
          </p:cNvPr>
          <p:cNvSpPr/>
          <p:nvPr/>
        </p:nvSpPr>
        <p:spPr>
          <a:xfrm>
            <a:off x="9823697" y="1305019"/>
            <a:ext cx="1060386" cy="2585650"/>
          </a:xfrm>
          <a:custGeom>
            <a:avLst/>
            <a:gdLst>
              <a:gd name="connsiteX0" fmla="*/ 340345 w 1060386"/>
              <a:gd name="connsiteY0" fmla="*/ 0 h 2585650"/>
              <a:gd name="connsiteX1" fmla="*/ 380809 w 1060386"/>
              <a:gd name="connsiteY1" fmla="*/ 0 h 2585650"/>
              <a:gd name="connsiteX2" fmla="*/ 421275 w 1060386"/>
              <a:gd name="connsiteY2" fmla="*/ 40465 h 2585650"/>
              <a:gd name="connsiteX3" fmla="*/ 421275 w 1060386"/>
              <a:gd name="connsiteY3" fmla="*/ 62004 h 2585650"/>
              <a:gd name="connsiteX4" fmla="*/ 479135 w 1060386"/>
              <a:gd name="connsiteY4" fmla="*/ 62004 h 2585650"/>
              <a:gd name="connsiteX5" fmla="*/ 481402 w 1060386"/>
              <a:gd name="connsiteY5" fmla="*/ 62004 h 2585650"/>
              <a:gd name="connsiteX6" fmla="*/ 545596 w 1060386"/>
              <a:gd name="connsiteY6" fmla="*/ 74959 h 2585650"/>
              <a:gd name="connsiteX7" fmla="*/ 601652 w 1060386"/>
              <a:gd name="connsiteY7" fmla="*/ 113099 h 2585650"/>
              <a:gd name="connsiteX8" fmla="*/ 638528 w 1060386"/>
              <a:gd name="connsiteY8" fmla="*/ 169995 h 2585650"/>
              <a:gd name="connsiteX9" fmla="*/ 649178 w 1060386"/>
              <a:gd name="connsiteY9" fmla="*/ 229617 h 2585650"/>
              <a:gd name="connsiteX10" fmla="*/ 650492 w 1060386"/>
              <a:gd name="connsiteY10" fmla="*/ 252319 h 2585650"/>
              <a:gd name="connsiteX11" fmla="*/ 651423 w 1060386"/>
              <a:gd name="connsiteY11" fmla="*/ 252319 h 2585650"/>
              <a:gd name="connsiteX12" fmla="*/ 651423 w 1060386"/>
              <a:gd name="connsiteY12" fmla="*/ 1134227 h 2585650"/>
              <a:gd name="connsiteX13" fmla="*/ 653004 w 1060386"/>
              <a:gd name="connsiteY13" fmla="*/ 1134227 h 2585650"/>
              <a:gd name="connsiteX14" fmla="*/ 601451 w 1060386"/>
              <a:gd name="connsiteY14" fmla="*/ 1256744 h 2585650"/>
              <a:gd name="connsiteX15" fmla="*/ 477811 w 1060386"/>
              <a:gd name="connsiteY15" fmla="*/ 1305542 h 2585650"/>
              <a:gd name="connsiteX16" fmla="*/ 477849 w 1060386"/>
              <a:gd name="connsiteY16" fmla="*/ 1303830 h 2585650"/>
              <a:gd name="connsiteX17" fmla="*/ 319596 w 1060386"/>
              <a:gd name="connsiteY17" fmla="*/ 1303867 h 2585650"/>
              <a:gd name="connsiteX18" fmla="*/ 67136 w 1060386"/>
              <a:gd name="connsiteY18" fmla="*/ 1361640 h 2585650"/>
              <a:gd name="connsiteX19" fmla="*/ 252224 w 1060386"/>
              <a:gd name="connsiteY19" fmla="*/ 1420973 h 2585650"/>
              <a:gd name="connsiteX20" fmla="*/ 296421 w 1060386"/>
              <a:gd name="connsiteY20" fmla="*/ 1424115 h 2585650"/>
              <a:gd name="connsiteX21" fmla="*/ 316601 w 1060386"/>
              <a:gd name="connsiteY21" fmla="*/ 1424259 h 2585650"/>
              <a:gd name="connsiteX22" fmla="*/ 671856 w 1060386"/>
              <a:gd name="connsiteY22" fmla="*/ 1425616 h 2585650"/>
              <a:gd name="connsiteX23" fmla="*/ 991453 w 1060386"/>
              <a:gd name="connsiteY23" fmla="*/ 1547511 h 2585650"/>
              <a:gd name="connsiteX24" fmla="*/ 796257 w 1060386"/>
              <a:gd name="connsiteY24" fmla="*/ 1659828 h 2585650"/>
              <a:gd name="connsiteX25" fmla="*/ 706055 w 1060386"/>
              <a:gd name="connsiteY25" fmla="*/ 1666774 h 2585650"/>
              <a:gd name="connsiteX26" fmla="*/ 323433 w 1060386"/>
              <a:gd name="connsiteY26" fmla="*/ 1671193 h 2585650"/>
              <a:gd name="connsiteX27" fmla="*/ 64622 w 1060386"/>
              <a:gd name="connsiteY27" fmla="*/ 1728966 h 2585650"/>
              <a:gd name="connsiteX28" fmla="*/ 256061 w 1060386"/>
              <a:gd name="connsiteY28" fmla="*/ 1788299 h 2585650"/>
              <a:gd name="connsiteX29" fmla="*/ 288623 w 1060386"/>
              <a:gd name="connsiteY29" fmla="*/ 1790615 h 2585650"/>
              <a:gd name="connsiteX30" fmla="*/ 312764 w 1060386"/>
              <a:gd name="connsiteY30" fmla="*/ 1790786 h 2585650"/>
              <a:gd name="connsiteX31" fmla="*/ 668019 w 1060386"/>
              <a:gd name="connsiteY31" fmla="*/ 1792142 h 2585650"/>
              <a:gd name="connsiteX32" fmla="*/ 987615 w 1060386"/>
              <a:gd name="connsiteY32" fmla="*/ 1914038 h 2585650"/>
              <a:gd name="connsiteX33" fmla="*/ 792420 w 1060386"/>
              <a:gd name="connsiteY33" fmla="*/ 2026354 h 2585650"/>
              <a:gd name="connsiteX34" fmla="*/ 702218 w 1060386"/>
              <a:gd name="connsiteY34" fmla="*/ 2033301 h 2585650"/>
              <a:gd name="connsiteX35" fmla="*/ 319596 w 1060386"/>
              <a:gd name="connsiteY35" fmla="*/ 2037720 h 2585650"/>
              <a:gd name="connsiteX36" fmla="*/ 54436 w 1060386"/>
              <a:gd name="connsiteY36" fmla="*/ 2098668 h 2585650"/>
              <a:gd name="connsiteX37" fmla="*/ 252224 w 1060386"/>
              <a:gd name="connsiteY37" fmla="*/ 2154825 h 2585650"/>
              <a:gd name="connsiteX38" fmla="*/ 296421 w 1060386"/>
              <a:gd name="connsiteY38" fmla="*/ 2157968 h 2585650"/>
              <a:gd name="connsiteX39" fmla="*/ 316601 w 1060386"/>
              <a:gd name="connsiteY39" fmla="*/ 2158111 h 2585650"/>
              <a:gd name="connsiteX40" fmla="*/ 671856 w 1060386"/>
              <a:gd name="connsiteY40" fmla="*/ 2159468 h 2585650"/>
              <a:gd name="connsiteX41" fmla="*/ 991453 w 1060386"/>
              <a:gd name="connsiteY41" fmla="*/ 2281363 h 2585650"/>
              <a:gd name="connsiteX42" fmla="*/ 796257 w 1060386"/>
              <a:gd name="connsiteY42" fmla="*/ 2393680 h 2585650"/>
              <a:gd name="connsiteX43" fmla="*/ 706055 w 1060386"/>
              <a:gd name="connsiteY43" fmla="*/ 2400627 h 2585650"/>
              <a:gd name="connsiteX44" fmla="*/ 323433 w 1060386"/>
              <a:gd name="connsiteY44" fmla="*/ 2405045 h 2585650"/>
              <a:gd name="connsiteX45" fmla="*/ 67798 w 1060386"/>
              <a:gd name="connsiteY45" fmla="*/ 2462818 h 2585650"/>
              <a:gd name="connsiteX46" fmla="*/ 323433 w 1060386"/>
              <a:gd name="connsiteY46" fmla="*/ 2526941 h 2585650"/>
              <a:gd name="connsiteX47" fmla="*/ 323433 w 1060386"/>
              <a:gd name="connsiteY47" fmla="*/ 2527129 h 2585650"/>
              <a:gd name="connsiteX48" fmla="*/ 1060386 w 1060386"/>
              <a:gd name="connsiteY48" fmla="*/ 2527129 h 2585650"/>
              <a:gd name="connsiteX49" fmla="*/ 1060386 w 1060386"/>
              <a:gd name="connsiteY49" fmla="*/ 2585650 h 2585650"/>
              <a:gd name="connsiteX50" fmla="*/ 259023 w 1060386"/>
              <a:gd name="connsiteY50" fmla="*/ 2585412 h 2585650"/>
              <a:gd name="connsiteX51" fmla="*/ 3835 w 1060386"/>
              <a:gd name="connsiteY51" fmla="*/ 2465993 h 2585650"/>
              <a:gd name="connsiteX52" fmla="*/ 323433 w 1060386"/>
              <a:gd name="connsiteY52" fmla="*/ 2344097 h 2585650"/>
              <a:gd name="connsiteX53" fmla="*/ 633785 w 1060386"/>
              <a:gd name="connsiteY53" fmla="*/ 2342935 h 2585650"/>
              <a:gd name="connsiteX54" fmla="*/ 671856 w 1060386"/>
              <a:gd name="connsiteY54" fmla="*/ 2342771 h 2585650"/>
              <a:gd name="connsiteX55" fmla="*/ 671856 w 1060386"/>
              <a:gd name="connsiteY55" fmla="*/ 2342311 h 2585650"/>
              <a:gd name="connsiteX56" fmla="*/ 933843 w 1060386"/>
              <a:gd name="connsiteY56" fmla="*/ 2284538 h 2585650"/>
              <a:gd name="connsiteX57" fmla="*/ 671856 w 1060386"/>
              <a:gd name="connsiteY57" fmla="*/ 2220415 h 2585650"/>
              <a:gd name="connsiteX58" fmla="*/ 319596 w 1060386"/>
              <a:gd name="connsiteY58" fmla="*/ 2219340 h 2585650"/>
              <a:gd name="connsiteX59" fmla="*/ 195196 w 1060386"/>
              <a:gd name="connsiteY59" fmla="*/ 2210984 h 2585650"/>
              <a:gd name="connsiteX60" fmla="*/ 0 w 1060386"/>
              <a:gd name="connsiteY60" fmla="*/ 2098668 h 2585650"/>
              <a:gd name="connsiteX61" fmla="*/ 319596 w 1060386"/>
              <a:gd name="connsiteY61" fmla="*/ 1976771 h 2585650"/>
              <a:gd name="connsiteX62" fmla="*/ 629948 w 1060386"/>
              <a:gd name="connsiteY62" fmla="*/ 1975609 h 2585650"/>
              <a:gd name="connsiteX63" fmla="*/ 668019 w 1060386"/>
              <a:gd name="connsiteY63" fmla="*/ 1975445 h 2585650"/>
              <a:gd name="connsiteX64" fmla="*/ 668019 w 1060386"/>
              <a:gd name="connsiteY64" fmla="*/ 1974986 h 2585650"/>
              <a:gd name="connsiteX65" fmla="*/ 939531 w 1060386"/>
              <a:gd name="connsiteY65" fmla="*/ 1917212 h 2585650"/>
              <a:gd name="connsiteX66" fmla="*/ 668019 w 1060386"/>
              <a:gd name="connsiteY66" fmla="*/ 1853090 h 2585650"/>
              <a:gd name="connsiteX67" fmla="*/ 285397 w 1060386"/>
              <a:gd name="connsiteY67" fmla="*/ 1847203 h 2585650"/>
              <a:gd name="connsiteX68" fmla="*/ 199033 w 1060386"/>
              <a:gd name="connsiteY68" fmla="*/ 1844458 h 2585650"/>
              <a:gd name="connsiteX69" fmla="*/ 3835 w 1060386"/>
              <a:gd name="connsiteY69" fmla="*/ 1732141 h 2585650"/>
              <a:gd name="connsiteX70" fmla="*/ 323433 w 1060386"/>
              <a:gd name="connsiteY70" fmla="*/ 1610245 h 2585650"/>
              <a:gd name="connsiteX71" fmla="*/ 633785 w 1060386"/>
              <a:gd name="connsiteY71" fmla="*/ 1609082 h 2585650"/>
              <a:gd name="connsiteX72" fmla="*/ 671856 w 1060386"/>
              <a:gd name="connsiteY72" fmla="*/ 1608918 h 2585650"/>
              <a:gd name="connsiteX73" fmla="*/ 671856 w 1060386"/>
              <a:gd name="connsiteY73" fmla="*/ 1608460 h 2585650"/>
              <a:gd name="connsiteX74" fmla="*/ 940192 w 1060386"/>
              <a:gd name="connsiteY74" fmla="*/ 1544336 h 2585650"/>
              <a:gd name="connsiteX75" fmla="*/ 671856 w 1060386"/>
              <a:gd name="connsiteY75" fmla="*/ 1486563 h 2585650"/>
              <a:gd name="connsiteX76" fmla="*/ 319596 w 1060386"/>
              <a:gd name="connsiteY76" fmla="*/ 1485488 h 2585650"/>
              <a:gd name="connsiteX77" fmla="*/ 195196 w 1060386"/>
              <a:gd name="connsiteY77" fmla="*/ 1477132 h 2585650"/>
              <a:gd name="connsiteX78" fmla="*/ 0 w 1060386"/>
              <a:gd name="connsiteY78" fmla="*/ 1364815 h 2585650"/>
              <a:gd name="connsiteX79" fmla="*/ 319596 w 1060386"/>
              <a:gd name="connsiteY79" fmla="*/ 1242919 h 2585650"/>
              <a:gd name="connsiteX80" fmla="*/ 483111 w 1060386"/>
              <a:gd name="connsiteY80" fmla="*/ 1243018 h 2585650"/>
              <a:gd name="connsiteX81" fmla="*/ 521853 w 1060386"/>
              <a:gd name="connsiteY81" fmla="*/ 1236097 h 2585650"/>
              <a:gd name="connsiteX82" fmla="*/ 558216 w 1060386"/>
              <a:gd name="connsiteY82" fmla="*/ 1212529 h 2585650"/>
              <a:gd name="connsiteX83" fmla="*/ 582592 w 1060386"/>
              <a:gd name="connsiteY83" fmla="*/ 1176702 h 2585650"/>
              <a:gd name="connsiteX84" fmla="*/ 591165 w 1060386"/>
              <a:gd name="connsiteY84" fmla="*/ 1134227 h 2585650"/>
              <a:gd name="connsiteX85" fmla="*/ 589069 w 1060386"/>
              <a:gd name="connsiteY85" fmla="*/ 302325 h 2585650"/>
              <a:gd name="connsiteX86" fmla="*/ 588012 w 1060386"/>
              <a:gd name="connsiteY86" fmla="*/ 302325 h 2585650"/>
              <a:gd name="connsiteX87" fmla="*/ 588012 w 1060386"/>
              <a:gd name="connsiteY87" fmla="*/ 231923 h 2585650"/>
              <a:gd name="connsiteX88" fmla="*/ 581005 w 1060386"/>
              <a:gd name="connsiteY88" fmla="*/ 192697 h 2585650"/>
              <a:gd name="connsiteX89" fmla="*/ 557437 w 1060386"/>
              <a:gd name="connsiteY89" fmla="*/ 156334 h 2585650"/>
              <a:gd name="connsiteX90" fmla="*/ 521610 w 1060386"/>
              <a:gd name="connsiteY90" fmla="*/ 131958 h 2585650"/>
              <a:gd name="connsiteX91" fmla="*/ 484577 w 1060386"/>
              <a:gd name="connsiteY91" fmla="*/ 124484 h 2585650"/>
              <a:gd name="connsiteX92" fmla="*/ 421275 w 1060386"/>
              <a:gd name="connsiteY92" fmla="*/ 124484 h 2585650"/>
              <a:gd name="connsiteX93" fmla="*/ 421275 w 1060386"/>
              <a:gd name="connsiteY93" fmla="*/ 141263 h 2585650"/>
              <a:gd name="connsiteX94" fmla="*/ 380809 w 1060386"/>
              <a:gd name="connsiteY94" fmla="*/ 181727 h 2585650"/>
              <a:gd name="connsiteX95" fmla="*/ 340345 w 1060386"/>
              <a:gd name="connsiteY95" fmla="*/ 181727 h 258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060386" h="2585650">
                <a:moveTo>
                  <a:pt x="340345" y="0"/>
                </a:moveTo>
                <a:lnTo>
                  <a:pt x="380809" y="0"/>
                </a:lnTo>
                <a:lnTo>
                  <a:pt x="421275" y="40465"/>
                </a:lnTo>
                <a:lnTo>
                  <a:pt x="421275" y="62004"/>
                </a:lnTo>
                <a:lnTo>
                  <a:pt x="479135" y="62004"/>
                </a:lnTo>
                <a:lnTo>
                  <a:pt x="481402" y="62004"/>
                </a:lnTo>
                <a:lnTo>
                  <a:pt x="545596" y="74959"/>
                </a:lnTo>
                <a:cubicBezTo>
                  <a:pt x="566431" y="83726"/>
                  <a:pt x="585533" y="96615"/>
                  <a:pt x="601652" y="113099"/>
                </a:cubicBezTo>
                <a:cubicBezTo>
                  <a:pt x="617772" y="129583"/>
                  <a:pt x="630229" y="148968"/>
                  <a:pt x="638528" y="169995"/>
                </a:cubicBezTo>
                <a:lnTo>
                  <a:pt x="649178" y="229617"/>
                </a:lnTo>
                <a:lnTo>
                  <a:pt x="650492" y="252319"/>
                </a:lnTo>
                <a:lnTo>
                  <a:pt x="651423" y="252319"/>
                </a:lnTo>
                <a:lnTo>
                  <a:pt x="651423" y="1134227"/>
                </a:lnTo>
                <a:lnTo>
                  <a:pt x="653004" y="1134227"/>
                </a:lnTo>
                <a:cubicBezTo>
                  <a:pt x="653004" y="1180339"/>
                  <a:pt x="634420" y="1224505"/>
                  <a:pt x="601451" y="1256744"/>
                </a:cubicBezTo>
                <a:cubicBezTo>
                  <a:pt x="568482" y="1288983"/>
                  <a:pt x="523911" y="1306574"/>
                  <a:pt x="477811" y="1305542"/>
                </a:cubicBezTo>
                <a:cubicBezTo>
                  <a:pt x="477824" y="1304971"/>
                  <a:pt x="477836" y="1304401"/>
                  <a:pt x="477849" y="1303830"/>
                </a:cubicBezTo>
                <a:lnTo>
                  <a:pt x="319596" y="1303867"/>
                </a:lnTo>
                <a:cubicBezTo>
                  <a:pt x="244241" y="1301644"/>
                  <a:pt x="67136" y="1327980"/>
                  <a:pt x="67136" y="1361640"/>
                </a:cubicBezTo>
                <a:cubicBezTo>
                  <a:pt x="67136" y="1386886"/>
                  <a:pt x="190102" y="1411721"/>
                  <a:pt x="252224" y="1420973"/>
                </a:cubicBezTo>
                <a:lnTo>
                  <a:pt x="296421" y="1424115"/>
                </a:lnTo>
                <a:lnTo>
                  <a:pt x="316601" y="1424259"/>
                </a:lnTo>
                <a:lnTo>
                  <a:pt x="671856" y="1425616"/>
                </a:lnTo>
                <a:cubicBezTo>
                  <a:pt x="848365" y="1425616"/>
                  <a:pt x="991453" y="1480191"/>
                  <a:pt x="991453" y="1547511"/>
                </a:cubicBezTo>
                <a:cubicBezTo>
                  <a:pt x="991453" y="1598003"/>
                  <a:pt x="910965" y="1641324"/>
                  <a:pt x="796257" y="1659828"/>
                </a:cubicBezTo>
                <a:lnTo>
                  <a:pt x="706055" y="1666774"/>
                </a:lnTo>
                <a:lnTo>
                  <a:pt x="323433" y="1671193"/>
                </a:lnTo>
                <a:cubicBezTo>
                  <a:pt x="248078" y="1668969"/>
                  <a:pt x="64622" y="1695306"/>
                  <a:pt x="64622" y="1728966"/>
                </a:cubicBezTo>
                <a:cubicBezTo>
                  <a:pt x="64622" y="1754212"/>
                  <a:pt x="193939" y="1779047"/>
                  <a:pt x="256061" y="1788299"/>
                </a:cubicBezTo>
                <a:lnTo>
                  <a:pt x="288623" y="1790615"/>
                </a:lnTo>
                <a:lnTo>
                  <a:pt x="312764" y="1790786"/>
                </a:lnTo>
                <a:lnTo>
                  <a:pt x="668019" y="1792142"/>
                </a:lnTo>
                <a:cubicBezTo>
                  <a:pt x="844529" y="1792142"/>
                  <a:pt x="987615" y="1846717"/>
                  <a:pt x="987615" y="1914038"/>
                </a:cubicBezTo>
                <a:cubicBezTo>
                  <a:pt x="987615" y="1964530"/>
                  <a:pt x="907128" y="2007850"/>
                  <a:pt x="792420" y="2026354"/>
                </a:cubicBezTo>
                <a:lnTo>
                  <a:pt x="702218" y="2033301"/>
                </a:lnTo>
                <a:lnTo>
                  <a:pt x="319596" y="2037720"/>
                </a:lnTo>
                <a:cubicBezTo>
                  <a:pt x="244241" y="2035497"/>
                  <a:pt x="54436" y="2065006"/>
                  <a:pt x="54436" y="2098668"/>
                </a:cubicBezTo>
                <a:cubicBezTo>
                  <a:pt x="54436" y="2123912"/>
                  <a:pt x="190102" y="2145573"/>
                  <a:pt x="252224" y="2154825"/>
                </a:cubicBezTo>
                <a:lnTo>
                  <a:pt x="296421" y="2157968"/>
                </a:lnTo>
                <a:lnTo>
                  <a:pt x="316601" y="2158111"/>
                </a:lnTo>
                <a:lnTo>
                  <a:pt x="671856" y="2159468"/>
                </a:lnTo>
                <a:cubicBezTo>
                  <a:pt x="848365" y="2159468"/>
                  <a:pt x="991453" y="2214042"/>
                  <a:pt x="991453" y="2281363"/>
                </a:cubicBezTo>
                <a:cubicBezTo>
                  <a:pt x="991453" y="2331856"/>
                  <a:pt x="910965" y="2375176"/>
                  <a:pt x="796257" y="2393680"/>
                </a:cubicBezTo>
                <a:lnTo>
                  <a:pt x="706055" y="2400627"/>
                </a:lnTo>
                <a:lnTo>
                  <a:pt x="323433" y="2405045"/>
                </a:lnTo>
                <a:cubicBezTo>
                  <a:pt x="248078" y="2402821"/>
                  <a:pt x="67798" y="2429158"/>
                  <a:pt x="67798" y="2462818"/>
                </a:cubicBezTo>
                <a:cubicBezTo>
                  <a:pt x="67798" y="2496479"/>
                  <a:pt x="227841" y="2526941"/>
                  <a:pt x="323433" y="2526941"/>
                </a:cubicBezTo>
                <a:lnTo>
                  <a:pt x="323433" y="2527129"/>
                </a:lnTo>
                <a:lnTo>
                  <a:pt x="1060386" y="2527129"/>
                </a:lnTo>
                <a:lnTo>
                  <a:pt x="1060386" y="2585650"/>
                </a:lnTo>
                <a:lnTo>
                  <a:pt x="259023" y="2585412"/>
                </a:lnTo>
                <a:cubicBezTo>
                  <a:pt x="113387" y="2574046"/>
                  <a:pt x="3835" y="2524899"/>
                  <a:pt x="3835" y="2465993"/>
                </a:cubicBezTo>
                <a:cubicBezTo>
                  <a:pt x="3835" y="2398671"/>
                  <a:pt x="146925" y="2344097"/>
                  <a:pt x="323433" y="2344097"/>
                </a:cubicBezTo>
                <a:lnTo>
                  <a:pt x="633785" y="2342935"/>
                </a:lnTo>
                <a:lnTo>
                  <a:pt x="671856" y="2342771"/>
                </a:lnTo>
                <a:lnTo>
                  <a:pt x="671856" y="2342311"/>
                </a:lnTo>
                <a:cubicBezTo>
                  <a:pt x="767448" y="2342311"/>
                  <a:pt x="933843" y="2318199"/>
                  <a:pt x="933843" y="2284538"/>
                </a:cubicBezTo>
                <a:cubicBezTo>
                  <a:pt x="933843" y="2250877"/>
                  <a:pt x="747211" y="2218193"/>
                  <a:pt x="671856" y="2220415"/>
                </a:cubicBezTo>
                <a:lnTo>
                  <a:pt x="319596" y="2219340"/>
                </a:lnTo>
                <a:lnTo>
                  <a:pt x="195196" y="2210984"/>
                </a:lnTo>
                <a:cubicBezTo>
                  <a:pt x="80487" y="2192479"/>
                  <a:pt x="0" y="2149159"/>
                  <a:pt x="0" y="2098668"/>
                </a:cubicBezTo>
                <a:cubicBezTo>
                  <a:pt x="0" y="2031346"/>
                  <a:pt x="143088" y="1976771"/>
                  <a:pt x="319596" y="1976771"/>
                </a:cubicBezTo>
                <a:lnTo>
                  <a:pt x="629948" y="1975609"/>
                </a:lnTo>
                <a:lnTo>
                  <a:pt x="668019" y="1975445"/>
                </a:lnTo>
                <a:lnTo>
                  <a:pt x="668019" y="1974986"/>
                </a:lnTo>
                <a:cubicBezTo>
                  <a:pt x="763611" y="1974986"/>
                  <a:pt x="939531" y="1950874"/>
                  <a:pt x="939531" y="1917212"/>
                </a:cubicBezTo>
                <a:cubicBezTo>
                  <a:pt x="939531" y="1883551"/>
                  <a:pt x="743374" y="1850866"/>
                  <a:pt x="668019" y="1853090"/>
                </a:cubicBezTo>
                <a:cubicBezTo>
                  <a:pt x="575402" y="1842737"/>
                  <a:pt x="363561" y="1848642"/>
                  <a:pt x="285397" y="1847203"/>
                </a:cubicBezTo>
                <a:lnTo>
                  <a:pt x="199033" y="1844458"/>
                </a:lnTo>
                <a:cubicBezTo>
                  <a:pt x="84324" y="1825953"/>
                  <a:pt x="3835" y="1782632"/>
                  <a:pt x="3835" y="1732141"/>
                </a:cubicBezTo>
                <a:cubicBezTo>
                  <a:pt x="3835" y="1664819"/>
                  <a:pt x="146925" y="1610245"/>
                  <a:pt x="323433" y="1610245"/>
                </a:cubicBezTo>
                <a:lnTo>
                  <a:pt x="633785" y="1609082"/>
                </a:lnTo>
                <a:lnTo>
                  <a:pt x="671856" y="1608918"/>
                </a:lnTo>
                <a:lnTo>
                  <a:pt x="671856" y="1608460"/>
                </a:lnTo>
                <a:cubicBezTo>
                  <a:pt x="767448" y="1608460"/>
                  <a:pt x="940192" y="1577998"/>
                  <a:pt x="940192" y="1544336"/>
                </a:cubicBezTo>
                <a:cubicBezTo>
                  <a:pt x="940192" y="1510675"/>
                  <a:pt x="747211" y="1484340"/>
                  <a:pt x="671856" y="1486563"/>
                </a:cubicBezTo>
                <a:lnTo>
                  <a:pt x="319596" y="1485488"/>
                </a:lnTo>
                <a:lnTo>
                  <a:pt x="195196" y="1477132"/>
                </a:lnTo>
                <a:cubicBezTo>
                  <a:pt x="80487" y="1458627"/>
                  <a:pt x="0" y="1415307"/>
                  <a:pt x="0" y="1364815"/>
                </a:cubicBezTo>
                <a:cubicBezTo>
                  <a:pt x="0" y="1297493"/>
                  <a:pt x="143088" y="1242919"/>
                  <a:pt x="319596" y="1242919"/>
                </a:cubicBezTo>
                <a:lnTo>
                  <a:pt x="483111" y="1243018"/>
                </a:lnTo>
                <a:lnTo>
                  <a:pt x="521853" y="1236097"/>
                </a:lnTo>
                <a:cubicBezTo>
                  <a:pt x="535291" y="1230793"/>
                  <a:pt x="547681" y="1222831"/>
                  <a:pt x="558216" y="1212529"/>
                </a:cubicBezTo>
                <a:cubicBezTo>
                  <a:pt x="568752" y="1202227"/>
                  <a:pt x="576989" y="1190019"/>
                  <a:pt x="582592" y="1176702"/>
                </a:cubicBezTo>
                <a:lnTo>
                  <a:pt x="591165" y="1134227"/>
                </a:lnTo>
                <a:cubicBezTo>
                  <a:pt x="590466" y="856926"/>
                  <a:pt x="589768" y="579626"/>
                  <a:pt x="589069" y="302325"/>
                </a:cubicBezTo>
                <a:lnTo>
                  <a:pt x="588012" y="302325"/>
                </a:lnTo>
                <a:lnTo>
                  <a:pt x="588012" y="231923"/>
                </a:lnTo>
                <a:lnTo>
                  <a:pt x="581005" y="192697"/>
                </a:lnTo>
                <a:cubicBezTo>
                  <a:pt x="575702" y="179259"/>
                  <a:pt x="567740" y="166869"/>
                  <a:pt x="557437" y="156334"/>
                </a:cubicBezTo>
                <a:cubicBezTo>
                  <a:pt x="547135" y="145799"/>
                  <a:pt x="534927" y="137561"/>
                  <a:pt x="521610" y="131958"/>
                </a:cubicBezTo>
                <a:lnTo>
                  <a:pt x="484577" y="124484"/>
                </a:lnTo>
                <a:lnTo>
                  <a:pt x="421275" y="124484"/>
                </a:lnTo>
                <a:lnTo>
                  <a:pt x="421275" y="141263"/>
                </a:lnTo>
                <a:lnTo>
                  <a:pt x="380809" y="181727"/>
                </a:lnTo>
                <a:lnTo>
                  <a:pt x="340345" y="181727"/>
                </a:lnTo>
                <a:close/>
              </a:path>
            </a:pathLst>
          </a:custGeom>
          <a:gradFill>
            <a:gsLst>
              <a:gs pos="41000">
                <a:schemeClr val="bg1">
                  <a:lumMod val="85000"/>
                </a:schemeClr>
              </a:gs>
              <a:gs pos="0">
                <a:schemeClr val="bg1">
                  <a:lumMod val="85000"/>
                </a:schemeClr>
              </a:gs>
              <a:gs pos="100000">
                <a:schemeClr val="tx1">
                  <a:lumMod val="85000"/>
                  <a:lumOff val="15000"/>
                </a:schemeClr>
              </a:gs>
            </a:gsLst>
            <a:lin ang="5400000" scaled="1"/>
          </a:gradFill>
          <a:ln w="19050" cmpd="sng">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1149" name="Group 1148">
            <a:extLst>
              <a:ext uri="{FF2B5EF4-FFF2-40B4-BE49-F238E27FC236}">
                <a16:creationId xmlns:a16="http://schemas.microsoft.com/office/drawing/2014/main" id="{76835926-FBBA-CD95-F0B0-A7DBD73536AA}"/>
              </a:ext>
            </a:extLst>
          </p:cNvPr>
          <p:cNvGrpSpPr/>
          <p:nvPr/>
        </p:nvGrpSpPr>
        <p:grpSpPr>
          <a:xfrm>
            <a:off x="10015400" y="2514647"/>
            <a:ext cx="651001" cy="1457277"/>
            <a:chOff x="10015400" y="2514648"/>
            <a:chExt cx="651001" cy="1397210"/>
          </a:xfrm>
        </p:grpSpPr>
        <p:cxnSp>
          <p:nvCxnSpPr>
            <p:cNvPr id="1140" name="Straight Connector 1139">
              <a:extLst>
                <a:ext uri="{FF2B5EF4-FFF2-40B4-BE49-F238E27FC236}">
                  <a16:creationId xmlns:a16="http://schemas.microsoft.com/office/drawing/2014/main" id="{627DF5FC-643F-5129-A277-DD1E60E1FF82}"/>
                </a:ext>
              </a:extLst>
            </p:cNvPr>
            <p:cNvCxnSpPr/>
            <p:nvPr/>
          </p:nvCxnSpPr>
          <p:spPr>
            <a:xfrm>
              <a:off x="10015400"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2" name="Straight Connector 1141">
              <a:extLst>
                <a:ext uri="{FF2B5EF4-FFF2-40B4-BE49-F238E27FC236}">
                  <a16:creationId xmlns:a16="http://schemas.microsoft.com/office/drawing/2014/main" id="{07D125F4-27D1-4562-97C4-7B7B7311C370}"/>
                </a:ext>
              </a:extLst>
            </p:cNvPr>
            <p:cNvCxnSpPr/>
            <p:nvPr/>
          </p:nvCxnSpPr>
          <p:spPr>
            <a:xfrm>
              <a:off x="10108338"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3" name="Straight Connector 1142">
              <a:extLst>
                <a:ext uri="{FF2B5EF4-FFF2-40B4-BE49-F238E27FC236}">
                  <a16:creationId xmlns:a16="http://schemas.microsoft.com/office/drawing/2014/main" id="{D76E1314-7E84-19CD-58AC-4E30B290BD53}"/>
                </a:ext>
              </a:extLst>
            </p:cNvPr>
            <p:cNvCxnSpPr/>
            <p:nvPr/>
          </p:nvCxnSpPr>
          <p:spPr>
            <a:xfrm>
              <a:off x="10211513"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4" name="Straight Connector 1143">
              <a:extLst>
                <a:ext uri="{FF2B5EF4-FFF2-40B4-BE49-F238E27FC236}">
                  <a16:creationId xmlns:a16="http://schemas.microsoft.com/office/drawing/2014/main" id="{7619F1D2-38AE-84E3-0D79-9D8AF2F9272C}"/>
                </a:ext>
              </a:extLst>
            </p:cNvPr>
            <p:cNvCxnSpPr/>
            <p:nvPr/>
          </p:nvCxnSpPr>
          <p:spPr>
            <a:xfrm>
              <a:off x="10304451"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5" name="Straight Connector 1144">
              <a:extLst>
                <a:ext uri="{FF2B5EF4-FFF2-40B4-BE49-F238E27FC236}">
                  <a16:creationId xmlns:a16="http://schemas.microsoft.com/office/drawing/2014/main" id="{20ABFFC1-DA33-E138-C2DF-7B829BB23DA2}"/>
                </a:ext>
              </a:extLst>
            </p:cNvPr>
            <p:cNvCxnSpPr/>
            <p:nvPr/>
          </p:nvCxnSpPr>
          <p:spPr>
            <a:xfrm>
              <a:off x="10392488" y="2514648"/>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6" name="Straight Connector 1145">
              <a:extLst>
                <a:ext uri="{FF2B5EF4-FFF2-40B4-BE49-F238E27FC236}">
                  <a16:creationId xmlns:a16="http://schemas.microsoft.com/office/drawing/2014/main" id="{325EB66E-B784-B1EF-2E9C-F027D74BA1E7}"/>
                </a:ext>
              </a:extLst>
            </p:cNvPr>
            <p:cNvCxnSpPr/>
            <p:nvPr/>
          </p:nvCxnSpPr>
          <p:spPr>
            <a:xfrm>
              <a:off x="10485426" y="2522797"/>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7" name="Straight Connector 1146">
              <a:extLst>
                <a:ext uri="{FF2B5EF4-FFF2-40B4-BE49-F238E27FC236}">
                  <a16:creationId xmlns:a16="http://schemas.microsoft.com/office/drawing/2014/main" id="{CDE15D10-49B0-0F3C-3AF6-762B56E53CC8}"/>
                </a:ext>
              </a:extLst>
            </p:cNvPr>
            <p:cNvCxnSpPr/>
            <p:nvPr/>
          </p:nvCxnSpPr>
          <p:spPr>
            <a:xfrm>
              <a:off x="10573463" y="2522797"/>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48" name="Straight Connector 1147">
              <a:extLst>
                <a:ext uri="{FF2B5EF4-FFF2-40B4-BE49-F238E27FC236}">
                  <a16:creationId xmlns:a16="http://schemas.microsoft.com/office/drawing/2014/main" id="{4F07D66C-FBA7-B9E8-FA60-235A1A7A2963}"/>
                </a:ext>
              </a:extLst>
            </p:cNvPr>
            <p:cNvCxnSpPr/>
            <p:nvPr/>
          </p:nvCxnSpPr>
          <p:spPr>
            <a:xfrm>
              <a:off x="10666401" y="2522797"/>
              <a:ext cx="0" cy="1389061"/>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sp>
        <p:nvSpPr>
          <p:cNvPr id="142" name="Free-form: Shape 141">
            <a:extLst>
              <a:ext uri="{FF2B5EF4-FFF2-40B4-BE49-F238E27FC236}">
                <a16:creationId xmlns:a16="http://schemas.microsoft.com/office/drawing/2014/main" id="{963EBFDC-6DCB-44D3-9C9E-F8F2AB39F978}"/>
              </a:ext>
            </a:extLst>
          </p:cNvPr>
          <p:cNvSpPr/>
          <p:nvPr/>
        </p:nvSpPr>
        <p:spPr>
          <a:xfrm>
            <a:off x="9812994" y="673135"/>
            <a:ext cx="1245410" cy="3219914"/>
          </a:xfrm>
          <a:custGeom>
            <a:avLst/>
            <a:gdLst>
              <a:gd name="connsiteX0" fmla="*/ 314849 w 1245410"/>
              <a:gd name="connsiteY0" fmla="*/ 0 h 3219914"/>
              <a:gd name="connsiteX1" fmla="*/ 1116943 w 1245410"/>
              <a:gd name="connsiteY1" fmla="*/ 0 h 3219914"/>
              <a:gd name="connsiteX2" fmla="*/ 1158735 w 1245410"/>
              <a:gd name="connsiteY2" fmla="*/ 11039 h 3219914"/>
              <a:gd name="connsiteX3" fmla="*/ 1245189 w 1245410"/>
              <a:gd name="connsiteY3" fmla="*/ 141026 h 3219914"/>
              <a:gd name="connsiteX4" fmla="*/ 1244719 w 1245410"/>
              <a:gd name="connsiteY4" fmla="*/ 143613 h 3219914"/>
              <a:gd name="connsiteX5" fmla="*/ 1245410 w 1245410"/>
              <a:gd name="connsiteY5" fmla="*/ 3079719 h 3219914"/>
              <a:gd name="connsiteX6" fmla="*/ 1235283 w 1245410"/>
              <a:gd name="connsiteY6" fmla="*/ 3134011 h 3219914"/>
              <a:gd name="connsiteX7" fmla="*/ 1105296 w 1245410"/>
              <a:gd name="connsiteY7" fmla="*/ 3218083 h 3219914"/>
              <a:gd name="connsiteX8" fmla="*/ 1027510 w 1245410"/>
              <a:gd name="connsiteY8" fmla="*/ 3219914 h 3219914"/>
              <a:gd name="connsiteX9" fmla="*/ 1027510 w 1245410"/>
              <a:gd name="connsiteY9" fmla="*/ 3158295 h 3219914"/>
              <a:gd name="connsiteX10" fmla="*/ 1096959 w 1245410"/>
              <a:gd name="connsiteY10" fmla="*/ 3158295 h 3219914"/>
              <a:gd name="connsiteX11" fmla="*/ 1104363 w 1245410"/>
              <a:gd name="connsiteY11" fmla="*/ 3157596 h 3219914"/>
              <a:gd name="connsiteX12" fmla="*/ 1177256 w 1245410"/>
              <a:gd name="connsiteY12" fmla="*/ 3109763 h 3219914"/>
              <a:gd name="connsiteX13" fmla="*/ 1182740 w 1245410"/>
              <a:gd name="connsiteY13" fmla="*/ 3083141 h 3219914"/>
              <a:gd name="connsiteX14" fmla="*/ 1182740 w 1245410"/>
              <a:gd name="connsiteY14" fmla="*/ 149363 h 3219914"/>
              <a:gd name="connsiteX15" fmla="*/ 1182321 w 1245410"/>
              <a:gd name="connsiteY15" fmla="*/ 141959 h 3219914"/>
              <a:gd name="connsiteX16" fmla="*/ 1104443 w 1245410"/>
              <a:gd name="connsiteY16" fmla="*/ 62877 h 3219914"/>
              <a:gd name="connsiteX17" fmla="*/ 1104443 w 1245410"/>
              <a:gd name="connsiteY17" fmla="*/ 62670 h 3219914"/>
              <a:gd name="connsiteX18" fmla="*/ 314849 w 1245410"/>
              <a:gd name="connsiteY18" fmla="*/ 62670 h 3219914"/>
              <a:gd name="connsiteX19" fmla="*/ 314849 w 1245410"/>
              <a:gd name="connsiteY19" fmla="*/ 62876 h 3219914"/>
              <a:gd name="connsiteX20" fmla="*/ 236971 w 1245410"/>
              <a:gd name="connsiteY20" fmla="*/ 141958 h 3219914"/>
              <a:gd name="connsiteX21" fmla="*/ 237699 w 1245410"/>
              <a:gd name="connsiteY21" fmla="*/ 146015 h 3219914"/>
              <a:gd name="connsiteX22" fmla="*/ 320923 w 1245410"/>
              <a:gd name="connsiteY22" fmla="*/ 146015 h 3219914"/>
              <a:gd name="connsiteX23" fmla="*/ 385899 w 1245410"/>
              <a:gd name="connsiteY23" fmla="*/ 210992 h 3219914"/>
              <a:gd name="connsiteX24" fmla="*/ 385899 w 1245410"/>
              <a:gd name="connsiteY24" fmla="*/ 275968 h 3219914"/>
              <a:gd name="connsiteX25" fmla="*/ 0 w 1245410"/>
              <a:gd name="connsiteY25" fmla="*/ 275968 h 3219914"/>
              <a:gd name="connsiteX26" fmla="*/ 0 w 1245410"/>
              <a:gd name="connsiteY26" fmla="*/ 210992 h 3219914"/>
              <a:gd name="connsiteX27" fmla="*/ 64977 w 1245410"/>
              <a:gd name="connsiteY27" fmla="*/ 146015 h 3219914"/>
              <a:gd name="connsiteX28" fmla="*/ 175009 w 1245410"/>
              <a:gd name="connsiteY28" fmla="*/ 146015 h 3219914"/>
              <a:gd name="connsiteX29" fmla="*/ 174103 w 1245410"/>
              <a:gd name="connsiteY29" fmla="*/ 141025 h 3219914"/>
              <a:gd name="connsiteX30" fmla="*/ 314849 w 1245410"/>
              <a:gd name="connsiteY30" fmla="*/ 2 h 3219914"/>
              <a:gd name="connsiteX0" fmla="*/ 314849 w 1245410"/>
              <a:gd name="connsiteY0" fmla="*/ 0 h 3219914"/>
              <a:gd name="connsiteX1" fmla="*/ 1116943 w 1245410"/>
              <a:gd name="connsiteY1" fmla="*/ 0 h 3219914"/>
              <a:gd name="connsiteX2" fmla="*/ 1158735 w 1245410"/>
              <a:gd name="connsiteY2" fmla="*/ 11039 h 3219914"/>
              <a:gd name="connsiteX3" fmla="*/ 1245189 w 1245410"/>
              <a:gd name="connsiteY3" fmla="*/ 141026 h 3219914"/>
              <a:gd name="connsiteX4" fmla="*/ 1244719 w 1245410"/>
              <a:gd name="connsiteY4" fmla="*/ 143613 h 3219914"/>
              <a:gd name="connsiteX5" fmla="*/ 1245410 w 1245410"/>
              <a:gd name="connsiteY5" fmla="*/ 3079719 h 3219914"/>
              <a:gd name="connsiteX6" fmla="*/ 1235283 w 1245410"/>
              <a:gd name="connsiteY6" fmla="*/ 3134011 h 3219914"/>
              <a:gd name="connsiteX7" fmla="*/ 1105296 w 1245410"/>
              <a:gd name="connsiteY7" fmla="*/ 3218083 h 3219914"/>
              <a:gd name="connsiteX8" fmla="*/ 1027510 w 1245410"/>
              <a:gd name="connsiteY8" fmla="*/ 3219914 h 3219914"/>
              <a:gd name="connsiteX9" fmla="*/ 1027510 w 1245410"/>
              <a:gd name="connsiteY9" fmla="*/ 3160676 h 3219914"/>
              <a:gd name="connsiteX10" fmla="*/ 1096959 w 1245410"/>
              <a:gd name="connsiteY10" fmla="*/ 3158295 h 3219914"/>
              <a:gd name="connsiteX11" fmla="*/ 1104363 w 1245410"/>
              <a:gd name="connsiteY11" fmla="*/ 3157596 h 3219914"/>
              <a:gd name="connsiteX12" fmla="*/ 1177256 w 1245410"/>
              <a:gd name="connsiteY12" fmla="*/ 3109763 h 3219914"/>
              <a:gd name="connsiteX13" fmla="*/ 1182740 w 1245410"/>
              <a:gd name="connsiteY13" fmla="*/ 3083141 h 3219914"/>
              <a:gd name="connsiteX14" fmla="*/ 1182740 w 1245410"/>
              <a:gd name="connsiteY14" fmla="*/ 149363 h 3219914"/>
              <a:gd name="connsiteX15" fmla="*/ 1182321 w 1245410"/>
              <a:gd name="connsiteY15" fmla="*/ 141959 h 3219914"/>
              <a:gd name="connsiteX16" fmla="*/ 1104443 w 1245410"/>
              <a:gd name="connsiteY16" fmla="*/ 62877 h 3219914"/>
              <a:gd name="connsiteX17" fmla="*/ 1104443 w 1245410"/>
              <a:gd name="connsiteY17" fmla="*/ 62670 h 3219914"/>
              <a:gd name="connsiteX18" fmla="*/ 314849 w 1245410"/>
              <a:gd name="connsiteY18" fmla="*/ 62670 h 3219914"/>
              <a:gd name="connsiteX19" fmla="*/ 314849 w 1245410"/>
              <a:gd name="connsiteY19" fmla="*/ 62876 h 3219914"/>
              <a:gd name="connsiteX20" fmla="*/ 236971 w 1245410"/>
              <a:gd name="connsiteY20" fmla="*/ 141958 h 3219914"/>
              <a:gd name="connsiteX21" fmla="*/ 237699 w 1245410"/>
              <a:gd name="connsiteY21" fmla="*/ 146015 h 3219914"/>
              <a:gd name="connsiteX22" fmla="*/ 320923 w 1245410"/>
              <a:gd name="connsiteY22" fmla="*/ 146015 h 3219914"/>
              <a:gd name="connsiteX23" fmla="*/ 385899 w 1245410"/>
              <a:gd name="connsiteY23" fmla="*/ 210992 h 3219914"/>
              <a:gd name="connsiteX24" fmla="*/ 385899 w 1245410"/>
              <a:gd name="connsiteY24" fmla="*/ 275968 h 3219914"/>
              <a:gd name="connsiteX25" fmla="*/ 0 w 1245410"/>
              <a:gd name="connsiteY25" fmla="*/ 275968 h 3219914"/>
              <a:gd name="connsiteX26" fmla="*/ 0 w 1245410"/>
              <a:gd name="connsiteY26" fmla="*/ 210992 h 3219914"/>
              <a:gd name="connsiteX27" fmla="*/ 64977 w 1245410"/>
              <a:gd name="connsiteY27" fmla="*/ 146015 h 3219914"/>
              <a:gd name="connsiteX28" fmla="*/ 175009 w 1245410"/>
              <a:gd name="connsiteY28" fmla="*/ 146015 h 3219914"/>
              <a:gd name="connsiteX29" fmla="*/ 174103 w 1245410"/>
              <a:gd name="connsiteY29" fmla="*/ 141025 h 3219914"/>
              <a:gd name="connsiteX30" fmla="*/ 314849 w 1245410"/>
              <a:gd name="connsiteY30" fmla="*/ 2 h 3219914"/>
              <a:gd name="connsiteX31" fmla="*/ 314849 w 1245410"/>
              <a:gd name="connsiteY31" fmla="*/ 0 h 321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5410" h="3219914">
                <a:moveTo>
                  <a:pt x="314849" y="0"/>
                </a:moveTo>
                <a:lnTo>
                  <a:pt x="1116943" y="0"/>
                </a:lnTo>
                <a:lnTo>
                  <a:pt x="1158735" y="11039"/>
                </a:lnTo>
                <a:cubicBezTo>
                  <a:pt x="1208875" y="32370"/>
                  <a:pt x="1244346" y="82364"/>
                  <a:pt x="1245189" y="141026"/>
                </a:cubicBezTo>
                <a:cubicBezTo>
                  <a:pt x="1245032" y="141888"/>
                  <a:pt x="1244876" y="142751"/>
                  <a:pt x="1244719" y="143613"/>
                </a:cubicBezTo>
                <a:cubicBezTo>
                  <a:pt x="1244949" y="1122315"/>
                  <a:pt x="1245180" y="2101017"/>
                  <a:pt x="1245410" y="3079719"/>
                </a:cubicBezTo>
                <a:lnTo>
                  <a:pt x="1235283" y="3134011"/>
                </a:lnTo>
                <a:cubicBezTo>
                  <a:pt x="1213952" y="3184151"/>
                  <a:pt x="1163958" y="3217241"/>
                  <a:pt x="1105296" y="3218083"/>
                </a:cubicBezTo>
                <a:lnTo>
                  <a:pt x="1027510" y="3219914"/>
                </a:lnTo>
                <a:lnTo>
                  <a:pt x="1027510" y="3160676"/>
                </a:lnTo>
                <a:lnTo>
                  <a:pt x="1096959" y="3158295"/>
                </a:lnTo>
                <a:lnTo>
                  <a:pt x="1104363" y="3157596"/>
                </a:lnTo>
                <a:cubicBezTo>
                  <a:pt x="1137257" y="3157136"/>
                  <a:pt x="1165294" y="3137510"/>
                  <a:pt x="1177256" y="3109763"/>
                </a:cubicBezTo>
                <a:lnTo>
                  <a:pt x="1182740" y="3083141"/>
                </a:lnTo>
                <a:lnTo>
                  <a:pt x="1182740" y="149363"/>
                </a:lnTo>
                <a:cubicBezTo>
                  <a:pt x="1182600" y="146895"/>
                  <a:pt x="1182461" y="144427"/>
                  <a:pt x="1182321" y="141959"/>
                </a:cubicBezTo>
                <a:cubicBezTo>
                  <a:pt x="1181707" y="98100"/>
                  <a:pt x="1147021" y="62877"/>
                  <a:pt x="1104443" y="62877"/>
                </a:cubicBezTo>
                <a:lnTo>
                  <a:pt x="1104443" y="62670"/>
                </a:lnTo>
                <a:lnTo>
                  <a:pt x="314849" y="62670"/>
                </a:lnTo>
                <a:lnTo>
                  <a:pt x="314849" y="62876"/>
                </a:lnTo>
                <a:cubicBezTo>
                  <a:pt x="272271" y="62876"/>
                  <a:pt x="237585" y="98099"/>
                  <a:pt x="236971" y="141958"/>
                </a:cubicBezTo>
                <a:lnTo>
                  <a:pt x="237699" y="146015"/>
                </a:lnTo>
                <a:lnTo>
                  <a:pt x="320923" y="146015"/>
                </a:lnTo>
                <a:lnTo>
                  <a:pt x="385899" y="210992"/>
                </a:lnTo>
                <a:lnTo>
                  <a:pt x="385899" y="275968"/>
                </a:lnTo>
                <a:lnTo>
                  <a:pt x="0" y="275968"/>
                </a:lnTo>
                <a:lnTo>
                  <a:pt x="0" y="210992"/>
                </a:lnTo>
                <a:lnTo>
                  <a:pt x="64977" y="146015"/>
                </a:lnTo>
                <a:lnTo>
                  <a:pt x="175009" y="146015"/>
                </a:lnTo>
                <a:lnTo>
                  <a:pt x="174103" y="141025"/>
                </a:lnTo>
                <a:cubicBezTo>
                  <a:pt x="175227" y="62809"/>
                  <a:pt x="237911" y="2"/>
                  <a:pt x="314849" y="2"/>
                </a:cubicBezTo>
                <a:lnTo>
                  <a:pt x="314849" y="0"/>
                </a:lnTo>
                <a:close/>
              </a:path>
            </a:pathLst>
          </a:custGeom>
          <a:solidFill>
            <a:schemeClr val="tx1">
              <a:lumMod val="85000"/>
              <a:lumOff val="1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cxnSp>
        <p:nvCxnSpPr>
          <p:cNvPr id="1128" name="Straight Connector 1127">
            <a:extLst>
              <a:ext uri="{FF2B5EF4-FFF2-40B4-BE49-F238E27FC236}">
                <a16:creationId xmlns:a16="http://schemas.microsoft.com/office/drawing/2014/main" id="{F56D17E2-F3FE-4060-5587-DFE825C63D45}"/>
              </a:ext>
            </a:extLst>
          </p:cNvPr>
          <p:cNvCxnSpPr>
            <a:cxnSpLocks/>
          </p:cNvCxnSpPr>
          <p:nvPr/>
        </p:nvCxnSpPr>
        <p:spPr>
          <a:xfrm flipH="1">
            <a:off x="9810614" y="884127"/>
            <a:ext cx="2381" cy="621090"/>
          </a:xfrm>
          <a:prstGeom prst="line">
            <a:avLst/>
          </a:prstGeom>
        </p:spPr>
        <p:style>
          <a:lnRef idx="3">
            <a:schemeClr val="dk1"/>
          </a:lnRef>
          <a:fillRef idx="0">
            <a:schemeClr val="dk1"/>
          </a:fillRef>
          <a:effectRef idx="2">
            <a:schemeClr val="dk1"/>
          </a:effectRef>
          <a:fontRef idx="minor">
            <a:schemeClr val="tx1"/>
          </a:fontRef>
        </p:style>
      </p:cxnSp>
      <p:cxnSp>
        <p:nvCxnSpPr>
          <p:cNvPr id="1129" name="Straight Connector 1128">
            <a:extLst>
              <a:ext uri="{FF2B5EF4-FFF2-40B4-BE49-F238E27FC236}">
                <a16:creationId xmlns:a16="http://schemas.microsoft.com/office/drawing/2014/main" id="{934FB704-1430-05C0-CA96-DE4DA13FC400}"/>
              </a:ext>
            </a:extLst>
          </p:cNvPr>
          <p:cNvCxnSpPr>
            <a:cxnSpLocks/>
          </p:cNvCxnSpPr>
          <p:nvPr/>
        </p:nvCxnSpPr>
        <p:spPr>
          <a:xfrm flipH="1">
            <a:off x="10196513" y="881536"/>
            <a:ext cx="2381" cy="621090"/>
          </a:xfrm>
          <a:prstGeom prst="line">
            <a:avLst/>
          </a:prstGeom>
        </p:spPr>
        <p:style>
          <a:lnRef idx="3">
            <a:schemeClr val="dk1"/>
          </a:lnRef>
          <a:fillRef idx="0">
            <a:schemeClr val="dk1"/>
          </a:fillRef>
          <a:effectRef idx="2">
            <a:schemeClr val="dk1"/>
          </a:effectRef>
          <a:fontRef idx="minor">
            <a:schemeClr val="tx1"/>
          </a:fontRef>
        </p:style>
      </p:cxnSp>
      <p:sp>
        <p:nvSpPr>
          <p:cNvPr id="150" name="Freeform: Shape 1062">
            <a:extLst>
              <a:ext uri="{FF2B5EF4-FFF2-40B4-BE49-F238E27FC236}">
                <a16:creationId xmlns:a16="http://schemas.microsoft.com/office/drawing/2014/main" id="{787E894A-050A-4543-A05F-2C3DEBB68250}"/>
              </a:ext>
            </a:extLst>
          </p:cNvPr>
          <p:cNvSpPr/>
          <p:nvPr/>
        </p:nvSpPr>
        <p:spPr>
          <a:xfrm rot="16200000">
            <a:off x="10245613" y="1822325"/>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51" name="Group 150">
            <a:extLst>
              <a:ext uri="{FF2B5EF4-FFF2-40B4-BE49-F238E27FC236}">
                <a16:creationId xmlns:a16="http://schemas.microsoft.com/office/drawing/2014/main" id="{629490FD-85D3-41C2-97C6-F8BB67FE2702}"/>
              </a:ext>
            </a:extLst>
          </p:cNvPr>
          <p:cNvGrpSpPr/>
          <p:nvPr/>
        </p:nvGrpSpPr>
        <p:grpSpPr>
          <a:xfrm rot="16200000">
            <a:off x="10306784" y="1896666"/>
            <a:ext cx="154048" cy="154048"/>
            <a:chOff x="9053383" y="4015298"/>
            <a:chExt cx="178065" cy="178065"/>
          </a:xfrm>
        </p:grpSpPr>
        <p:sp>
          <p:nvSpPr>
            <p:cNvPr id="152" name="Flowchart: Summing Junction 151">
              <a:extLst>
                <a:ext uri="{FF2B5EF4-FFF2-40B4-BE49-F238E27FC236}">
                  <a16:creationId xmlns:a16="http://schemas.microsoft.com/office/drawing/2014/main" id="{412BF990-B02C-4642-BCF5-657F86B7A3C1}"/>
                </a:ext>
              </a:extLst>
            </p:cNvPr>
            <p:cNvSpPr/>
            <p:nvPr/>
          </p:nvSpPr>
          <p:spPr>
            <a:xfrm>
              <a:off x="9053383" y="4015298"/>
              <a:ext cx="178065" cy="178065"/>
            </a:xfrm>
            <a:prstGeom prst="flowChartSummingJuncti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3" name="Flowchart: Summing Junction 152">
              <a:extLst>
                <a:ext uri="{FF2B5EF4-FFF2-40B4-BE49-F238E27FC236}">
                  <a16:creationId xmlns:a16="http://schemas.microsoft.com/office/drawing/2014/main" id="{AEADF9A0-A35B-408F-BA95-655C20278768}"/>
                </a:ext>
              </a:extLst>
            </p:cNvPr>
            <p:cNvSpPr/>
            <p:nvPr/>
          </p:nvSpPr>
          <p:spPr>
            <a:xfrm rot="2719156">
              <a:off x="9053383" y="4015298"/>
              <a:ext cx="178065" cy="178065"/>
            </a:xfrm>
            <a:prstGeom prst="flowChartSummingJunction">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028" name="Picture 4" descr="Fan - Free electronics icons">
            <a:extLst>
              <a:ext uri="{FF2B5EF4-FFF2-40B4-BE49-F238E27FC236}">
                <a16:creationId xmlns:a16="http://schemas.microsoft.com/office/drawing/2014/main" id="{D1073D8A-0F03-4F0D-8920-DA98394C8F8A}"/>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10299137" y="1892361"/>
            <a:ext cx="169342" cy="169342"/>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164" descr="Create a Rain Animation Effect Using SpriteKit in SwiftUI | by Nikhil Vinod  | Better Programming">
            <a:extLst>
              <a:ext uri="{FF2B5EF4-FFF2-40B4-BE49-F238E27FC236}">
                <a16:creationId xmlns:a16="http://schemas.microsoft.com/office/drawing/2014/main" id="{B061B455-FA79-4966-B041-D1122071CD79}"/>
              </a:ext>
            </a:extLst>
          </p:cNvPr>
          <p:cNvPicPr>
            <a:picLocks noChangeAspect="1" noChangeArrowheads="1" noCrop="1"/>
          </p:cNvPicPr>
          <p:nvPr/>
        </p:nvPicPr>
        <p:blipFill>
          <a:blip r:embed="rId5" cstate="hqprint">
            <a:clrChange>
              <a:clrFrom>
                <a:srgbClr val="000000"/>
              </a:clrFrom>
              <a:clrTo>
                <a:srgbClr val="000000">
                  <a:alpha val="0"/>
                </a:srgbClr>
              </a:clrTo>
            </a:clrChange>
            <a:duotone>
              <a:prstClr val="black"/>
              <a:srgbClr val="FF0000">
                <a:tint val="45000"/>
                <a:satMod val="400000"/>
              </a:srgbClr>
            </a:duotone>
            <a:extLst>
              <a:ext uri="{28A0092B-C50C-407E-A947-70E740481C1C}">
                <a14:useLocalDpi xmlns:a14="http://schemas.microsoft.com/office/drawing/2010/main"/>
              </a:ext>
            </a:extLst>
          </a:blip>
          <a:srcRect l="1380" r="56821" b="63827"/>
          <a:stretch>
            <a:fillRect/>
          </a:stretch>
        </p:blipFill>
        <p:spPr bwMode="auto">
          <a:xfrm>
            <a:off x="9823698" y="948471"/>
            <a:ext cx="360197" cy="554152"/>
          </a:xfrm>
          <a:custGeom>
            <a:avLst/>
            <a:gdLst>
              <a:gd name="connsiteX0" fmla="*/ 0 w 360197"/>
              <a:gd name="connsiteY0" fmla="*/ 0 h 554152"/>
              <a:gd name="connsiteX1" fmla="*/ 360197 w 360197"/>
              <a:gd name="connsiteY1" fmla="*/ 0 h 554152"/>
              <a:gd name="connsiteX2" fmla="*/ 360197 w 360197"/>
              <a:gd name="connsiteY2" fmla="*/ 554152 h 554152"/>
              <a:gd name="connsiteX3" fmla="*/ 0 w 360197"/>
              <a:gd name="connsiteY3" fmla="*/ 554152 h 554152"/>
            </a:gdLst>
            <a:ahLst/>
            <a:cxnLst>
              <a:cxn ang="0">
                <a:pos x="connsiteX0" y="connsiteY0"/>
              </a:cxn>
              <a:cxn ang="0">
                <a:pos x="connsiteX1" y="connsiteY1"/>
              </a:cxn>
              <a:cxn ang="0">
                <a:pos x="connsiteX2" y="connsiteY2"/>
              </a:cxn>
              <a:cxn ang="0">
                <a:pos x="connsiteX3" y="connsiteY3"/>
              </a:cxn>
            </a:cxnLst>
            <a:rect l="l" t="t" r="r" b="b"/>
            <a:pathLst>
              <a:path w="360197" h="554152">
                <a:moveTo>
                  <a:pt x="0" y="0"/>
                </a:moveTo>
                <a:lnTo>
                  <a:pt x="360197" y="0"/>
                </a:lnTo>
                <a:lnTo>
                  <a:pt x="360197" y="554152"/>
                </a:lnTo>
                <a:lnTo>
                  <a:pt x="0" y="554152"/>
                </a:lnTo>
                <a:close/>
              </a:path>
            </a:pathLst>
          </a:cu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A4FBF5C6-4892-475D-A404-8512E88356D5}"/>
              </a:ext>
            </a:extLst>
          </p:cNvPr>
          <p:cNvCxnSpPr>
            <a:cxnSpLocks/>
          </p:cNvCxnSpPr>
          <p:nvPr/>
        </p:nvCxnSpPr>
        <p:spPr>
          <a:xfrm>
            <a:off x="10754396" y="3865831"/>
            <a:ext cx="172944" cy="0"/>
          </a:xfrm>
          <a:prstGeom prst="line">
            <a:avLst/>
          </a:prstGeom>
          <a:ln w="39370">
            <a:solidFill>
              <a:srgbClr val="262626"/>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146CB7E0-93DB-0290-961A-83A215A4371A}"/>
              </a:ext>
            </a:extLst>
          </p:cNvPr>
          <p:cNvSpPr/>
          <p:nvPr/>
        </p:nvSpPr>
        <p:spPr>
          <a:xfrm>
            <a:off x="6052663" y="4682691"/>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Oval 52">
            <a:extLst>
              <a:ext uri="{FF2B5EF4-FFF2-40B4-BE49-F238E27FC236}">
                <a16:creationId xmlns:a16="http://schemas.microsoft.com/office/drawing/2014/main" id="{10D9F5EF-A0FC-52A5-ABBA-8F93BE23E0EC}"/>
              </a:ext>
            </a:extLst>
          </p:cNvPr>
          <p:cNvSpPr/>
          <p:nvPr/>
        </p:nvSpPr>
        <p:spPr>
          <a:xfrm>
            <a:off x="6654448"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FA4E372B-C214-F86C-3891-DA803057602A}"/>
              </a:ext>
            </a:extLst>
          </p:cNvPr>
          <p:cNvSpPr/>
          <p:nvPr/>
        </p:nvSpPr>
        <p:spPr>
          <a:xfrm>
            <a:off x="8144020" y="468269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Flowchart: Summing Junction 54">
            <a:extLst>
              <a:ext uri="{FF2B5EF4-FFF2-40B4-BE49-F238E27FC236}">
                <a16:creationId xmlns:a16="http://schemas.microsoft.com/office/drawing/2014/main" id="{484075B4-04C2-0EEE-B147-903747D9E1A3}"/>
              </a:ext>
            </a:extLst>
          </p:cNvPr>
          <p:cNvSpPr/>
          <p:nvPr/>
        </p:nvSpPr>
        <p:spPr>
          <a:xfrm>
            <a:off x="6050621" y="4679122"/>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Summing Junction 55">
            <a:extLst>
              <a:ext uri="{FF2B5EF4-FFF2-40B4-BE49-F238E27FC236}">
                <a16:creationId xmlns:a16="http://schemas.microsoft.com/office/drawing/2014/main" id="{A14EE7D9-18B3-F4BE-67C3-C3EFB7E8D797}"/>
              </a:ext>
            </a:extLst>
          </p:cNvPr>
          <p:cNvSpPr/>
          <p:nvPr/>
        </p:nvSpPr>
        <p:spPr>
          <a:xfrm>
            <a:off x="6654807" y="4687505"/>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Summing Junction 56">
            <a:extLst>
              <a:ext uri="{FF2B5EF4-FFF2-40B4-BE49-F238E27FC236}">
                <a16:creationId xmlns:a16="http://schemas.microsoft.com/office/drawing/2014/main" id="{096DE0B9-6E25-EE00-40D0-228193803B4C}"/>
              </a:ext>
            </a:extLst>
          </p:cNvPr>
          <p:cNvSpPr/>
          <p:nvPr/>
        </p:nvSpPr>
        <p:spPr>
          <a:xfrm>
            <a:off x="8146835" y="468269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1221F8AF-548D-F017-0D1F-C4DF55FD036D}"/>
              </a:ext>
            </a:extLst>
          </p:cNvPr>
          <p:cNvSpPr/>
          <p:nvPr/>
        </p:nvSpPr>
        <p:spPr>
          <a:xfrm>
            <a:off x="3521934" y="4663797"/>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Summing Junction 71">
            <a:extLst>
              <a:ext uri="{FF2B5EF4-FFF2-40B4-BE49-F238E27FC236}">
                <a16:creationId xmlns:a16="http://schemas.microsoft.com/office/drawing/2014/main" id="{68F4B66D-A7DA-D8CA-ED60-62D41F12D458}"/>
              </a:ext>
            </a:extLst>
          </p:cNvPr>
          <p:cNvSpPr/>
          <p:nvPr/>
        </p:nvSpPr>
        <p:spPr>
          <a:xfrm>
            <a:off x="3519892" y="4660228"/>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5FC2FC9F-0316-A2A3-573D-772FC6771384}"/>
              </a:ext>
            </a:extLst>
          </p:cNvPr>
          <p:cNvSpPr/>
          <p:nvPr/>
        </p:nvSpPr>
        <p:spPr>
          <a:xfrm>
            <a:off x="3363716" y="4659263"/>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Flowchart: Summing Junction 73">
            <a:extLst>
              <a:ext uri="{FF2B5EF4-FFF2-40B4-BE49-F238E27FC236}">
                <a16:creationId xmlns:a16="http://schemas.microsoft.com/office/drawing/2014/main" id="{47D508BE-A8DB-71E8-887B-28B52F28A9E2}"/>
              </a:ext>
            </a:extLst>
          </p:cNvPr>
          <p:cNvSpPr/>
          <p:nvPr/>
        </p:nvSpPr>
        <p:spPr>
          <a:xfrm>
            <a:off x="3362309" y="4663400"/>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7CAAFF6-4A30-E555-2DF2-3AC686A6D0DB}"/>
              </a:ext>
            </a:extLst>
          </p:cNvPr>
          <p:cNvSpPr/>
          <p:nvPr/>
        </p:nvSpPr>
        <p:spPr>
          <a:xfrm>
            <a:off x="2449375" y="4686540"/>
            <a:ext cx="86673" cy="86673"/>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Flowchart: Summing Junction 76">
            <a:extLst>
              <a:ext uri="{FF2B5EF4-FFF2-40B4-BE49-F238E27FC236}">
                <a16:creationId xmlns:a16="http://schemas.microsoft.com/office/drawing/2014/main" id="{E139F2C4-78E2-07CB-4D98-8B741C965A39}"/>
              </a:ext>
            </a:extLst>
          </p:cNvPr>
          <p:cNvSpPr/>
          <p:nvPr/>
        </p:nvSpPr>
        <p:spPr>
          <a:xfrm>
            <a:off x="2447333" y="4682971"/>
            <a:ext cx="87694" cy="85708"/>
          </a:xfrm>
          <a:prstGeom prst="flowChartSummingJunction">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Arrow: Right 181">
            <a:extLst>
              <a:ext uri="{FF2B5EF4-FFF2-40B4-BE49-F238E27FC236}">
                <a16:creationId xmlns:a16="http://schemas.microsoft.com/office/drawing/2014/main" id="{571CEDCC-8743-443A-8C4E-2BA09B634E68}"/>
              </a:ext>
            </a:extLst>
          </p:cNvPr>
          <p:cNvSpPr/>
          <p:nvPr/>
        </p:nvSpPr>
        <p:spPr>
          <a:xfrm rot="19348258">
            <a:off x="6444852" y="387754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Arrow: Right 183">
            <a:extLst>
              <a:ext uri="{FF2B5EF4-FFF2-40B4-BE49-F238E27FC236}">
                <a16:creationId xmlns:a16="http://schemas.microsoft.com/office/drawing/2014/main" id="{BE4F6D3D-7417-46B0-A2ED-4FD24B7E9F51}"/>
              </a:ext>
            </a:extLst>
          </p:cNvPr>
          <p:cNvSpPr/>
          <p:nvPr/>
        </p:nvSpPr>
        <p:spPr>
          <a:xfrm rot="16200000">
            <a:off x="6740276" y="33070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Arrow: Right 185">
            <a:extLst>
              <a:ext uri="{FF2B5EF4-FFF2-40B4-BE49-F238E27FC236}">
                <a16:creationId xmlns:a16="http://schemas.microsoft.com/office/drawing/2014/main" id="{7D3AE25B-0F1C-4824-9244-90F2688522FB}"/>
              </a:ext>
            </a:extLst>
          </p:cNvPr>
          <p:cNvSpPr/>
          <p:nvPr/>
        </p:nvSpPr>
        <p:spPr>
          <a:xfrm rot="13569521">
            <a:off x="6509518" y="267642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Shape 28">
            <a:extLst>
              <a:ext uri="{FF2B5EF4-FFF2-40B4-BE49-F238E27FC236}">
                <a16:creationId xmlns:a16="http://schemas.microsoft.com/office/drawing/2014/main" id="{0A19C73A-6291-9050-BFBC-4D9D06891A07}"/>
              </a:ext>
            </a:extLst>
          </p:cNvPr>
          <p:cNvSpPr/>
          <p:nvPr/>
        </p:nvSpPr>
        <p:spPr>
          <a:xfrm>
            <a:off x="4438235" y="1879560"/>
            <a:ext cx="1251300" cy="1413780"/>
          </a:xfrm>
          <a:custGeom>
            <a:avLst/>
            <a:gdLst>
              <a:gd name="connsiteX0" fmla="*/ 66641 w 867920"/>
              <a:gd name="connsiteY0" fmla="*/ 0 h 1413780"/>
              <a:gd name="connsiteX1" fmla="*/ 867920 w 867920"/>
              <a:gd name="connsiteY1" fmla="*/ 0 h 1413780"/>
              <a:gd name="connsiteX2" fmla="*/ 867920 w 867920"/>
              <a:gd name="connsiteY2" fmla="*/ 85198 h 1413780"/>
              <a:gd name="connsiteX3" fmla="*/ 85198 w 867920"/>
              <a:gd name="connsiteY3" fmla="*/ 85198 h 1413780"/>
              <a:gd name="connsiteX4" fmla="*/ 85198 w 867920"/>
              <a:gd name="connsiteY4" fmla="*/ 1413780 h 1413780"/>
              <a:gd name="connsiteX5" fmla="*/ 0 w 867920"/>
              <a:gd name="connsiteY5" fmla="*/ 1413780 h 1413780"/>
              <a:gd name="connsiteX6" fmla="*/ 0 w 867920"/>
              <a:gd name="connsiteY6" fmla="*/ 1 h 1413780"/>
              <a:gd name="connsiteX7" fmla="*/ 66641 w 867920"/>
              <a:gd name="connsiteY7" fmla="*/ 1 h 1413780"/>
              <a:gd name="connsiteX0" fmla="*/ 66641 w 1237013"/>
              <a:gd name="connsiteY0" fmla="*/ 0 h 1413780"/>
              <a:gd name="connsiteX1" fmla="*/ 1237013 w 1237013"/>
              <a:gd name="connsiteY1" fmla="*/ 0 h 1413780"/>
              <a:gd name="connsiteX2" fmla="*/ 86792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39395"/>
              <a:gd name="connsiteY0" fmla="*/ 0 h 1413780"/>
              <a:gd name="connsiteX1" fmla="*/ 1237013 w 1239395"/>
              <a:gd name="connsiteY1" fmla="*/ 0 h 1413780"/>
              <a:gd name="connsiteX2" fmla="*/ 1239395 w 1239395"/>
              <a:gd name="connsiteY2" fmla="*/ 87579 h 1413780"/>
              <a:gd name="connsiteX3" fmla="*/ 85198 w 1239395"/>
              <a:gd name="connsiteY3" fmla="*/ 85198 h 1413780"/>
              <a:gd name="connsiteX4" fmla="*/ 85198 w 1239395"/>
              <a:gd name="connsiteY4" fmla="*/ 1413780 h 1413780"/>
              <a:gd name="connsiteX5" fmla="*/ 0 w 1239395"/>
              <a:gd name="connsiteY5" fmla="*/ 1413780 h 1413780"/>
              <a:gd name="connsiteX6" fmla="*/ 0 w 1239395"/>
              <a:gd name="connsiteY6" fmla="*/ 1 h 1413780"/>
              <a:gd name="connsiteX7" fmla="*/ 66641 w 1239395"/>
              <a:gd name="connsiteY7" fmla="*/ 1 h 1413780"/>
              <a:gd name="connsiteX8" fmla="*/ 66641 w 1239395"/>
              <a:gd name="connsiteY8" fmla="*/ 0 h 1413780"/>
              <a:gd name="connsiteX0" fmla="*/ 66641 w 1237013"/>
              <a:gd name="connsiteY0" fmla="*/ 0 h 1413780"/>
              <a:gd name="connsiteX1" fmla="*/ 1237013 w 1237013"/>
              <a:gd name="connsiteY1" fmla="*/ 0 h 1413780"/>
              <a:gd name="connsiteX2" fmla="*/ 1229870 w 1237013"/>
              <a:gd name="connsiteY2" fmla="*/ 85198 h 1413780"/>
              <a:gd name="connsiteX3" fmla="*/ 85198 w 1237013"/>
              <a:gd name="connsiteY3" fmla="*/ 85198 h 1413780"/>
              <a:gd name="connsiteX4" fmla="*/ 85198 w 1237013"/>
              <a:gd name="connsiteY4" fmla="*/ 1413780 h 1413780"/>
              <a:gd name="connsiteX5" fmla="*/ 0 w 1237013"/>
              <a:gd name="connsiteY5" fmla="*/ 1413780 h 1413780"/>
              <a:gd name="connsiteX6" fmla="*/ 0 w 1237013"/>
              <a:gd name="connsiteY6" fmla="*/ 1 h 1413780"/>
              <a:gd name="connsiteX7" fmla="*/ 66641 w 1237013"/>
              <a:gd name="connsiteY7" fmla="*/ 1 h 1413780"/>
              <a:gd name="connsiteX8" fmla="*/ 66641 w 1237013"/>
              <a:gd name="connsiteY8" fmla="*/ 0 h 1413780"/>
              <a:gd name="connsiteX0" fmla="*/ 66641 w 1248920"/>
              <a:gd name="connsiteY0" fmla="*/ 0 h 1413780"/>
              <a:gd name="connsiteX1" fmla="*/ 1237013 w 1248920"/>
              <a:gd name="connsiteY1" fmla="*/ 0 h 1413780"/>
              <a:gd name="connsiteX2" fmla="*/ 1248920 w 1248920"/>
              <a:gd name="connsiteY2" fmla="*/ 82817 h 1413780"/>
              <a:gd name="connsiteX3" fmla="*/ 85198 w 1248920"/>
              <a:gd name="connsiteY3" fmla="*/ 85198 h 1413780"/>
              <a:gd name="connsiteX4" fmla="*/ 85198 w 1248920"/>
              <a:gd name="connsiteY4" fmla="*/ 1413780 h 1413780"/>
              <a:gd name="connsiteX5" fmla="*/ 0 w 1248920"/>
              <a:gd name="connsiteY5" fmla="*/ 1413780 h 1413780"/>
              <a:gd name="connsiteX6" fmla="*/ 0 w 1248920"/>
              <a:gd name="connsiteY6" fmla="*/ 1 h 1413780"/>
              <a:gd name="connsiteX7" fmla="*/ 66641 w 1248920"/>
              <a:gd name="connsiteY7" fmla="*/ 1 h 1413780"/>
              <a:gd name="connsiteX8" fmla="*/ 66641 w 1248920"/>
              <a:gd name="connsiteY8" fmla="*/ 0 h 1413780"/>
              <a:gd name="connsiteX0" fmla="*/ 66641 w 1251300"/>
              <a:gd name="connsiteY0" fmla="*/ 0 h 1413780"/>
              <a:gd name="connsiteX1" fmla="*/ 1251300 w 1251300"/>
              <a:gd name="connsiteY1" fmla="*/ 0 h 1413780"/>
              <a:gd name="connsiteX2" fmla="*/ 1248920 w 1251300"/>
              <a:gd name="connsiteY2" fmla="*/ 82817 h 1413780"/>
              <a:gd name="connsiteX3" fmla="*/ 85198 w 1251300"/>
              <a:gd name="connsiteY3" fmla="*/ 85198 h 1413780"/>
              <a:gd name="connsiteX4" fmla="*/ 85198 w 1251300"/>
              <a:gd name="connsiteY4" fmla="*/ 1413780 h 1413780"/>
              <a:gd name="connsiteX5" fmla="*/ 0 w 1251300"/>
              <a:gd name="connsiteY5" fmla="*/ 1413780 h 1413780"/>
              <a:gd name="connsiteX6" fmla="*/ 0 w 1251300"/>
              <a:gd name="connsiteY6" fmla="*/ 1 h 1413780"/>
              <a:gd name="connsiteX7" fmla="*/ 66641 w 1251300"/>
              <a:gd name="connsiteY7" fmla="*/ 1 h 1413780"/>
              <a:gd name="connsiteX8" fmla="*/ 66641 w 1251300"/>
              <a:gd name="connsiteY8" fmla="*/ 0 h 141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1300" h="1413780">
                <a:moveTo>
                  <a:pt x="66641" y="0"/>
                </a:moveTo>
                <a:lnTo>
                  <a:pt x="1251300" y="0"/>
                </a:lnTo>
                <a:cubicBezTo>
                  <a:pt x="1250507" y="27606"/>
                  <a:pt x="1249713" y="55211"/>
                  <a:pt x="1248920" y="82817"/>
                </a:cubicBezTo>
                <a:lnTo>
                  <a:pt x="85198" y="85198"/>
                </a:lnTo>
                <a:lnTo>
                  <a:pt x="85198" y="1413780"/>
                </a:lnTo>
                <a:lnTo>
                  <a:pt x="0" y="1413780"/>
                </a:lnTo>
                <a:lnTo>
                  <a:pt x="0" y="1"/>
                </a:lnTo>
                <a:lnTo>
                  <a:pt x="66641" y="1"/>
                </a:lnTo>
                <a:lnTo>
                  <a:pt x="66641" y="0"/>
                </a:lnTo>
                <a:close/>
              </a:path>
            </a:pathLst>
          </a:custGeom>
          <a:gradFill>
            <a:gsLst>
              <a:gs pos="3000">
                <a:schemeClr val="bg1"/>
              </a:gs>
              <a:gs pos="0">
                <a:schemeClr val="bg1"/>
              </a:gs>
              <a:gs pos="4000">
                <a:srgbClr val="00AEEF"/>
              </a:gs>
              <a:gs pos="100000">
                <a:srgbClr val="0082C2"/>
              </a:gs>
            </a:gsLst>
            <a:lin ang="5400000" scaled="1"/>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8" name="Arrow: Right 187">
            <a:extLst>
              <a:ext uri="{FF2B5EF4-FFF2-40B4-BE49-F238E27FC236}">
                <a16:creationId xmlns:a16="http://schemas.microsoft.com/office/drawing/2014/main" id="{8DE6010F-94EC-40BB-9DAA-16E84EFD151F}"/>
              </a:ext>
            </a:extLst>
          </p:cNvPr>
          <p:cNvSpPr/>
          <p:nvPr/>
        </p:nvSpPr>
        <p:spPr>
          <a:xfrm rot="14005496">
            <a:off x="6067905" y="236527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Arrow: Right 188">
            <a:extLst>
              <a:ext uri="{FF2B5EF4-FFF2-40B4-BE49-F238E27FC236}">
                <a16:creationId xmlns:a16="http://schemas.microsoft.com/office/drawing/2014/main" id="{14934A67-05D9-4B25-B88F-33BEB9A8E054}"/>
              </a:ext>
            </a:extLst>
          </p:cNvPr>
          <p:cNvSpPr/>
          <p:nvPr/>
        </p:nvSpPr>
        <p:spPr>
          <a:xfrm rot="21161931">
            <a:off x="6097501" y="220565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Arrow: Right 190">
            <a:extLst>
              <a:ext uri="{FF2B5EF4-FFF2-40B4-BE49-F238E27FC236}">
                <a16:creationId xmlns:a16="http://schemas.microsoft.com/office/drawing/2014/main" id="{6DC055B2-B8F7-4AE6-9217-27D83C0EF8A1}"/>
              </a:ext>
            </a:extLst>
          </p:cNvPr>
          <p:cNvSpPr/>
          <p:nvPr/>
        </p:nvSpPr>
        <p:spPr>
          <a:xfrm>
            <a:off x="6663465" y="22007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Arrow: Right 191">
            <a:extLst>
              <a:ext uri="{FF2B5EF4-FFF2-40B4-BE49-F238E27FC236}">
                <a16:creationId xmlns:a16="http://schemas.microsoft.com/office/drawing/2014/main" id="{3A787989-E642-4681-A7D8-22B18611B8E3}"/>
              </a:ext>
            </a:extLst>
          </p:cNvPr>
          <p:cNvSpPr/>
          <p:nvPr/>
        </p:nvSpPr>
        <p:spPr>
          <a:xfrm rot="5400000">
            <a:off x="6950300" y="22812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Arrow: Right 193">
            <a:extLst>
              <a:ext uri="{FF2B5EF4-FFF2-40B4-BE49-F238E27FC236}">
                <a16:creationId xmlns:a16="http://schemas.microsoft.com/office/drawing/2014/main" id="{3A562B12-B8DB-4EB1-9390-62994BDD87E0}"/>
              </a:ext>
            </a:extLst>
          </p:cNvPr>
          <p:cNvSpPr/>
          <p:nvPr/>
        </p:nvSpPr>
        <p:spPr>
          <a:xfrm rot="5400000">
            <a:off x="6949107" y="28184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Arrow: Right 195">
            <a:extLst>
              <a:ext uri="{FF2B5EF4-FFF2-40B4-BE49-F238E27FC236}">
                <a16:creationId xmlns:a16="http://schemas.microsoft.com/office/drawing/2014/main" id="{3118E2E1-C14C-4612-91B7-6AC0E22A2D11}"/>
              </a:ext>
            </a:extLst>
          </p:cNvPr>
          <p:cNvSpPr/>
          <p:nvPr/>
        </p:nvSpPr>
        <p:spPr>
          <a:xfrm rot="5400000">
            <a:off x="6947665" y="336859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Arrow: Right 197">
            <a:extLst>
              <a:ext uri="{FF2B5EF4-FFF2-40B4-BE49-F238E27FC236}">
                <a16:creationId xmlns:a16="http://schemas.microsoft.com/office/drawing/2014/main" id="{EF04FBED-C57C-4403-8710-46135EBC9222}"/>
              </a:ext>
            </a:extLst>
          </p:cNvPr>
          <p:cNvSpPr/>
          <p:nvPr/>
        </p:nvSpPr>
        <p:spPr>
          <a:xfrm rot="5400000">
            <a:off x="6949086" y="388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Arrow: Right 200">
            <a:extLst>
              <a:ext uri="{FF2B5EF4-FFF2-40B4-BE49-F238E27FC236}">
                <a16:creationId xmlns:a16="http://schemas.microsoft.com/office/drawing/2014/main" id="{BAC43284-FD76-464A-8CA1-69048E8D1433}"/>
              </a:ext>
            </a:extLst>
          </p:cNvPr>
          <p:cNvSpPr/>
          <p:nvPr/>
        </p:nvSpPr>
        <p:spPr>
          <a:xfrm rot="10800000">
            <a:off x="6848433" y="42868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Arrow: Right 201">
            <a:extLst>
              <a:ext uri="{FF2B5EF4-FFF2-40B4-BE49-F238E27FC236}">
                <a16:creationId xmlns:a16="http://schemas.microsoft.com/office/drawing/2014/main" id="{F32404B6-9013-47F9-B56C-C3058FDE43EC}"/>
              </a:ext>
            </a:extLst>
          </p:cNvPr>
          <p:cNvSpPr/>
          <p:nvPr/>
        </p:nvSpPr>
        <p:spPr>
          <a:xfrm rot="10800000">
            <a:off x="6330632" y="4286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Arrow: Right 203">
            <a:extLst>
              <a:ext uri="{FF2B5EF4-FFF2-40B4-BE49-F238E27FC236}">
                <a16:creationId xmlns:a16="http://schemas.microsoft.com/office/drawing/2014/main" id="{2F9E6593-DBB9-4BBB-9C41-4D857D2106B4}"/>
              </a:ext>
            </a:extLst>
          </p:cNvPr>
          <p:cNvSpPr/>
          <p:nvPr/>
        </p:nvSpPr>
        <p:spPr>
          <a:xfrm rot="17640751">
            <a:off x="6028795" y="415982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Arrow: Right 206">
            <a:extLst>
              <a:ext uri="{FF2B5EF4-FFF2-40B4-BE49-F238E27FC236}">
                <a16:creationId xmlns:a16="http://schemas.microsoft.com/office/drawing/2014/main" id="{D9679E0B-555A-4DB5-8DE1-FA736A9BB352}"/>
              </a:ext>
            </a:extLst>
          </p:cNvPr>
          <p:cNvSpPr/>
          <p:nvPr/>
        </p:nvSpPr>
        <p:spPr>
          <a:xfrm rot="2251742" flipH="1">
            <a:off x="4962411" y="386905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Arrow: Right 208">
            <a:extLst>
              <a:ext uri="{FF2B5EF4-FFF2-40B4-BE49-F238E27FC236}">
                <a16:creationId xmlns:a16="http://schemas.microsoft.com/office/drawing/2014/main" id="{D157D870-2744-4207-B252-489C871F57F6}"/>
              </a:ext>
            </a:extLst>
          </p:cNvPr>
          <p:cNvSpPr/>
          <p:nvPr/>
        </p:nvSpPr>
        <p:spPr>
          <a:xfrm rot="5400000" flipH="1">
            <a:off x="4666987" y="329854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Arrow: Right 210">
            <a:extLst>
              <a:ext uri="{FF2B5EF4-FFF2-40B4-BE49-F238E27FC236}">
                <a16:creationId xmlns:a16="http://schemas.microsoft.com/office/drawing/2014/main" id="{9EED6814-0DEC-4FDA-8B68-170F41ED003B}"/>
              </a:ext>
            </a:extLst>
          </p:cNvPr>
          <p:cNvSpPr/>
          <p:nvPr/>
        </p:nvSpPr>
        <p:spPr>
          <a:xfrm rot="8030479" flipH="1">
            <a:off x="4897745" y="26679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Arrow: Right 212">
            <a:extLst>
              <a:ext uri="{FF2B5EF4-FFF2-40B4-BE49-F238E27FC236}">
                <a16:creationId xmlns:a16="http://schemas.microsoft.com/office/drawing/2014/main" id="{761A192F-1716-45E0-BCE1-C372AB6040F8}"/>
              </a:ext>
            </a:extLst>
          </p:cNvPr>
          <p:cNvSpPr/>
          <p:nvPr/>
        </p:nvSpPr>
        <p:spPr>
          <a:xfrm rot="7594504" flipH="1">
            <a:off x="5339358" y="23567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Arrow: Right 213">
            <a:extLst>
              <a:ext uri="{FF2B5EF4-FFF2-40B4-BE49-F238E27FC236}">
                <a16:creationId xmlns:a16="http://schemas.microsoft.com/office/drawing/2014/main" id="{BB2153E5-A852-4C5F-9D88-A294EE306EA1}"/>
              </a:ext>
            </a:extLst>
          </p:cNvPr>
          <p:cNvSpPr/>
          <p:nvPr/>
        </p:nvSpPr>
        <p:spPr>
          <a:xfrm rot="3959249" flipH="1">
            <a:off x="5378468" y="415132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Right 2">
            <a:extLst>
              <a:ext uri="{FF2B5EF4-FFF2-40B4-BE49-F238E27FC236}">
                <a16:creationId xmlns:a16="http://schemas.microsoft.com/office/drawing/2014/main" id="{C20ABBE3-52AE-D9FA-C1F0-02E0A15789CA}"/>
              </a:ext>
            </a:extLst>
          </p:cNvPr>
          <p:cNvSpPr/>
          <p:nvPr/>
        </p:nvSpPr>
        <p:spPr>
          <a:xfrm rot="16200000" flipV="1">
            <a:off x="3866853" y="28720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D6D7D928-6286-BC01-3B42-94DB34D46963}"/>
              </a:ext>
            </a:extLst>
          </p:cNvPr>
          <p:cNvSpPr/>
          <p:nvPr/>
        </p:nvSpPr>
        <p:spPr>
          <a:xfrm rot="16200000" flipV="1">
            <a:off x="3865660" y="34092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id="{2EBE2A42-6EE4-3CC2-CC48-FBADE45991B5}"/>
              </a:ext>
            </a:extLst>
          </p:cNvPr>
          <p:cNvSpPr/>
          <p:nvPr/>
        </p:nvSpPr>
        <p:spPr>
          <a:xfrm rot="16200000" flipV="1">
            <a:off x="3864218" y="395930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B5AB2CF7-0BAF-4EF6-53CF-D58CC5C448EF}"/>
              </a:ext>
            </a:extLst>
          </p:cNvPr>
          <p:cNvSpPr/>
          <p:nvPr/>
        </p:nvSpPr>
        <p:spPr>
          <a:xfrm rot="16200000" flipV="1">
            <a:off x="3865639" y="447556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5" name="Freeform: Shape 1074">
            <a:extLst>
              <a:ext uri="{FF2B5EF4-FFF2-40B4-BE49-F238E27FC236}">
                <a16:creationId xmlns:a16="http://schemas.microsoft.com/office/drawing/2014/main" id="{9B5136AE-D6EF-A1EB-0EE8-71095CB94BD4}"/>
              </a:ext>
            </a:extLst>
          </p:cNvPr>
          <p:cNvSpPr/>
          <p:nvPr/>
        </p:nvSpPr>
        <p:spPr>
          <a:xfrm rot="16200000">
            <a:off x="4283711" y="3282889"/>
            <a:ext cx="289560" cy="225542"/>
          </a:xfrm>
          <a:custGeom>
            <a:avLst/>
            <a:gdLst>
              <a:gd name="connsiteX0" fmla="*/ 936172 w 2572657"/>
              <a:gd name="connsiteY0" fmla="*/ 0 h 2003879"/>
              <a:gd name="connsiteX1" fmla="*/ 1872344 w 2572657"/>
              <a:gd name="connsiteY1" fmla="*/ 936172 h 2003879"/>
              <a:gd name="connsiteX2" fmla="*/ 1867510 w 2572657"/>
              <a:gd name="connsiteY2" fmla="*/ 1031890 h 2003879"/>
              <a:gd name="connsiteX3" fmla="*/ 1853876 w 2572657"/>
              <a:gd name="connsiteY3" fmla="*/ 1121229 h 2003879"/>
              <a:gd name="connsiteX4" fmla="*/ 2115457 w 2572657"/>
              <a:gd name="connsiteY4" fmla="*/ 1121229 h 2003879"/>
              <a:gd name="connsiteX5" fmla="*/ 2115457 w 2572657"/>
              <a:gd name="connsiteY5" fmla="*/ 975179 h 2003879"/>
              <a:gd name="connsiteX6" fmla="*/ 2572657 w 2572657"/>
              <a:gd name="connsiteY6" fmla="*/ 975179 h 2003879"/>
              <a:gd name="connsiteX7" fmla="*/ 2572657 w 2572657"/>
              <a:gd name="connsiteY7" fmla="*/ 2003879 h 2003879"/>
              <a:gd name="connsiteX8" fmla="*/ 2115457 w 2572657"/>
              <a:gd name="connsiteY8" fmla="*/ 2003879 h 2003879"/>
              <a:gd name="connsiteX9" fmla="*/ 2115457 w 2572657"/>
              <a:gd name="connsiteY9" fmla="*/ 1872343 h 2003879"/>
              <a:gd name="connsiteX10" fmla="*/ 936192 w 2572657"/>
              <a:gd name="connsiteY10" fmla="*/ 1872343 h 2003879"/>
              <a:gd name="connsiteX11" fmla="*/ 936172 w 2572657"/>
              <a:gd name="connsiteY11" fmla="*/ 1872344 h 2003879"/>
              <a:gd name="connsiteX12" fmla="*/ 936152 w 2572657"/>
              <a:gd name="connsiteY12" fmla="*/ 1872343 h 2003879"/>
              <a:gd name="connsiteX13" fmla="*/ 864507 w 2572657"/>
              <a:gd name="connsiteY13" fmla="*/ 1872343 h 2003879"/>
              <a:gd name="connsiteX14" fmla="*/ 864507 w 2572657"/>
              <a:gd name="connsiteY14" fmla="*/ 1868725 h 2003879"/>
              <a:gd name="connsiteX15" fmla="*/ 840454 w 2572657"/>
              <a:gd name="connsiteY15" fmla="*/ 1867511 h 2003879"/>
              <a:gd name="connsiteX16" fmla="*/ 0 w 2572657"/>
              <a:gd name="connsiteY16" fmla="*/ 936172 h 2003879"/>
              <a:gd name="connsiteX17" fmla="*/ 936172 w 2572657"/>
              <a:gd name="connsiteY17" fmla="*/ 0 h 20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2657" h="2003879">
                <a:moveTo>
                  <a:pt x="936172" y="0"/>
                </a:moveTo>
                <a:cubicBezTo>
                  <a:pt x="1453206" y="0"/>
                  <a:pt x="1872344" y="419138"/>
                  <a:pt x="1872344" y="936172"/>
                </a:cubicBezTo>
                <a:cubicBezTo>
                  <a:pt x="1872344" y="968487"/>
                  <a:pt x="1870706" y="1000419"/>
                  <a:pt x="1867510" y="1031890"/>
                </a:cubicBezTo>
                <a:lnTo>
                  <a:pt x="1853876" y="1121229"/>
                </a:lnTo>
                <a:lnTo>
                  <a:pt x="2115457" y="1121229"/>
                </a:lnTo>
                <a:lnTo>
                  <a:pt x="2115457" y="975179"/>
                </a:lnTo>
                <a:lnTo>
                  <a:pt x="2572657" y="975179"/>
                </a:lnTo>
                <a:lnTo>
                  <a:pt x="2572657" y="2003879"/>
                </a:lnTo>
                <a:lnTo>
                  <a:pt x="2115457" y="2003879"/>
                </a:lnTo>
                <a:lnTo>
                  <a:pt x="2115457" y="1872343"/>
                </a:lnTo>
                <a:lnTo>
                  <a:pt x="936192" y="1872343"/>
                </a:lnTo>
                <a:lnTo>
                  <a:pt x="936172" y="1872344"/>
                </a:lnTo>
                <a:lnTo>
                  <a:pt x="936152" y="1872343"/>
                </a:lnTo>
                <a:lnTo>
                  <a:pt x="864507" y="1872343"/>
                </a:lnTo>
                <a:lnTo>
                  <a:pt x="864507" y="1868725"/>
                </a:lnTo>
                <a:lnTo>
                  <a:pt x="840454" y="1867511"/>
                </a:lnTo>
                <a:cubicBezTo>
                  <a:pt x="368383" y="1819569"/>
                  <a:pt x="0" y="1420891"/>
                  <a:pt x="0" y="936172"/>
                </a:cubicBezTo>
                <a:cubicBezTo>
                  <a:pt x="0" y="419138"/>
                  <a:pt x="419138" y="0"/>
                  <a:pt x="936172" y="0"/>
                </a:cubicBezTo>
                <a:close/>
              </a:path>
            </a:pathLst>
          </a:custGeom>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AF41D91D-EF99-4C2B-92B3-489ED8277610}"/>
              </a:ext>
            </a:extLst>
          </p:cNvPr>
          <p:cNvGrpSpPr/>
          <p:nvPr/>
        </p:nvGrpSpPr>
        <p:grpSpPr>
          <a:xfrm>
            <a:off x="4332873" y="3345222"/>
            <a:ext cx="178065" cy="178065"/>
            <a:chOff x="4332873" y="3345222"/>
            <a:chExt cx="178065" cy="178065"/>
          </a:xfrm>
        </p:grpSpPr>
        <p:sp>
          <p:nvSpPr>
            <p:cNvPr id="1076" name="Flowchart: Summing Junction 1075">
              <a:extLst>
                <a:ext uri="{FF2B5EF4-FFF2-40B4-BE49-F238E27FC236}">
                  <a16:creationId xmlns:a16="http://schemas.microsoft.com/office/drawing/2014/main" id="{15D91458-AFCF-FD29-67D5-90D6A83147E5}"/>
                </a:ext>
              </a:extLst>
            </p:cNvPr>
            <p:cNvSpPr/>
            <p:nvPr/>
          </p:nvSpPr>
          <p:spPr>
            <a:xfrm rot="16200000">
              <a:off x="4332873" y="3345222"/>
              <a:ext cx="178065" cy="178065"/>
            </a:xfrm>
            <a:prstGeom prst="flowChartSummingJunct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7" name="Flowchart: Summing Junction 1076">
              <a:extLst>
                <a:ext uri="{FF2B5EF4-FFF2-40B4-BE49-F238E27FC236}">
                  <a16:creationId xmlns:a16="http://schemas.microsoft.com/office/drawing/2014/main" id="{7FD5CA5D-6521-09C8-5017-FE3DD0212BEF}"/>
                </a:ext>
              </a:extLst>
            </p:cNvPr>
            <p:cNvSpPr/>
            <p:nvPr/>
          </p:nvSpPr>
          <p:spPr>
            <a:xfrm rot="18919156">
              <a:off x="4332873" y="3345222"/>
              <a:ext cx="178065" cy="178065"/>
            </a:xfrm>
            <a:prstGeom prst="flowChartSummingJunct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171" name="Straight Connector 170">
            <a:extLst>
              <a:ext uri="{FF2B5EF4-FFF2-40B4-BE49-F238E27FC236}">
                <a16:creationId xmlns:a16="http://schemas.microsoft.com/office/drawing/2014/main" id="{E9251897-5402-410F-8F9E-C459AC1D1039}"/>
              </a:ext>
            </a:extLst>
          </p:cNvPr>
          <p:cNvCxnSpPr>
            <a:cxnSpLocks/>
          </p:cNvCxnSpPr>
          <p:nvPr/>
        </p:nvCxnSpPr>
        <p:spPr>
          <a:xfrm flipH="1" flipV="1">
            <a:off x="5653088" y="1921669"/>
            <a:ext cx="64470" cy="76"/>
          </a:xfrm>
          <a:prstGeom prst="line">
            <a:avLst/>
          </a:prstGeom>
          <a:ln w="41910">
            <a:solidFill>
              <a:schemeClr val="bg1"/>
            </a:solidFill>
          </a:ln>
        </p:spPr>
        <p:style>
          <a:lnRef idx="2">
            <a:schemeClr val="accent1"/>
          </a:lnRef>
          <a:fillRef idx="0">
            <a:schemeClr val="accent1"/>
          </a:fillRef>
          <a:effectRef idx="1">
            <a:schemeClr val="accent1"/>
          </a:effectRef>
          <a:fontRef idx="minor">
            <a:schemeClr val="tx1"/>
          </a:fontRef>
        </p:style>
      </p:cxnSp>
      <p:pic>
        <p:nvPicPr>
          <p:cNvPr id="31" name="Picture 2" descr="Drop Of Water To - Free GIF on Pixabay">
            <a:extLst>
              <a:ext uri="{FF2B5EF4-FFF2-40B4-BE49-F238E27FC236}">
                <a16:creationId xmlns:a16="http://schemas.microsoft.com/office/drawing/2014/main" id="{28A33103-75E0-9FF8-E1CD-284E04EB9516}"/>
              </a:ext>
            </a:extLst>
          </p:cNvPr>
          <p:cNvPicPr>
            <a:picLocks noChangeAspect="1" noChangeArrowheads="1"/>
          </p:cNvPicPr>
          <p:nvPr/>
        </p:nvPicPr>
        <p:blipFill>
          <a:blip r:embed="rId6" cstate="hqprint">
            <a:extLst>
              <a:ext uri="{28A0092B-C50C-407E-A947-70E740481C1C}">
                <a14:useLocalDpi xmlns:a14="http://schemas.microsoft.com/office/drawing/2010/main"/>
              </a:ext>
            </a:extLst>
          </a:blip>
          <a:srcRect/>
          <a:stretch>
            <a:fillRect/>
          </a:stretch>
        </p:blipFill>
        <p:spPr bwMode="auto">
          <a:xfrm>
            <a:off x="5749244" y="1983338"/>
            <a:ext cx="63109" cy="169173"/>
          </a:xfrm>
          <a:prstGeom prst="rect">
            <a:avLst/>
          </a:prstGeom>
          <a:noFill/>
          <a:extLst>
            <a:ext uri="{909E8E84-426E-40DD-AFC4-6F175D3DCCD1}">
              <a14:hiddenFill xmlns:a14="http://schemas.microsoft.com/office/drawing/2010/main">
                <a:solidFill>
                  <a:srgbClr val="FFFFFF"/>
                </a:solidFill>
              </a14:hiddenFill>
            </a:ext>
          </a:extLst>
        </p:spPr>
      </p:pic>
      <p:sp>
        <p:nvSpPr>
          <p:cNvPr id="1136" name="Arrow: Right 1135">
            <a:extLst>
              <a:ext uri="{FF2B5EF4-FFF2-40B4-BE49-F238E27FC236}">
                <a16:creationId xmlns:a16="http://schemas.microsoft.com/office/drawing/2014/main" id="{3B9FBD98-113D-E6BB-13B8-F8AD679F599F}"/>
              </a:ext>
            </a:extLst>
          </p:cNvPr>
          <p:cNvSpPr/>
          <p:nvPr/>
        </p:nvSpPr>
        <p:spPr>
          <a:xfrm rot="16200000" flipV="1">
            <a:off x="4398407" y="22998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7" name="Arrow: Right 1136">
            <a:extLst>
              <a:ext uri="{FF2B5EF4-FFF2-40B4-BE49-F238E27FC236}">
                <a16:creationId xmlns:a16="http://schemas.microsoft.com/office/drawing/2014/main" id="{DCCEBA96-5716-16C9-3DAC-E44DC66860EE}"/>
              </a:ext>
            </a:extLst>
          </p:cNvPr>
          <p:cNvSpPr/>
          <p:nvPr/>
        </p:nvSpPr>
        <p:spPr>
          <a:xfrm rot="16200000" flipV="1">
            <a:off x="4397214" y="28370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9" name="Arrow: Right 1138">
            <a:extLst>
              <a:ext uri="{FF2B5EF4-FFF2-40B4-BE49-F238E27FC236}">
                <a16:creationId xmlns:a16="http://schemas.microsoft.com/office/drawing/2014/main" id="{648753B1-B55C-1F4D-8D1D-33C79C0382AA}"/>
              </a:ext>
            </a:extLst>
          </p:cNvPr>
          <p:cNvSpPr/>
          <p:nvPr/>
        </p:nvSpPr>
        <p:spPr>
          <a:xfrm rot="16200000" flipV="1">
            <a:off x="4397193" y="390344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4" name="Arrow: Right 1153">
            <a:extLst>
              <a:ext uri="{FF2B5EF4-FFF2-40B4-BE49-F238E27FC236}">
                <a16:creationId xmlns:a16="http://schemas.microsoft.com/office/drawing/2014/main" id="{998A6B05-E7FA-8D50-1FDD-2DD57628350B}"/>
              </a:ext>
            </a:extLst>
          </p:cNvPr>
          <p:cNvSpPr/>
          <p:nvPr/>
        </p:nvSpPr>
        <p:spPr>
          <a:xfrm rot="10800000">
            <a:off x="5445008" y="456485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5" name="Arrow: Right 1154">
            <a:extLst>
              <a:ext uri="{FF2B5EF4-FFF2-40B4-BE49-F238E27FC236}">
                <a16:creationId xmlns:a16="http://schemas.microsoft.com/office/drawing/2014/main" id="{858F18AA-ABFB-28AE-9727-8418C1891F86}"/>
              </a:ext>
            </a:extLst>
          </p:cNvPr>
          <p:cNvSpPr/>
          <p:nvPr/>
        </p:nvSpPr>
        <p:spPr>
          <a:xfrm rot="10800000">
            <a:off x="4927207" y="456486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7" name="Arrow: Right 1156">
            <a:extLst>
              <a:ext uri="{FF2B5EF4-FFF2-40B4-BE49-F238E27FC236}">
                <a16:creationId xmlns:a16="http://schemas.microsoft.com/office/drawing/2014/main" id="{1A1998F7-4F61-4B9D-918D-1546F6659837}"/>
              </a:ext>
            </a:extLst>
          </p:cNvPr>
          <p:cNvSpPr/>
          <p:nvPr/>
        </p:nvSpPr>
        <p:spPr>
          <a:xfrm rot="10800000">
            <a:off x="4331965" y="457389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8" name="Arrow: Right 1157">
            <a:extLst>
              <a:ext uri="{FF2B5EF4-FFF2-40B4-BE49-F238E27FC236}">
                <a16:creationId xmlns:a16="http://schemas.microsoft.com/office/drawing/2014/main" id="{3445ABEE-E3F1-5679-0B83-09A04358EBD3}"/>
              </a:ext>
            </a:extLst>
          </p:cNvPr>
          <p:cNvSpPr/>
          <p:nvPr/>
        </p:nvSpPr>
        <p:spPr>
          <a:xfrm rot="10800000">
            <a:off x="3779752" y="220550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9" name="Arrow: Right 1158">
            <a:extLst>
              <a:ext uri="{FF2B5EF4-FFF2-40B4-BE49-F238E27FC236}">
                <a16:creationId xmlns:a16="http://schemas.microsoft.com/office/drawing/2014/main" id="{9698ADC8-68C2-B79C-6FA3-7DDC203CD817}"/>
              </a:ext>
            </a:extLst>
          </p:cNvPr>
          <p:cNvSpPr/>
          <p:nvPr/>
        </p:nvSpPr>
        <p:spPr>
          <a:xfrm rot="10800000">
            <a:off x="3184510" y="220978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0" name="Arrow: Right 1159">
            <a:extLst>
              <a:ext uri="{FF2B5EF4-FFF2-40B4-BE49-F238E27FC236}">
                <a16:creationId xmlns:a16="http://schemas.microsoft.com/office/drawing/2014/main" id="{17938F48-BA8F-1A15-9411-32E4312567F7}"/>
              </a:ext>
            </a:extLst>
          </p:cNvPr>
          <p:cNvSpPr/>
          <p:nvPr/>
        </p:nvSpPr>
        <p:spPr>
          <a:xfrm rot="10800000" flipH="1">
            <a:off x="4046342" y="409213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1" name="Arrow: Right 1160">
            <a:extLst>
              <a:ext uri="{FF2B5EF4-FFF2-40B4-BE49-F238E27FC236}">
                <a16:creationId xmlns:a16="http://schemas.microsoft.com/office/drawing/2014/main" id="{AFA8E69D-8714-B14C-6A15-87F7C2FD9573}"/>
              </a:ext>
            </a:extLst>
          </p:cNvPr>
          <p:cNvSpPr/>
          <p:nvPr/>
        </p:nvSpPr>
        <p:spPr>
          <a:xfrm rot="10800000" flipH="1">
            <a:off x="3451100" y="40964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2" name="Arrow: Right 1161">
            <a:extLst>
              <a:ext uri="{FF2B5EF4-FFF2-40B4-BE49-F238E27FC236}">
                <a16:creationId xmlns:a16="http://schemas.microsoft.com/office/drawing/2014/main" id="{6006C08B-2F84-49D7-9578-596637D97551}"/>
              </a:ext>
            </a:extLst>
          </p:cNvPr>
          <p:cNvSpPr/>
          <p:nvPr/>
        </p:nvSpPr>
        <p:spPr>
          <a:xfrm rot="10800000" flipH="1">
            <a:off x="2951710" y="409655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4" name="Arrow: Right 1163">
            <a:extLst>
              <a:ext uri="{FF2B5EF4-FFF2-40B4-BE49-F238E27FC236}">
                <a16:creationId xmlns:a16="http://schemas.microsoft.com/office/drawing/2014/main" id="{860D146D-C40A-C2CC-30CA-56E0CB8DF4F5}"/>
              </a:ext>
            </a:extLst>
          </p:cNvPr>
          <p:cNvSpPr/>
          <p:nvPr/>
        </p:nvSpPr>
        <p:spPr>
          <a:xfrm rot="10800000" flipH="1">
            <a:off x="3315470" y="421614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5" name="Arrow: Right 1164">
            <a:extLst>
              <a:ext uri="{FF2B5EF4-FFF2-40B4-BE49-F238E27FC236}">
                <a16:creationId xmlns:a16="http://schemas.microsoft.com/office/drawing/2014/main" id="{7E3FD243-90B1-3A12-5229-72023567CD55}"/>
              </a:ext>
            </a:extLst>
          </p:cNvPr>
          <p:cNvSpPr/>
          <p:nvPr/>
        </p:nvSpPr>
        <p:spPr>
          <a:xfrm rot="10800000" flipH="1">
            <a:off x="2816080" y="42162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7" name="Arrow: Right 1166">
            <a:extLst>
              <a:ext uri="{FF2B5EF4-FFF2-40B4-BE49-F238E27FC236}">
                <a16:creationId xmlns:a16="http://schemas.microsoft.com/office/drawing/2014/main" id="{1E6E988A-9A86-C317-58F9-9A579B1CA389}"/>
              </a:ext>
            </a:extLst>
          </p:cNvPr>
          <p:cNvSpPr/>
          <p:nvPr/>
        </p:nvSpPr>
        <p:spPr>
          <a:xfrm rot="10800000" flipH="1">
            <a:off x="4313957" y="436698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9" name="Arrow: Right 1168">
            <a:extLst>
              <a:ext uri="{FF2B5EF4-FFF2-40B4-BE49-F238E27FC236}">
                <a16:creationId xmlns:a16="http://schemas.microsoft.com/office/drawing/2014/main" id="{9CAB2E3B-0595-A92A-2345-B121E77270D4}"/>
              </a:ext>
            </a:extLst>
          </p:cNvPr>
          <p:cNvSpPr/>
          <p:nvPr/>
        </p:nvSpPr>
        <p:spPr>
          <a:xfrm rot="10800000" flipH="1">
            <a:off x="5171979" y="436187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0" name="Arrow: Right 1169">
            <a:extLst>
              <a:ext uri="{FF2B5EF4-FFF2-40B4-BE49-F238E27FC236}">
                <a16:creationId xmlns:a16="http://schemas.microsoft.com/office/drawing/2014/main" id="{D2913CB6-0A19-1715-9235-2849FFC199BC}"/>
              </a:ext>
            </a:extLst>
          </p:cNvPr>
          <p:cNvSpPr/>
          <p:nvPr/>
        </p:nvSpPr>
        <p:spPr>
          <a:xfrm rot="10800000">
            <a:off x="5267739" y="21087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1" name="Arrow: Right 1170">
            <a:extLst>
              <a:ext uri="{FF2B5EF4-FFF2-40B4-BE49-F238E27FC236}">
                <a16:creationId xmlns:a16="http://schemas.microsoft.com/office/drawing/2014/main" id="{2817A2FD-52E7-3B57-B3DF-FE4EBCEAEF0A}"/>
              </a:ext>
            </a:extLst>
          </p:cNvPr>
          <p:cNvSpPr/>
          <p:nvPr/>
        </p:nvSpPr>
        <p:spPr>
          <a:xfrm rot="10800000">
            <a:off x="4672497" y="211298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2" name="Arrow: Right 1171">
            <a:extLst>
              <a:ext uri="{FF2B5EF4-FFF2-40B4-BE49-F238E27FC236}">
                <a16:creationId xmlns:a16="http://schemas.microsoft.com/office/drawing/2014/main" id="{271E3235-516E-58F2-0521-39034BA00DFC}"/>
              </a:ext>
            </a:extLst>
          </p:cNvPr>
          <p:cNvSpPr/>
          <p:nvPr/>
        </p:nvSpPr>
        <p:spPr>
          <a:xfrm rot="10800000" flipH="1">
            <a:off x="5092913" y="189953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3" name="Arrow: Right 1172">
            <a:extLst>
              <a:ext uri="{FF2B5EF4-FFF2-40B4-BE49-F238E27FC236}">
                <a16:creationId xmlns:a16="http://schemas.microsoft.com/office/drawing/2014/main" id="{080799E2-3777-EA4B-85DD-95BC31B7E5CF}"/>
              </a:ext>
            </a:extLst>
          </p:cNvPr>
          <p:cNvSpPr/>
          <p:nvPr/>
        </p:nvSpPr>
        <p:spPr>
          <a:xfrm rot="10800000" flipH="1">
            <a:off x="4497671" y="190380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4" name="Arrow: Right 1173">
            <a:extLst>
              <a:ext uri="{FF2B5EF4-FFF2-40B4-BE49-F238E27FC236}">
                <a16:creationId xmlns:a16="http://schemas.microsoft.com/office/drawing/2014/main" id="{F0DC6E41-8A35-7623-33D6-9D489A2547E8}"/>
              </a:ext>
            </a:extLst>
          </p:cNvPr>
          <p:cNvSpPr/>
          <p:nvPr/>
        </p:nvSpPr>
        <p:spPr>
          <a:xfrm rot="5900444">
            <a:off x="5630676" y="273208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5" name="Arrow: Right 1174">
            <a:extLst>
              <a:ext uri="{FF2B5EF4-FFF2-40B4-BE49-F238E27FC236}">
                <a16:creationId xmlns:a16="http://schemas.microsoft.com/office/drawing/2014/main" id="{75248377-2997-D15A-55AF-E1728898E4EB}"/>
              </a:ext>
            </a:extLst>
          </p:cNvPr>
          <p:cNvSpPr/>
          <p:nvPr/>
        </p:nvSpPr>
        <p:spPr>
          <a:xfrm rot="6000054">
            <a:off x="5857287" y="33505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6" name="Arrow: Right 1175">
            <a:extLst>
              <a:ext uri="{FF2B5EF4-FFF2-40B4-BE49-F238E27FC236}">
                <a16:creationId xmlns:a16="http://schemas.microsoft.com/office/drawing/2014/main" id="{F19BC10D-56AA-5AE7-4CC8-A43BD3BF0447}"/>
              </a:ext>
            </a:extLst>
          </p:cNvPr>
          <p:cNvSpPr/>
          <p:nvPr/>
        </p:nvSpPr>
        <p:spPr>
          <a:xfrm rot="5400000">
            <a:off x="5693718" y="37697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7" name="Arrow: Right 1176">
            <a:extLst>
              <a:ext uri="{FF2B5EF4-FFF2-40B4-BE49-F238E27FC236}">
                <a16:creationId xmlns:a16="http://schemas.microsoft.com/office/drawing/2014/main" id="{88277A61-A788-FBB4-1863-A651A0D73948}"/>
              </a:ext>
            </a:extLst>
          </p:cNvPr>
          <p:cNvSpPr/>
          <p:nvPr/>
        </p:nvSpPr>
        <p:spPr>
          <a:xfrm rot="15599946" flipH="1">
            <a:off x="5541549" y="335323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8" name="Arrow: Right 1177">
            <a:extLst>
              <a:ext uri="{FF2B5EF4-FFF2-40B4-BE49-F238E27FC236}">
                <a16:creationId xmlns:a16="http://schemas.microsoft.com/office/drawing/2014/main" id="{7F884153-73D8-D89A-FB0F-751955A14CE0}"/>
              </a:ext>
            </a:extLst>
          </p:cNvPr>
          <p:cNvSpPr/>
          <p:nvPr/>
        </p:nvSpPr>
        <p:spPr>
          <a:xfrm rot="5400000">
            <a:off x="5701702" y="42775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9" name="Arrow: Right 1178">
            <a:extLst>
              <a:ext uri="{FF2B5EF4-FFF2-40B4-BE49-F238E27FC236}">
                <a16:creationId xmlns:a16="http://schemas.microsoft.com/office/drawing/2014/main" id="{0E4A6B5C-EA9F-9DCE-4F2A-3F0962DB5D04}"/>
              </a:ext>
            </a:extLst>
          </p:cNvPr>
          <p:cNvSpPr/>
          <p:nvPr/>
        </p:nvSpPr>
        <p:spPr>
          <a:xfrm rot="15699556" flipH="1">
            <a:off x="5755068" y="273208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0" name="Arrow: Right 1179">
            <a:extLst>
              <a:ext uri="{FF2B5EF4-FFF2-40B4-BE49-F238E27FC236}">
                <a16:creationId xmlns:a16="http://schemas.microsoft.com/office/drawing/2014/main" id="{9831A52F-6EC2-3C70-49F8-A2F47A46A660}"/>
              </a:ext>
            </a:extLst>
          </p:cNvPr>
          <p:cNvSpPr/>
          <p:nvPr/>
        </p:nvSpPr>
        <p:spPr>
          <a:xfrm rot="2382330" flipH="1">
            <a:off x="5306938" y="381362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1" name="Arrow: Right 1180">
            <a:extLst>
              <a:ext uri="{FF2B5EF4-FFF2-40B4-BE49-F238E27FC236}">
                <a16:creationId xmlns:a16="http://schemas.microsoft.com/office/drawing/2014/main" id="{88F43DC8-046E-D957-67FF-0DDB7473EA81}"/>
              </a:ext>
            </a:extLst>
          </p:cNvPr>
          <p:cNvSpPr/>
          <p:nvPr/>
        </p:nvSpPr>
        <p:spPr>
          <a:xfrm rot="5400000" flipH="1">
            <a:off x="4998762" y="330330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2" name="Arrow: Right 1181">
            <a:extLst>
              <a:ext uri="{FF2B5EF4-FFF2-40B4-BE49-F238E27FC236}">
                <a16:creationId xmlns:a16="http://schemas.microsoft.com/office/drawing/2014/main" id="{541CF676-583C-EF7C-BA61-934E7F4450A3}"/>
              </a:ext>
            </a:extLst>
          </p:cNvPr>
          <p:cNvSpPr/>
          <p:nvPr/>
        </p:nvSpPr>
        <p:spPr>
          <a:xfrm rot="7885014" flipH="1">
            <a:off x="5160380" y="281849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3" name="Arrow: Right 1182">
            <a:extLst>
              <a:ext uri="{FF2B5EF4-FFF2-40B4-BE49-F238E27FC236}">
                <a16:creationId xmlns:a16="http://schemas.microsoft.com/office/drawing/2014/main" id="{3E100D05-3CE2-ED37-68EB-C9E55A44EF04}"/>
              </a:ext>
            </a:extLst>
          </p:cNvPr>
          <p:cNvSpPr/>
          <p:nvPr/>
        </p:nvSpPr>
        <p:spPr>
          <a:xfrm rot="19217670">
            <a:off x="6153899" y="37898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Right 31">
            <a:extLst>
              <a:ext uri="{FF2B5EF4-FFF2-40B4-BE49-F238E27FC236}">
                <a16:creationId xmlns:a16="http://schemas.microsoft.com/office/drawing/2014/main" id="{BDDB089F-6FA6-50C3-A2AD-B725EF4C103D}"/>
              </a:ext>
            </a:extLst>
          </p:cNvPr>
          <p:cNvSpPr/>
          <p:nvPr/>
        </p:nvSpPr>
        <p:spPr>
          <a:xfrm rot="16200000">
            <a:off x="6430197" y="330704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Arrow: Right 32">
            <a:extLst>
              <a:ext uri="{FF2B5EF4-FFF2-40B4-BE49-F238E27FC236}">
                <a16:creationId xmlns:a16="http://schemas.microsoft.com/office/drawing/2014/main" id="{A9930D3D-F532-77D3-ADDD-15A54F95928E}"/>
              </a:ext>
            </a:extLst>
          </p:cNvPr>
          <p:cNvSpPr/>
          <p:nvPr/>
        </p:nvSpPr>
        <p:spPr>
          <a:xfrm rot="13714986">
            <a:off x="6176928" y="28158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Arrow: Right 33">
            <a:extLst>
              <a:ext uri="{FF2B5EF4-FFF2-40B4-BE49-F238E27FC236}">
                <a16:creationId xmlns:a16="http://schemas.microsoft.com/office/drawing/2014/main" id="{349F334F-449F-DB3C-1DE8-4EF62E2529A7}"/>
              </a:ext>
            </a:extLst>
          </p:cNvPr>
          <p:cNvSpPr/>
          <p:nvPr/>
        </p:nvSpPr>
        <p:spPr>
          <a:xfrm rot="5400000">
            <a:off x="4241117" y="222360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Arrow: Right 34">
            <a:extLst>
              <a:ext uri="{FF2B5EF4-FFF2-40B4-BE49-F238E27FC236}">
                <a16:creationId xmlns:a16="http://schemas.microsoft.com/office/drawing/2014/main" id="{07E69C9E-C739-BBD1-493C-945ED92D4555}"/>
              </a:ext>
            </a:extLst>
          </p:cNvPr>
          <p:cNvSpPr/>
          <p:nvPr/>
        </p:nvSpPr>
        <p:spPr>
          <a:xfrm rot="10800000">
            <a:off x="4072328" y="23301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Arrow: Right 35">
            <a:extLst>
              <a:ext uri="{FF2B5EF4-FFF2-40B4-BE49-F238E27FC236}">
                <a16:creationId xmlns:a16="http://schemas.microsoft.com/office/drawing/2014/main" id="{69FC73C0-785E-445D-3FBE-A6C1A36720A1}"/>
              </a:ext>
            </a:extLst>
          </p:cNvPr>
          <p:cNvSpPr/>
          <p:nvPr/>
        </p:nvSpPr>
        <p:spPr>
          <a:xfrm rot="10800000">
            <a:off x="3477086" y="233444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Arrow: Right 36">
            <a:extLst>
              <a:ext uri="{FF2B5EF4-FFF2-40B4-BE49-F238E27FC236}">
                <a16:creationId xmlns:a16="http://schemas.microsoft.com/office/drawing/2014/main" id="{FAFD060A-7C5C-FEFC-1562-945A96ECCE3C}"/>
              </a:ext>
            </a:extLst>
          </p:cNvPr>
          <p:cNvSpPr/>
          <p:nvPr/>
        </p:nvSpPr>
        <p:spPr>
          <a:xfrm rot="10800000">
            <a:off x="2992221" y="233391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Arrow: Right 37">
            <a:extLst>
              <a:ext uri="{FF2B5EF4-FFF2-40B4-BE49-F238E27FC236}">
                <a16:creationId xmlns:a16="http://schemas.microsoft.com/office/drawing/2014/main" id="{BE7C15DA-D98A-0885-A7DF-22104AC05627}"/>
              </a:ext>
            </a:extLst>
          </p:cNvPr>
          <p:cNvSpPr/>
          <p:nvPr/>
        </p:nvSpPr>
        <p:spPr>
          <a:xfrm rot="10800000">
            <a:off x="6409076" y="45090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Arrow: Right 39">
            <a:extLst>
              <a:ext uri="{FF2B5EF4-FFF2-40B4-BE49-F238E27FC236}">
                <a16:creationId xmlns:a16="http://schemas.microsoft.com/office/drawing/2014/main" id="{E619D94F-6ADE-F3E3-B9E0-61B260060703}"/>
              </a:ext>
            </a:extLst>
          </p:cNvPr>
          <p:cNvSpPr/>
          <p:nvPr/>
        </p:nvSpPr>
        <p:spPr>
          <a:xfrm rot="16200000">
            <a:off x="5820929" y="42674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Right 40">
            <a:extLst>
              <a:ext uri="{FF2B5EF4-FFF2-40B4-BE49-F238E27FC236}">
                <a16:creationId xmlns:a16="http://schemas.microsoft.com/office/drawing/2014/main" id="{0222A6BD-6CB5-D647-BEDC-55468B8EC532}"/>
              </a:ext>
            </a:extLst>
          </p:cNvPr>
          <p:cNvSpPr/>
          <p:nvPr/>
        </p:nvSpPr>
        <p:spPr>
          <a:xfrm rot="16200000">
            <a:off x="5584944" y="4271809"/>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Arrow: Right 41">
            <a:extLst>
              <a:ext uri="{FF2B5EF4-FFF2-40B4-BE49-F238E27FC236}">
                <a16:creationId xmlns:a16="http://schemas.microsoft.com/office/drawing/2014/main" id="{B0A96430-508B-5022-A551-761E70DEB37C}"/>
              </a:ext>
            </a:extLst>
          </p:cNvPr>
          <p:cNvSpPr/>
          <p:nvPr/>
        </p:nvSpPr>
        <p:spPr>
          <a:xfrm rot="13221374">
            <a:off x="5903856" y="4456435"/>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Arrow: Right 42">
            <a:extLst>
              <a:ext uri="{FF2B5EF4-FFF2-40B4-BE49-F238E27FC236}">
                <a16:creationId xmlns:a16="http://schemas.microsoft.com/office/drawing/2014/main" id="{970D0EAC-272A-E211-6059-4660D7C9CB53}"/>
              </a:ext>
            </a:extLst>
          </p:cNvPr>
          <p:cNvSpPr/>
          <p:nvPr/>
        </p:nvSpPr>
        <p:spPr>
          <a:xfrm rot="16200000">
            <a:off x="5820924" y="23481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Arrow: Right 43">
            <a:extLst>
              <a:ext uri="{FF2B5EF4-FFF2-40B4-BE49-F238E27FC236}">
                <a16:creationId xmlns:a16="http://schemas.microsoft.com/office/drawing/2014/main" id="{D127F534-5EA9-FA0B-1444-5E0ADC8C5551}"/>
              </a:ext>
            </a:extLst>
          </p:cNvPr>
          <p:cNvSpPr/>
          <p:nvPr/>
        </p:nvSpPr>
        <p:spPr>
          <a:xfrm rot="16200000">
            <a:off x="5577238" y="235386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Right 44">
            <a:extLst>
              <a:ext uri="{FF2B5EF4-FFF2-40B4-BE49-F238E27FC236}">
                <a16:creationId xmlns:a16="http://schemas.microsoft.com/office/drawing/2014/main" id="{33BABA4F-0C8C-619B-9D5C-F725DAE87561}"/>
              </a:ext>
            </a:extLst>
          </p:cNvPr>
          <p:cNvSpPr/>
          <p:nvPr/>
        </p:nvSpPr>
        <p:spPr>
          <a:xfrm rot="18034072">
            <a:off x="5877462" y="197175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Arrow: Right 47">
            <a:extLst>
              <a:ext uri="{FF2B5EF4-FFF2-40B4-BE49-F238E27FC236}">
                <a16:creationId xmlns:a16="http://schemas.microsoft.com/office/drawing/2014/main" id="{B2CC0E9C-85DA-B6FB-ADA9-7EE63F3A2C24}"/>
              </a:ext>
            </a:extLst>
          </p:cNvPr>
          <p:cNvSpPr/>
          <p:nvPr/>
        </p:nvSpPr>
        <p:spPr>
          <a:xfrm rot="16200000">
            <a:off x="6369088" y="171222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Right 50">
            <a:extLst>
              <a:ext uri="{FF2B5EF4-FFF2-40B4-BE49-F238E27FC236}">
                <a16:creationId xmlns:a16="http://schemas.microsoft.com/office/drawing/2014/main" id="{1663DA51-AC79-66D5-A941-1CB1CF0DD53A}"/>
              </a:ext>
            </a:extLst>
          </p:cNvPr>
          <p:cNvSpPr/>
          <p:nvPr/>
        </p:nvSpPr>
        <p:spPr>
          <a:xfrm rot="16200000">
            <a:off x="6369980" y="133759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Arrow: Right 57">
            <a:extLst>
              <a:ext uri="{FF2B5EF4-FFF2-40B4-BE49-F238E27FC236}">
                <a16:creationId xmlns:a16="http://schemas.microsoft.com/office/drawing/2014/main" id="{45736F38-A6A2-E2C8-3ABC-8D1CBFE95322}"/>
              </a:ext>
            </a:extLst>
          </p:cNvPr>
          <p:cNvSpPr/>
          <p:nvPr/>
        </p:nvSpPr>
        <p:spPr>
          <a:xfrm rot="5400000">
            <a:off x="7155090" y="172883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Arrow: Right 58">
            <a:extLst>
              <a:ext uri="{FF2B5EF4-FFF2-40B4-BE49-F238E27FC236}">
                <a16:creationId xmlns:a16="http://schemas.microsoft.com/office/drawing/2014/main" id="{96018C56-EFD9-C854-425B-5C9F425A2E57}"/>
              </a:ext>
            </a:extLst>
          </p:cNvPr>
          <p:cNvSpPr/>
          <p:nvPr/>
        </p:nvSpPr>
        <p:spPr>
          <a:xfrm rot="5400000">
            <a:off x="7155967" y="204729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Arrow: Right 59">
            <a:extLst>
              <a:ext uri="{FF2B5EF4-FFF2-40B4-BE49-F238E27FC236}">
                <a16:creationId xmlns:a16="http://schemas.microsoft.com/office/drawing/2014/main" id="{5CEA138F-B72D-D5DC-1935-DF9E10C09958}"/>
              </a:ext>
            </a:extLst>
          </p:cNvPr>
          <p:cNvSpPr/>
          <p:nvPr/>
        </p:nvSpPr>
        <p:spPr>
          <a:xfrm>
            <a:off x="6202462"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Arrow: Right 60">
            <a:extLst>
              <a:ext uri="{FF2B5EF4-FFF2-40B4-BE49-F238E27FC236}">
                <a16:creationId xmlns:a16="http://schemas.microsoft.com/office/drawing/2014/main" id="{D718FD87-A6C8-C335-EAA4-9FC151802F8D}"/>
              </a:ext>
            </a:extLst>
          </p:cNvPr>
          <p:cNvSpPr/>
          <p:nvPr/>
        </p:nvSpPr>
        <p:spPr>
          <a:xfrm>
            <a:off x="6763136" y="189236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Arrow: Right 61">
            <a:extLst>
              <a:ext uri="{FF2B5EF4-FFF2-40B4-BE49-F238E27FC236}">
                <a16:creationId xmlns:a16="http://schemas.microsoft.com/office/drawing/2014/main" id="{B4653721-EFB4-60A5-6396-62630C24E290}"/>
              </a:ext>
            </a:extLst>
          </p:cNvPr>
          <p:cNvSpPr/>
          <p:nvPr/>
        </p:nvSpPr>
        <p:spPr>
          <a:xfrm>
            <a:off x="66634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Arrow: Right 63">
            <a:extLst>
              <a:ext uri="{FF2B5EF4-FFF2-40B4-BE49-F238E27FC236}">
                <a16:creationId xmlns:a16="http://schemas.microsoft.com/office/drawing/2014/main" id="{AE58FFBB-D7C0-2598-DA0F-728C88CF9E32}"/>
              </a:ext>
            </a:extLst>
          </p:cNvPr>
          <p:cNvSpPr/>
          <p:nvPr/>
        </p:nvSpPr>
        <p:spPr>
          <a:xfrm>
            <a:off x="74696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Arrow: Right 64">
            <a:extLst>
              <a:ext uri="{FF2B5EF4-FFF2-40B4-BE49-F238E27FC236}">
                <a16:creationId xmlns:a16="http://schemas.microsoft.com/office/drawing/2014/main" id="{D8B62F14-0431-9CC7-D33E-EBA91482296D}"/>
              </a:ext>
            </a:extLst>
          </p:cNvPr>
          <p:cNvSpPr/>
          <p:nvPr/>
        </p:nvSpPr>
        <p:spPr>
          <a:xfrm>
            <a:off x="8237165" y="113895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Arrow: Right 65">
            <a:extLst>
              <a:ext uri="{FF2B5EF4-FFF2-40B4-BE49-F238E27FC236}">
                <a16:creationId xmlns:a16="http://schemas.microsoft.com/office/drawing/2014/main" id="{7C8BC0E4-CB63-3064-9207-DE0D6409F05A}"/>
              </a:ext>
            </a:extLst>
          </p:cNvPr>
          <p:cNvSpPr/>
          <p:nvPr/>
        </p:nvSpPr>
        <p:spPr>
          <a:xfrm>
            <a:off x="9043329" y="1139212"/>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Arrow: Right 67">
            <a:extLst>
              <a:ext uri="{FF2B5EF4-FFF2-40B4-BE49-F238E27FC236}">
                <a16:creationId xmlns:a16="http://schemas.microsoft.com/office/drawing/2014/main" id="{5EECD344-78FC-2BA0-1FA4-BA24597B338B}"/>
              </a:ext>
            </a:extLst>
          </p:cNvPr>
          <p:cNvSpPr/>
          <p:nvPr/>
        </p:nvSpPr>
        <p:spPr>
          <a:xfrm rot="5400000">
            <a:off x="7158639" y="43420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Arrow: Right 68">
            <a:extLst>
              <a:ext uri="{FF2B5EF4-FFF2-40B4-BE49-F238E27FC236}">
                <a16:creationId xmlns:a16="http://schemas.microsoft.com/office/drawing/2014/main" id="{4A12CD0F-74A3-A753-5789-CE4DB6C2989E}"/>
              </a:ext>
            </a:extLst>
          </p:cNvPr>
          <p:cNvSpPr/>
          <p:nvPr/>
        </p:nvSpPr>
        <p:spPr>
          <a:xfrm>
            <a:off x="8039164" y="176047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Arrow: Right 75">
            <a:extLst>
              <a:ext uri="{FF2B5EF4-FFF2-40B4-BE49-F238E27FC236}">
                <a16:creationId xmlns:a16="http://schemas.microsoft.com/office/drawing/2014/main" id="{491329C3-D756-017E-A8B6-44178B3BA342}"/>
              </a:ext>
            </a:extLst>
          </p:cNvPr>
          <p:cNvSpPr/>
          <p:nvPr/>
        </p:nvSpPr>
        <p:spPr>
          <a:xfrm rot="10800000">
            <a:off x="8266451" y="4569351"/>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Arrow: Right 77">
            <a:extLst>
              <a:ext uri="{FF2B5EF4-FFF2-40B4-BE49-F238E27FC236}">
                <a16:creationId xmlns:a16="http://schemas.microsoft.com/office/drawing/2014/main" id="{99011DAA-E39F-4692-966F-6E1A4B768391}"/>
              </a:ext>
            </a:extLst>
          </p:cNvPr>
          <p:cNvSpPr/>
          <p:nvPr/>
        </p:nvSpPr>
        <p:spPr>
          <a:xfrm>
            <a:off x="90047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Arrow: Right 80">
            <a:extLst>
              <a:ext uri="{FF2B5EF4-FFF2-40B4-BE49-F238E27FC236}">
                <a16:creationId xmlns:a16="http://schemas.microsoft.com/office/drawing/2014/main" id="{4D766D81-13ED-EB30-02F0-95F82E250DB4}"/>
              </a:ext>
            </a:extLst>
          </p:cNvPr>
          <p:cNvSpPr/>
          <p:nvPr/>
        </p:nvSpPr>
        <p:spPr>
          <a:xfrm>
            <a:off x="98109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Arrow: Right 127">
            <a:extLst>
              <a:ext uri="{FF2B5EF4-FFF2-40B4-BE49-F238E27FC236}">
                <a16:creationId xmlns:a16="http://schemas.microsoft.com/office/drawing/2014/main" id="{49555828-C4B8-D576-F2BF-50A2EC0B9F71}"/>
              </a:ext>
            </a:extLst>
          </p:cNvPr>
          <p:cNvSpPr/>
          <p:nvPr/>
        </p:nvSpPr>
        <p:spPr>
          <a:xfrm>
            <a:off x="10578498" y="2256356"/>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Arrow: Right 128">
            <a:extLst>
              <a:ext uri="{FF2B5EF4-FFF2-40B4-BE49-F238E27FC236}">
                <a16:creationId xmlns:a16="http://schemas.microsoft.com/office/drawing/2014/main" id="{4A61D44E-7504-7BE6-037C-69E7D56139C4}"/>
              </a:ext>
            </a:extLst>
          </p:cNvPr>
          <p:cNvSpPr/>
          <p:nvPr/>
        </p:nvSpPr>
        <p:spPr>
          <a:xfrm>
            <a:off x="11384662" y="2256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Arrow: Right 131">
            <a:extLst>
              <a:ext uri="{FF2B5EF4-FFF2-40B4-BE49-F238E27FC236}">
                <a16:creationId xmlns:a16="http://schemas.microsoft.com/office/drawing/2014/main" id="{E9E94713-B6C3-35D4-7AD9-6C58D4259CB4}"/>
              </a:ext>
            </a:extLst>
          </p:cNvPr>
          <p:cNvSpPr/>
          <p:nvPr/>
        </p:nvSpPr>
        <p:spPr>
          <a:xfrm flipH="1">
            <a:off x="95130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Arrow: Right 132">
            <a:extLst>
              <a:ext uri="{FF2B5EF4-FFF2-40B4-BE49-F238E27FC236}">
                <a16:creationId xmlns:a16="http://schemas.microsoft.com/office/drawing/2014/main" id="{2F830677-2DAC-0CD4-7BCF-4CA4B2E39BB3}"/>
              </a:ext>
            </a:extLst>
          </p:cNvPr>
          <p:cNvSpPr/>
          <p:nvPr/>
        </p:nvSpPr>
        <p:spPr>
          <a:xfrm flipH="1">
            <a:off x="103192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Arrow: Right 133">
            <a:extLst>
              <a:ext uri="{FF2B5EF4-FFF2-40B4-BE49-F238E27FC236}">
                <a16:creationId xmlns:a16="http://schemas.microsoft.com/office/drawing/2014/main" id="{240FA8E1-BA4D-DACE-C4DA-2BBF35DBD886}"/>
              </a:ext>
            </a:extLst>
          </p:cNvPr>
          <p:cNvSpPr/>
          <p:nvPr/>
        </p:nvSpPr>
        <p:spPr>
          <a:xfrm flipH="1">
            <a:off x="11086782" y="414431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Arrow: Right 134">
            <a:extLst>
              <a:ext uri="{FF2B5EF4-FFF2-40B4-BE49-F238E27FC236}">
                <a16:creationId xmlns:a16="http://schemas.microsoft.com/office/drawing/2014/main" id="{A0A93C6A-EA6C-CDB0-7D43-C655A2EE076C}"/>
              </a:ext>
            </a:extLst>
          </p:cNvPr>
          <p:cNvSpPr/>
          <p:nvPr/>
        </p:nvSpPr>
        <p:spPr>
          <a:xfrm flipH="1">
            <a:off x="11892946" y="4144568"/>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Arrow: Right 135">
            <a:extLst>
              <a:ext uri="{FF2B5EF4-FFF2-40B4-BE49-F238E27FC236}">
                <a16:creationId xmlns:a16="http://schemas.microsoft.com/office/drawing/2014/main" id="{1D491DFC-AC39-AE39-F99E-2AB43DD67AC6}"/>
              </a:ext>
            </a:extLst>
          </p:cNvPr>
          <p:cNvSpPr/>
          <p:nvPr/>
        </p:nvSpPr>
        <p:spPr>
          <a:xfrm flipH="1">
            <a:off x="78061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Arrow: Right 136">
            <a:extLst>
              <a:ext uri="{FF2B5EF4-FFF2-40B4-BE49-F238E27FC236}">
                <a16:creationId xmlns:a16="http://schemas.microsoft.com/office/drawing/2014/main" id="{C98B8021-CE05-2C70-8918-DF7EFB34D6F8}"/>
              </a:ext>
            </a:extLst>
          </p:cNvPr>
          <p:cNvSpPr/>
          <p:nvPr/>
        </p:nvSpPr>
        <p:spPr>
          <a:xfrm flipH="1">
            <a:off x="8573642" y="163184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Arrow: Right 137">
            <a:extLst>
              <a:ext uri="{FF2B5EF4-FFF2-40B4-BE49-F238E27FC236}">
                <a16:creationId xmlns:a16="http://schemas.microsoft.com/office/drawing/2014/main" id="{F42FE873-0FC2-F107-A0E1-F823CC10DFF7}"/>
              </a:ext>
            </a:extLst>
          </p:cNvPr>
          <p:cNvSpPr/>
          <p:nvPr/>
        </p:nvSpPr>
        <p:spPr>
          <a:xfrm flipH="1">
            <a:off x="9379806" y="163209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Arrow: Right 144">
            <a:extLst>
              <a:ext uri="{FF2B5EF4-FFF2-40B4-BE49-F238E27FC236}">
                <a16:creationId xmlns:a16="http://schemas.microsoft.com/office/drawing/2014/main" id="{D2602069-76A1-B10D-08D7-28C64BB822A0}"/>
              </a:ext>
            </a:extLst>
          </p:cNvPr>
          <p:cNvSpPr/>
          <p:nvPr/>
        </p:nvSpPr>
        <p:spPr>
          <a:xfrm>
            <a:off x="1922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Arrow: Right 145">
            <a:extLst>
              <a:ext uri="{FF2B5EF4-FFF2-40B4-BE49-F238E27FC236}">
                <a16:creationId xmlns:a16="http://schemas.microsoft.com/office/drawing/2014/main" id="{CD2C2975-112F-D5F4-25B3-6137A9CA63B0}"/>
              </a:ext>
            </a:extLst>
          </p:cNvPr>
          <p:cNvSpPr/>
          <p:nvPr/>
        </p:nvSpPr>
        <p:spPr>
          <a:xfrm>
            <a:off x="959806" y="4568213"/>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Arrow: Right 146">
            <a:extLst>
              <a:ext uri="{FF2B5EF4-FFF2-40B4-BE49-F238E27FC236}">
                <a16:creationId xmlns:a16="http://schemas.microsoft.com/office/drawing/2014/main" id="{612BC517-183C-AA36-B81E-CE83F69C9BFD}"/>
              </a:ext>
            </a:extLst>
          </p:cNvPr>
          <p:cNvSpPr/>
          <p:nvPr/>
        </p:nvSpPr>
        <p:spPr>
          <a:xfrm>
            <a:off x="1765970" y="4568467"/>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Arrow: Right 148">
            <a:extLst>
              <a:ext uri="{FF2B5EF4-FFF2-40B4-BE49-F238E27FC236}">
                <a16:creationId xmlns:a16="http://schemas.microsoft.com/office/drawing/2014/main" id="{A3271AE8-B5D9-A06C-E2C3-BC4B8B11BA93}"/>
              </a:ext>
            </a:extLst>
          </p:cNvPr>
          <p:cNvSpPr/>
          <p:nvPr/>
        </p:nvSpPr>
        <p:spPr>
          <a:xfrm flipH="1">
            <a:off x="6102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Arrow: Right 153">
            <a:extLst>
              <a:ext uri="{FF2B5EF4-FFF2-40B4-BE49-F238E27FC236}">
                <a16:creationId xmlns:a16="http://schemas.microsoft.com/office/drawing/2014/main" id="{6F1FED53-89C4-0180-961C-6C123C9E7F6C}"/>
              </a:ext>
            </a:extLst>
          </p:cNvPr>
          <p:cNvSpPr/>
          <p:nvPr/>
        </p:nvSpPr>
        <p:spPr>
          <a:xfrm flipH="1">
            <a:off x="1377744" y="1760610"/>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Arrow: Right 154">
            <a:extLst>
              <a:ext uri="{FF2B5EF4-FFF2-40B4-BE49-F238E27FC236}">
                <a16:creationId xmlns:a16="http://schemas.microsoft.com/office/drawing/2014/main" id="{73C8E529-8137-C556-507D-7D9D808634A7}"/>
              </a:ext>
            </a:extLst>
          </p:cNvPr>
          <p:cNvSpPr/>
          <p:nvPr/>
        </p:nvSpPr>
        <p:spPr>
          <a:xfrm flipH="1">
            <a:off x="2183908" y="1760864"/>
            <a:ext cx="167963" cy="45720"/>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Arrow: Right 155">
            <a:extLst>
              <a:ext uri="{FF2B5EF4-FFF2-40B4-BE49-F238E27FC236}">
                <a16:creationId xmlns:a16="http://schemas.microsoft.com/office/drawing/2014/main" id="{9799761B-F95D-43C9-1A4B-9652D2BB0356}"/>
              </a:ext>
            </a:extLst>
          </p:cNvPr>
          <p:cNvSpPr/>
          <p:nvPr/>
        </p:nvSpPr>
        <p:spPr>
          <a:xfrm rot="16200000">
            <a:off x="7624745" y="264761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Arrow: Right 156">
            <a:extLst>
              <a:ext uri="{FF2B5EF4-FFF2-40B4-BE49-F238E27FC236}">
                <a16:creationId xmlns:a16="http://schemas.microsoft.com/office/drawing/2014/main" id="{07FCD2CE-9BA9-5E34-7A76-50B78F210276}"/>
              </a:ext>
            </a:extLst>
          </p:cNvPr>
          <p:cNvSpPr/>
          <p:nvPr/>
        </p:nvSpPr>
        <p:spPr>
          <a:xfrm rot="16200000">
            <a:off x="7621283" y="319059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Arrow: Right 157">
            <a:extLst>
              <a:ext uri="{FF2B5EF4-FFF2-40B4-BE49-F238E27FC236}">
                <a16:creationId xmlns:a16="http://schemas.microsoft.com/office/drawing/2014/main" id="{8251E731-C595-D921-6D55-B4241A02ADA1}"/>
              </a:ext>
            </a:extLst>
          </p:cNvPr>
          <p:cNvSpPr/>
          <p:nvPr/>
        </p:nvSpPr>
        <p:spPr>
          <a:xfrm rot="16200000">
            <a:off x="7618732" y="2122668"/>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Arrow: Right 158">
            <a:extLst>
              <a:ext uri="{FF2B5EF4-FFF2-40B4-BE49-F238E27FC236}">
                <a16:creationId xmlns:a16="http://schemas.microsoft.com/office/drawing/2014/main" id="{A5A09B87-0C23-3CEA-F1F3-CEEECED17FAA}"/>
              </a:ext>
            </a:extLst>
          </p:cNvPr>
          <p:cNvSpPr/>
          <p:nvPr/>
        </p:nvSpPr>
        <p:spPr>
          <a:xfrm rot="16200000">
            <a:off x="7628282" y="372328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9" name="Arrow: Right 1028">
            <a:extLst>
              <a:ext uri="{FF2B5EF4-FFF2-40B4-BE49-F238E27FC236}">
                <a16:creationId xmlns:a16="http://schemas.microsoft.com/office/drawing/2014/main" id="{34DC792E-5E78-8047-4C47-C905C306224B}"/>
              </a:ext>
            </a:extLst>
          </p:cNvPr>
          <p:cNvSpPr/>
          <p:nvPr/>
        </p:nvSpPr>
        <p:spPr>
          <a:xfrm rot="16200000">
            <a:off x="7612600" y="429776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7" name="Arrow: Right 1046">
            <a:extLst>
              <a:ext uri="{FF2B5EF4-FFF2-40B4-BE49-F238E27FC236}">
                <a16:creationId xmlns:a16="http://schemas.microsoft.com/office/drawing/2014/main" id="{F97DA399-D1B5-D3A2-A570-390363D5F002}"/>
              </a:ext>
            </a:extLst>
          </p:cNvPr>
          <p:cNvSpPr/>
          <p:nvPr/>
        </p:nvSpPr>
        <p:spPr>
          <a:xfrm rot="5400000" flipV="1">
            <a:off x="8597086" y="266749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 name="Arrow: Right 1047">
            <a:extLst>
              <a:ext uri="{FF2B5EF4-FFF2-40B4-BE49-F238E27FC236}">
                <a16:creationId xmlns:a16="http://schemas.microsoft.com/office/drawing/2014/main" id="{5B8C35FD-F481-BFA1-ADC6-62A53BB3C458}"/>
              </a:ext>
            </a:extLst>
          </p:cNvPr>
          <p:cNvSpPr/>
          <p:nvPr/>
        </p:nvSpPr>
        <p:spPr>
          <a:xfrm rot="5400000" flipV="1">
            <a:off x="8593624" y="321047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9" name="Arrow: Right 1048">
            <a:extLst>
              <a:ext uri="{FF2B5EF4-FFF2-40B4-BE49-F238E27FC236}">
                <a16:creationId xmlns:a16="http://schemas.microsoft.com/office/drawing/2014/main" id="{EF9C74FD-87B6-E31F-66C2-E55E218A4279}"/>
              </a:ext>
            </a:extLst>
          </p:cNvPr>
          <p:cNvSpPr/>
          <p:nvPr/>
        </p:nvSpPr>
        <p:spPr>
          <a:xfrm rot="5400000" flipV="1">
            <a:off x="8591073" y="214254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0" name="Arrow: Right 1049">
            <a:extLst>
              <a:ext uri="{FF2B5EF4-FFF2-40B4-BE49-F238E27FC236}">
                <a16:creationId xmlns:a16="http://schemas.microsoft.com/office/drawing/2014/main" id="{DE01AB94-7655-0716-ACBE-D94A7902E61B}"/>
              </a:ext>
            </a:extLst>
          </p:cNvPr>
          <p:cNvSpPr/>
          <p:nvPr/>
        </p:nvSpPr>
        <p:spPr>
          <a:xfrm rot="5400000" flipV="1">
            <a:off x="8600623" y="374316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1" name="Arrow: Right 1050">
            <a:extLst>
              <a:ext uri="{FF2B5EF4-FFF2-40B4-BE49-F238E27FC236}">
                <a16:creationId xmlns:a16="http://schemas.microsoft.com/office/drawing/2014/main" id="{62A14EA8-932B-EEA8-1EFF-76CFE41D9651}"/>
              </a:ext>
            </a:extLst>
          </p:cNvPr>
          <p:cNvSpPr/>
          <p:nvPr/>
        </p:nvSpPr>
        <p:spPr>
          <a:xfrm rot="5400000" flipV="1">
            <a:off x="8584941" y="4317637"/>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2" name="Arrow: Right 1051">
            <a:extLst>
              <a:ext uri="{FF2B5EF4-FFF2-40B4-BE49-F238E27FC236}">
                <a16:creationId xmlns:a16="http://schemas.microsoft.com/office/drawing/2014/main" id="{7B08EF90-322B-4BFB-FD72-A8C8BEA36580}"/>
              </a:ext>
            </a:extLst>
          </p:cNvPr>
          <p:cNvSpPr/>
          <p:nvPr/>
        </p:nvSpPr>
        <p:spPr>
          <a:xfrm rot="5400000">
            <a:off x="7422079" y="264200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3" name="Arrow: Right 1052">
            <a:extLst>
              <a:ext uri="{FF2B5EF4-FFF2-40B4-BE49-F238E27FC236}">
                <a16:creationId xmlns:a16="http://schemas.microsoft.com/office/drawing/2014/main" id="{BFFF11AE-11AC-3CD5-5853-E263B99B3170}"/>
              </a:ext>
            </a:extLst>
          </p:cNvPr>
          <p:cNvSpPr/>
          <p:nvPr/>
        </p:nvSpPr>
        <p:spPr>
          <a:xfrm rot="5400000">
            <a:off x="7858674" y="349430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4" name="Arrow: Right 1053">
            <a:extLst>
              <a:ext uri="{FF2B5EF4-FFF2-40B4-BE49-F238E27FC236}">
                <a16:creationId xmlns:a16="http://schemas.microsoft.com/office/drawing/2014/main" id="{5CA185D2-43FA-2E9C-3AD4-40218F8A1F24}"/>
              </a:ext>
            </a:extLst>
          </p:cNvPr>
          <p:cNvSpPr/>
          <p:nvPr/>
        </p:nvSpPr>
        <p:spPr>
          <a:xfrm rot="16200000">
            <a:off x="8820431" y="3751422"/>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Arrow: Right 159">
            <a:extLst>
              <a:ext uri="{FF2B5EF4-FFF2-40B4-BE49-F238E27FC236}">
                <a16:creationId xmlns:a16="http://schemas.microsoft.com/office/drawing/2014/main" id="{54DF3108-DDB5-B821-3EBC-8D648415B5AF}"/>
              </a:ext>
            </a:extLst>
          </p:cNvPr>
          <p:cNvSpPr/>
          <p:nvPr/>
        </p:nvSpPr>
        <p:spPr>
          <a:xfrm rot="16200000">
            <a:off x="8372310" y="2929870"/>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Arrow: Right 161">
            <a:extLst>
              <a:ext uri="{FF2B5EF4-FFF2-40B4-BE49-F238E27FC236}">
                <a16:creationId xmlns:a16="http://schemas.microsoft.com/office/drawing/2014/main" id="{C0CAFD3E-7D76-6E59-2D9D-B615EFBD90AC}"/>
              </a:ext>
            </a:extLst>
          </p:cNvPr>
          <p:cNvSpPr/>
          <p:nvPr/>
        </p:nvSpPr>
        <p:spPr>
          <a:xfrm rot="16200000">
            <a:off x="2491460" y="2718875"/>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Arrow: Right 162">
            <a:extLst>
              <a:ext uri="{FF2B5EF4-FFF2-40B4-BE49-F238E27FC236}">
                <a16:creationId xmlns:a16="http://schemas.microsoft.com/office/drawing/2014/main" id="{ECEE947E-E9EA-7A98-7882-107B052FC9FB}"/>
              </a:ext>
            </a:extLst>
          </p:cNvPr>
          <p:cNvSpPr/>
          <p:nvPr/>
        </p:nvSpPr>
        <p:spPr>
          <a:xfrm rot="16200000">
            <a:off x="3021723" y="348453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Arrow: Right 163">
            <a:extLst>
              <a:ext uri="{FF2B5EF4-FFF2-40B4-BE49-F238E27FC236}">
                <a16:creationId xmlns:a16="http://schemas.microsoft.com/office/drawing/2014/main" id="{00D7F075-258D-6EE9-D208-724135DD5C1B}"/>
              </a:ext>
            </a:extLst>
          </p:cNvPr>
          <p:cNvSpPr/>
          <p:nvPr/>
        </p:nvSpPr>
        <p:spPr>
          <a:xfrm rot="16200000">
            <a:off x="2746861" y="2050309"/>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Arrow: Right 165">
            <a:extLst>
              <a:ext uri="{FF2B5EF4-FFF2-40B4-BE49-F238E27FC236}">
                <a16:creationId xmlns:a16="http://schemas.microsoft.com/office/drawing/2014/main" id="{C3754DEC-014D-3C21-5E78-68295A83D149}"/>
              </a:ext>
            </a:extLst>
          </p:cNvPr>
          <p:cNvSpPr/>
          <p:nvPr/>
        </p:nvSpPr>
        <p:spPr>
          <a:xfrm rot="16200000">
            <a:off x="2746861" y="433955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Arrow: Right 167">
            <a:extLst>
              <a:ext uri="{FF2B5EF4-FFF2-40B4-BE49-F238E27FC236}">
                <a16:creationId xmlns:a16="http://schemas.microsoft.com/office/drawing/2014/main" id="{CBB18CF7-6682-1171-77EA-BF0DFAE7FD07}"/>
              </a:ext>
            </a:extLst>
          </p:cNvPr>
          <p:cNvSpPr/>
          <p:nvPr/>
        </p:nvSpPr>
        <p:spPr>
          <a:xfrm rot="5400000">
            <a:off x="3009818" y="2612724"/>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Arrow: Right 168">
            <a:extLst>
              <a:ext uri="{FF2B5EF4-FFF2-40B4-BE49-F238E27FC236}">
                <a16:creationId xmlns:a16="http://schemas.microsoft.com/office/drawing/2014/main" id="{D18425BA-C1EC-4B3D-D621-171D198BFFCD}"/>
              </a:ext>
            </a:extLst>
          </p:cNvPr>
          <p:cNvSpPr/>
          <p:nvPr/>
        </p:nvSpPr>
        <p:spPr>
          <a:xfrm rot="5400000">
            <a:off x="2558352" y="3965483"/>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Arrow: Right 169">
            <a:extLst>
              <a:ext uri="{FF2B5EF4-FFF2-40B4-BE49-F238E27FC236}">
                <a16:creationId xmlns:a16="http://schemas.microsoft.com/office/drawing/2014/main" id="{5306E9FB-A14E-2C44-215F-DF1EB9ECDE4D}"/>
              </a:ext>
            </a:extLst>
          </p:cNvPr>
          <p:cNvSpPr/>
          <p:nvPr/>
        </p:nvSpPr>
        <p:spPr>
          <a:xfrm rot="5400000">
            <a:off x="3001523" y="3156266"/>
            <a:ext cx="83981" cy="45719"/>
          </a:xfrm>
          <a:prstGeom prst="rightArrow">
            <a:avLst>
              <a:gd name="adj1" fmla="val 18665"/>
              <a:gd name="adj2" fmla="val 634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Arrow: Right 171">
            <a:extLst>
              <a:ext uri="{FF2B5EF4-FFF2-40B4-BE49-F238E27FC236}">
                <a16:creationId xmlns:a16="http://schemas.microsoft.com/office/drawing/2014/main" id="{F32E2971-8182-A6BF-983F-6B058465B01F}"/>
              </a:ext>
            </a:extLst>
          </p:cNvPr>
          <p:cNvSpPr/>
          <p:nvPr/>
        </p:nvSpPr>
        <p:spPr>
          <a:xfrm>
            <a:off x="10435699" y="682159"/>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Arrow: Right 172">
            <a:extLst>
              <a:ext uri="{FF2B5EF4-FFF2-40B4-BE49-F238E27FC236}">
                <a16:creationId xmlns:a16="http://schemas.microsoft.com/office/drawing/2014/main" id="{70F1A8EE-5548-41C1-648D-B2F6753AE611}"/>
              </a:ext>
            </a:extLst>
          </p:cNvPr>
          <p:cNvSpPr/>
          <p:nvPr/>
        </p:nvSpPr>
        <p:spPr>
          <a:xfrm rot="5400000">
            <a:off x="10942674" y="1031395"/>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Arrow: Right 173">
            <a:extLst>
              <a:ext uri="{FF2B5EF4-FFF2-40B4-BE49-F238E27FC236}">
                <a16:creationId xmlns:a16="http://schemas.microsoft.com/office/drawing/2014/main" id="{440DC984-3A9D-ECD4-4DE3-D3CEF6F873FC}"/>
              </a:ext>
            </a:extLst>
          </p:cNvPr>
          <p:cNvSpPr/>
          <p:nvPr/>
        </p:nvSpPr>
        <p:spPr>
          <a:xfrm rot="5400000">
            <a:off x="10944840" y="2047990"/>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Arrow: Right 174">
            <a:extLst>
              <a:ext uri="{FF2B5EF4-FFF2-40B4-BE49-F238E27FC236}">
                <a16:creationId xmlns:a16="http://schemas.microsoft.com/office/drawing/2014/main" id="{BADA3F2A-1034-3EBF-5B25-8C1E08CAE1AA}"/>
              </a:ext>
            </a:extLst>
          </p:cNvPr>
          <p:cNvSpPr/>
          <p:nvPr/>
        </p:nvSpPr>
        <p:spPr>
          <a:xfrm rot="5400000">
            <a:off x="10940829" y="3074310"/>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Arrow: Right 175">
            <a:extLst>
              <a:ext uri="{FF2B5EF4-FFF2-40B4-BE49-F238E27FC236}">
                <a16:creationId xmlns:a16="http://schemas.microsoft.com/office/drawing/2014/main" id="{D694AD5F-7396-88EB-1B96-A8AA9553E2FC}"/>
              </a:ext>
            </a:extLst>
          </p:cNvPr>
          <p:cNvSpPr/>
          <p:nvPr/>
        </p:nvSpPr>
        <p:spPr>
          <a:xfrm rot="10800000">
            <a:off x="10744992" y="3844949"/>
            <a:ext cx="167963" cy="45720"/>
          </a:xfrm>
          <a:prstGeom prst="rightArrow">
            <a:avLst>
              <a:gd name="adj1" fmla="val 18665"/>
              <a:gd name="adj2" fmla="val 63428"/>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Arrow: Right 176">
            <a:extLst>
              <a:ext uri="{FF2B5EF4-FFF2-40B4-BE49-F238E27FC236}">
                <a16:creationId xmlns:a16="http://schemas.microsoft.com/office/drawing/2014/main" id="{9BAAB7D0-A06F-95CD-ACAB-80867D3FD527}"/>
              </a:ext>
            </a:extLst>
          </p:cNvPr>
          <p:cNvSpPr/>
          <p:nvPr/>
        </p:nvSpPr>
        <p:spPr>
          <a:xfrm rot="16200000">
            <a:off x="10363053" y="2195685"/>
            <a:ext cx="167963" cy="45720"/>
          </a:xfrm>
          <a:prstGeom prst="rightArrow">
            <a:avLst>
              <a:gd name="adj1" fmla="val 18665"/>
              <a:gd name="adj2" fmla="val 63428"/>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Arrow: Right 177">
            <a:extLst>
              <a:ext uri="{FF2B5EF4-FFF2-40B4-BE49-F238E27FC236}">
                <a16:creationId xmlns:a16="http://schemas.microsoft.com/office/drawing/2014/main" id="{3A208706-D446-E22C-08BA-BFFA83293D6A}"/>
              </a:ext>
            </a:extLst>
          </p:cNvPr>
          <p:cNvSpPr/>
          <p:nvPr/>
        </p:nvSpPr>
        <p:spPr>
          <a:xfrm rot="16200000">
            <a:off x="10358603" y="1634085"/>
            <a:ext cx="167963" cy="45720"/>
          </a:xfrm>
          <a:prstGeom prst="rightArrow">
            <a:avLst>
              <a:gd name="adj1" fmla="val 18665"/>
              <a:gd name="adj2" fmla="val 63428"/>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Straight Connector 36">
            <a:extLst>
              <a:ext uri="{FF2B5EF4-FFF2-40B4-BE49-F238E27FC236}">
                <a16:creationId xmlns:a16="http://schemas.microsoft.com/office/drawing/2014/main" id="{6734ACB0-2E72-700B-E58F-587C869E9BD9}"/>
              </a:ext>
            </a:extLst>
          </p:cNvPr>
          <p:cNvCxnSpPr>
            <a:cxnSpLocks/>
            <a:endCxn id="9" idx="1"/>
          </p:cNvCxnSpPr>
          <p:nvPr/>
        </p:nvCxnSpPr>
        <p:spPr>
          <a:xfrm rot="16200000" flipH="1">
            <a:off x="2732944" y="5783639"/>
            <a:ext cx="488353" cy="237015"/>
          </a:xfrm>
          <a:prstGeom prst="bentConnector2">
            <a:avLst/>
          </a:prstGeom>
          <a:ln cap="sq">
            <a:solidFill>
              <a:schemeClr val="tx1"/>
            </a:solidFill>
            <a:headEnd type="diamond"/>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F2A8102-E584-BD3D-1E60-1E79AF5EF49B}"/>
              </a:ext>
            </a:extLst>
          </p:cNvPr>
          <p:cNvSpPr txBox="1"/>
          <p:nvPr/>
        </p:nvSpPr>
        <p:spPr>
          <a:xfrm>
            <a:off x="3095628" y="5961658"/>
            <a:ext cx="2756251" cy="369332"/>
          </a:xfrm>
          <a:prstGeom prst="rect">
            <a:avLst/>
          </a:prstGeom>
          <a:noFill/>
        </p:spPr>
        <p:txBody>
          <a:bodyPr wrap="square" rtlCol="0">
            <a:spAutoFit/>
          </a:bodyPr>
          <a:lstStyle/>
          <a:p>
            <a:r>
              <a:rPr lang="en-GB" dirty="0">
                <a:latin typeface="Aptos SemiBold" panose="020B0004020202020204" pitchFamily="34" charset="0"/>
              </a:rPr>
              <a:t>Cocoon</a:t>
            </a:r>
            <a:endParaRPr lang="en-GB" sz="1400" dirty="0">
              <a:latin typeface="Aptos SemiBold" panose="020B0004020202020204" pitchFamily="34" charset="0"/>
            </a:endParaRPr>
          </a:p>
        </p:txBody>
      </p:sp>
      <p:sp>
        <p:nvSpPr>
          <p:cNvPr id="23" name="TextBox 22">
            <a:extLst>
              <a:ext uri="{FF2B5EF4-FFF2-40B4-BE49-F238E27FC236}">
                <a16:creationId xmlns:a16="http://schemas.microsoft.com/office/drawing/2014/main" id="{698977A7-3E2C-2CD9-9A8C-6FB4A8F60A42}"/>
              </a:ext>
            </a:extLst>
          </p:cNvPr>
          <p:cNvSpPr txBox="1"/>
          <p:nvPr/>
        </p:nvSpPr>
        <p:spPr>
          <a:xfrm>
            <a:off x="3095626" y="6242324"/>
            <a:ext cx="6230164" cy="523220"/>
          </a:xfrm>
          <a:prstGeom prst="rect">
            <a:avLst/>
          </a:prstGeom>
          <a:noFill/>
        </p:spPr>
        <p:txBody>
          <a:bodyPr wrap="square" rtlCol="0">
            <a:spAutoFit/>
          </a:bodyPr>
          <a:lstStyle/>
          <a:p>
            <a:r>
              <a:rPr lang="en-GB" sz="1400" dirty="0"/>
              <a:t>Containment building: Protects against plane crashes, seismic activity, etc.</a:t>
            </a:r>
          </a:p>
          <a:p>
            <a:r>
              <a:rPr lang="en-GB" sz="1400" dirty="0"/>
              <a:t>Assembled on site</a:t>
            </a:r>
          </a:p>
        </p:txBody>
      </p:sp>
      <p:sp>
        <p:nvSpPr>
          <p:cNvPr id="1124" name="Rectangle: Rounded Corners 1123">
            <a:extLst>
              <a:ext uri="{FF2B5EF4-FFF2-40B4-BE49-F238E27FC236}">
                <a16:creationId xmlns:a16="http://schemas.microsoft.com/office/drawing/2014/main" id="{F6DF2CA5-C1AD-DBFD-1C9D-25D3680FDCD5}"/>
              </a:ext>
            </a:extLst>
          </p:cNvPr>
          <p:cNvSpPr/>
          <p:nvPr/>
        </p:nvSpPr>
        <p:spPr>
          <a:xfrm>
            <a:off x="9325790" y="276045"/>
            <a:ext cx="2164595" cy="5835903"/>
          </a:xfrm>
          <a:prstGeom prst="roundRect">
            <a:avLst/>
          </a:prstGeom>
          <a:noFill/>
          <a:ln w="762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 name="Group 26">
            <a:extLst>
              <a:ext uri="{FF2B5EF4-FFF2-40B4-BE49-F238E27FC236}">
                <a16:creationId xmlns:a16="http://schemas.microsoft.com/office/drawing/2014/main" id="{E4B16561-0DCB-1908-8CF0-D3F5AEE6A52E}"/>
              </a:ext>
            </a:extLst>
          </p:cNvPr>
          <p:cNvGrpSpPr/>
          <p:nvPr/>
        </p:nvGrpSpPr>
        <p:grpSpPr>
          <a:xfrm>
            <a:off x="1312372" y="265468"/>
            <a:ext cx="7664630" cy="6055744"/>
            <a:chOff x="1371600" y="189781"/>
            <a:chExt cx="7664630" cy="6055744"/>
          </a:xfrm>
        </p:grpSpPr>
        <p:sp>
          <p:nvSpPr>
            <p:cNvPr id="24" name="Rectangle 23">
              <a:extLst>
                <a:ext uri="{FF2B5EF4-FFF2-40B4-BE49-F238E27FC236}">
                  <a16:creationId xmlns:a16="http://schemas.microsoft.com/office/drawing/2014/main" id="{17DAFCA6-C6DA-ECB7-B237-9F9AA31AEDBE}"/>
                </a:ext>
              </a:extLst>
            </p:cNvPr>
            <p:cNvSpPr/>
            <p:nvPr/>
          </p:nvSpPr>
          <p:spPr>
            <a:xfrm>
              <a:off x="1371600" y="189781"/>
              <a:ext cx="7629945" cy="6055744"/>
            </a:xfrm>
            <a:prstGeom prst="rect">
              <a:avLst/>
            </a:prstGeom>
            <a:solidFill>
              <a:schemeClr val="bg1"/>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a:extLst>
                <a:ext uri="{FF2B5EF4-FFF2-40B4-BE49-F238E27FC236}">
                  <a16:creationId xmlns:a16="http://schemas.microsoft.com/office/drawing/2014/main" id="{D0044F51-820B-5EF8-0664-2C877F9CD1C3}"/>
                </a:ext>
              </a:extLst>
            </p:cNvPr>
            <p:cNvPicPr>
              <a:picLocks noChangeAspect="1"/>
            </p:cNvPicPr>
            <p:nvPr/>
          </p:nvPicPr>
          <p:blipFill>
            <a:blip r:embed="rId7"/>
            <a:srcRect b="237"/>
            <a:stretch>
              <a:fillRect/>
            </a:stretch>
          </p:blipFill>
          <p:spPr>
            <a:xfrm>
              <a:off x="2076743" y="243103"/>
              <a:ext cx="6149569" cy="5290922"/>
            </a:xfrm>
            <a:prstGeom prst="rect">
              <a:avLst/>
            </a:prstGeom>
          </p:spPr>
        </p:pic>
        <p:sp>
          <p:nvSpPr>
            <p:cNvPr id="26" name="TextBox 25">
              <a:extLst>
                <a:ext uri="{FF2B5EF4-FFF2-40B4-BE49-F238E27FC236}">
                  <a16:creationId xmlns:a16="http://schemas.microsoft.com/office/drawing/2014/main" id="{3682DABA-0FEA-834D-D7EE-5062171B4F5E}"/>
                </a:ext>
              </a:extLst>
            </p:cNvPr>
            <p:cNvSpPr txBox="1"/>
            <p:nvPr/>
          </p:nvSpPr>
          <p:spPr>
            <a:xfrm>
              <a:off x="1517830" y="5686469"/>
              <a:ext cx="7518400" cy="430887"/>
            </a:xfrm>
            <a:prstGeom prst="rect">
              <a:avLst/>
            </a:prstGeom>
            <a:noFill/>
          </p:spPr>
          <p:txBody>
            <a:bodyPr wrap="square" rtlCol="0">
              <a:spAutoFit/>
            </a:bodyPr>
            <a:lstStyle/>
            <a:p>
              <a:r>
                <a:rPr lang="en-GB" sz="1100" dirty="0">
                  <a:latin typeface="Times New Roman" panose="02020603050405020304" pitchFamily="18" charset="0"/>
                  <a:cs typeface="Times New Roman" panose="02020603050405020304" pitchFamily="18" charset="0"/>
                </a:rPr>
                <a:t>Pedersen, T.J. (2019). Fission Product Removal by Vacuum Spraying in a Heavy Water Moderated Molten Salt Reactor. In: Nayak, A., Sehgal, B. (eds) Thorium—Energy for the Future. Springer, Singapore. https://doi.org/10.1007/978-981-13-2658-5_34</a:t>
              </a:r>
            </a:p>
          </p:txBody>
        </p:sp>
      </p:grpSp>
    </p:spTree>
    <p:extLst>
      <p:ext uri="{BB962C8B-B14F-4D97-AF65-F5344CB8AC3E}">
        <p14:creationId xmlns:p14="http://schemas.microsoft.com/office/powerpoint/2010/main" val="32438188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 fill="hold"/>
                                        <p:tgtEl>
                                          <p:spTgt spid="17"/>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2000" fill="hold"/>
                                        <p:tgtEl>
                                          <p:spTgt spid="20"/>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2000" fill="hold"/>
                                        <p:tgtEl>
                                          <p:spTgt spid="19"/>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2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2000" fill="hold"/>
                                        <p:tgtEl>
                                          <p:spTgt spid="21"/>
                                        </p:tgtEl>
                                        <p:attrNameLst>
                                          <p:attrName>r</p:attrName>
                                        </p:attrNameLst>
                                      </p:cBhvr>
                                    </p:animRot>
                                  </p:childTnLst>
                                </p:cTn>
                              </p:par>
                              <p:par>
                                <p:cTn id="15" presetID="8" presetClass="emph" presetSubtype="0" repeatCount="indefinite" fill="hold" nodeType="withEffect">
                                  <p:stCondLst>
                                    <p:cond delay="0"/>
                                  </p:stCondLst>
                                  <p:childTnLst>
                                    <p:animRot by="21600000">
                                      <p:cBhvr>
                                        <p:cTn id="16" dur="2000" fill="hold"/>
                                        <p:tgtEl>
                                          <p:spTgt spid="22"/>
                                        </p:tgtEl>
                                        <p:attrNameLst>
                                          <p:attrName>r</p:attrName>
                                        </p:attrNameLst>
                                      </p:cBhvr>
                                    </p:animRot>
                                  </p:childTnLst>
                                </p:cTn>
                              </p:par>
                              <p:par>
                                <p:cTn id="17" presetID="8" presetClass="emph" presetSubtype="0" repeatCount="indefinite" fill="hold" nodeType="withEffect">
                                  <p:stCondLst>
                                    <p:cond delay="0"/>
                                  </p:stCondLst>
                                  <p:childTnLst>
                                    <p:animRot by="-21600000">
                                      <p:cBhvr>
                                        <p:cTn id="18" dur="1000" fill="hold"/>
                                        <p:tgtEl>
                                          <p:spTgt spid="1028"/>
                                        </p:tgtEl>
                                        <p:attrNameLst>
                                          <p:attrName>r</p:attrName>
                                        </p:attrNameLst>
                                      </p:cBhvr>
                                    </p:animRot>
                                  </p:childTnLst>
                                </p:cTn>
                              </p:par>
                              <p:par>
                                <p:cTn id="19" presetID="8" presetClass="emph" presetSubtype="0" repeatCount="indefinite" fill="hold" nodeType="withEffect">
                                  <p:stCondLst>
                                    <p:cond delay="0"/>
                                  </p:stCondLst>
                                  <p:childTnLst>
                                    <p:animRot by="-21600000">
                                      <p:cBhvr>
                                        <p:cTn id="20" dur="4500" fill="hold"/>
                                        <p:tgtEl>
                                          <p:spTgt spid="16"/>
                                        </p:tgtEl>
                                        <p:attrNameLst>
                                          <p:attrName>r</p:attrName>
                                        </p:attrNameLst>
                                      </p:cBhvr>
                                    </p:animRot>
                                  </p:childTnLst>
                                </p:cTn>
                              </p:par>
                              <p:par>
                                <p:cTn id="21" presetID="6" presetClass="emph" presetSubtype="0" repeatCount="indefinite" autoRev="1" fill="hold" grpId="0" nodeType="withEffect">
                                  <p:stCondLst>
                                    <p:cond delay="0"/>
                                  </p:stCondLst>
                                  <p:childTnLst>
                                    <p:animScale>
                                      <p:cBhvr>
                                        <p:cTn id="22" dur="1000" fill="hold"/>
                                        <p:tgtEl>
                                          <p:spTgt spid="182"/>
                                        </p:tgtEl>
                                      </p:cBhvr>
                                      <p:by x="125000" y="125000"/>
                                    </p:animScale>
                                  </p:childTnLst>
                                </p:cTn>
                              </p:par>
                              <p:par>
                                <p:cTn id="23" presetID="6" presetClass="emph" presetSubtype="0" repeatCount="indefinite" autoRev="1" fill="hold" grpId="0" nodeType="withEffect">
                                  <p:stCondLst>
                                    <p:cond delay="0"/>
                                  </p:stCondLst>
                                  <p:childTnLst>
                                    <p:animScale>
                                      <p:cBhvr>
                                        <p:cTn id="24" dur="1000" fill="hold"/>
                                        <p:tgtEl>
                                          <p:spTgt spid="184"/>
                                        </p:tgtEl>
                                      </p:cBhvr>
                                      <p:by x="125000" y="125000"/>
                                    </p:animScale>
                                  </p:childTnLst>
                                </p:cTn>
                              </p:par>
                              <p:par>
                                <p:cTn id="25" presetID="6" presetClass="emph" presetSubtype="0" repeatCount="indefinite" autoRev="1" fill="hold" grpId="0" nodeType="withEffect">
                                  <p:stCondLst>
                                    <p:cond delay="0"/>
                                  </p:stCondLst>
                                  <p:childTnLst>
                                    <p:animScale>
                                      <p:cBhvr>
                                        <p:cTn id="26" dur="1000" fill="hold"/>
                                        <p:tgtEl>
                                          <p:spTgt spid="186"/>
                                        </p:tgtEl>
                                      </p:cBhvr>
                                      <p:by x="125000" y="125000"/>
                                    </p:animScale>
                                  </p:childTnLst>
                                </p:cTn>
                              </p:par>
                              <p:par>
                                <p:cTn id="27" presetID="6" presetClass="emph" presetSubtype="0" repeatCount="indefinite" autoRev="1" fill="hold" grpId="0" nodeType="withEffect">
                                  <p:stCondLst>
                                    <p:cond delay="0"/>
                                  </p:stCondLst>
                                  <p:childTnLst>
                                    <p:animScale>
                                      <p:cBhvr>
                                        <p:cTn id="28" dur="1000" fill="hold"/>
                                        <p:tgtEl>
                                          <p:spTgt spid="188"/>
                                        </p:tgtEl>
                                      </p:cBhvr>
                                      <p:by x="125000" y="125000"/>
                                    </p:animScale>
                                  </p:childTnLst>
                                </p:cTn>
                              </p:par>
                              <p:par>
                                <p:cTn id="29" presetID="6" presetClass="emph" presetSubtype="0" repeatCount="indefinite" autoRev="1" fill="hold" grpId="0" nodeType="withEffect">
                                  <p:stCondLst>
                                    <p:cond delay="0"/>
                                  </p:stCondLst>
                                  <p:childTnLst>
                                    <p:animScale>
                                      <p:cBhvr>
                                        <p:cTn id="30" dur="1000" fill="hold"/>
                                        <p:tgtEl>
                                          <p:spTgt spid="189"/>
                                        </p:tgtEl>
                                      </p:cBhvr>
                                      <p:by x="125000" y="125000"/>
                                    </p:animScale>
                                  </p:childTnLst>
                                </p:cTn>
                              </p:par>
                              <p:par>
                                <p:cTn id="31" presetID="6" presetClass="emph" presetSubtype="0" repeatCount="indefinite" autoRev="1" fill="hold" grpId="0" nodeType="withEffect">
                                  <p:stCondLst>
                                    <p:cond delay="0"/>
                                  </p:stCondLst>
                                  <p:childTnLst>
                                    <p:animScale>
                                      <p:cBhvr>
                                        <p:cTn id="32" dur="1000" fill="hold"/>
                                        <p:tgtEl>
                                          <p:spTgt spid="191"/>
                                        </p:tgtEl>
                                      </p:cBhvr>
                                      <p:by x="125000" y="125000"/>
                                    </p:animScale>
                                  </p:childTnLst>
                                </p:cTn>
                              </p:par>
                              <p:par>
                                <p:cTn id="33" presetID="6" presetClass="emph" presetSubtype="0" repeatCount="indefinite" autoRev="1" fill="hold" grpId="0" nodeType="withEffect">
                                  <p:stCondLst>
                                    <p:cond delay="0"/>
                                  </p:stCondLst>
                                  <p:childTnLst>
                                    <p:animScale>
                                      <p:cBhvr>
                                        <p:cTn id="34" dur="1000" fill="hold"/>
                                        <p:tgtEl>
                                          <p:spTgt spid="192"/>
                                        </p:tgtEl>
                                      </p:cBhvr>
                                      <p:by x="125000" y="125000"/>
                                    </p:animScale>
                                  </p:childTnLst>
                                </p:cTn>
                              </p:par>
                              <p:par>
                                <p:cTn id="35" presetID="6" presetClass="emph" presetSubtype="0" repeatCount="indefinite" autoRev="1" fill="hold" grpId="0" nodeType="withEffect">
                                  <p:stCondLst>
                                    <p:cond delay="0"/>
                                  </p:stCondLst>
                                  <p:childTnLst>
                                    <p:animScale>
                                      <p:cBhvr>
                                        <p:cTn id="36" dur="1000" fill="hold"/>
                                        <p:tgtEl>
                                          <p:spTgt spid="194"/>
                                        </p:tgtEl>
                                      </p:cBhvr>
                                      <p:by x="125000" y="125000"/>
                                    </p:animScale>
                                  </p:childTnLst>
                                </p:cTn>
                              </p:par>
                              <p:par>
                                <p:cTn id="37" presetID="6" presetClass="emph" presetSubtype="0" repeatCount="indefinite" autoRev="1" fill="hold" grpId="0" nodeType="withEffect">
                                  <p:stCondLst>
                                    <p:cond delay="0"/>
                                  </p:stCondLst>
                                  <p:childTnLst>
                                    <p:animScale>
                                      <p:cBhvr>
                                        <p:cTn id="38" dur="1000" fill="hold"/>
                                        <p:tgtEl>
                                          <p:spTgt spid="196"/>
                                        </p:tgtEl>
                                      </p:cBhvr>
                                      <p:by x="125000" y="125000"/>
                                    </p:animScale>
                                  </p:childTnLst>
                                </p:cTn>
                              </p:par>
                              <p:par>
                                <p:cTn id="39" presetID="6" presetClass="emph" presetSubtype="0" repeatCount="indefinite" autoRev="1" fill="hold" grpId="0" nodeType="withEffect">
                                  <p:stCondLst>
                                    <p:cond delay="0"/>
                                  </p:stCondLst>
                                  <p:childTnLst>
                                    <p:animScale>
                                      <p:cBhvr>
                                        <p:cTn id="40" dur="1000" fill="hold"/>
                                        <p:tgtEl>
                                          <p:spTgt spid="198"/>
                                        </p:tgtEl>
                                      </p:cBhvr>
                                      <p:by x="125000" y="125000"/>
                                    </p:animScale>
                                  </p:childTnLst>
                                </p:cTn>
                              </p:par>
                              <p:par>
                                <p:cTn id="41" presetID="6" presetClass="emph" presetSubtype="0" repeatCount="indefinite" autoRev="1" fill="hold" grpId="0" nodeType="withEffect">
                                  <p:stCondLst>
                                    <p:cond delay="0"/>
                                  </p:stCondLst>
                                  <p:childTnLst>
                                    <p:animScale>
                                      <p:cBhvr>
                                        <p:cTn id="42" dur="1000" fill="hold"/>
                                        <p:tgtEl>
                                          <p:spTgt spid="201"/>
                                        </p:tgtEl>
                                      </p:cBhvr>
                                      <p:by x="125000" y="125000"/>
                                    </p:animScale>
                                  </p:childTnLst>
                                </p:cTn>
                              </p:par>
                              <p:par>
                                <p:cTn id="43" presetID="6" presetClass="emph" presetSubtype="0" repeatCount="indefinite" autoRev="1" fill="hold" grpId="0" nodeType="withEffect">
                                  <p:stCondLst>
                                    <p:cond delay="0"/>
                                  </p:stCondLst>
                                  <p:childTnLst>
                                    <p:animScale>
                                      <p:cBhvr>
                                        <p:cTn id="44" dur="1000" fill="hold"/>
                                        <p:tgtEl>
                                          <p:spTgt spid="202"/>
                                        </p:tgtEl>
                                      </p:cBhvr>
                                      <p:by x="125000" y="125000"/>
                                    </p:animScale>
                                  </p:childTnLst>
                                </p:cTn>
                              </p:par>
                              <p:par>
                                <p:cTn id="45" presetID="6" presetClass="emph" presetSubtype="0" repeatCount="indefinite" autoRev="1" fill="hold" grpId="0" nodeType="withEffect">
                                  <p:stCondLst>
                                    <p:cond delay="0"/>
                                  </p:stCondLst>
                                  <p:childTnLst>
                                    <p:animScale>
                                      <p:cBhvr>
                                        <p:cTn id="46" dur="1000" fill="hold"/>
                                        <p:tgtEl>
                                          <p:spTgt spid="204"/>
                                        </p:tgtEl>
                                      </p:cBhvr>
                                      <p:by x="125000" y="125000"/>
                                    </p:animScale>
                                  </p:childTnLst>
                                </p:cTn>
                              </p:par>
                              <p:par>
                                <p:cTn id="47" presetID="6" presetClass="emph" presetSubtype="0" repeatCount="indefinite" autoRev="1" fill="hold" grpId="0" nodeType="withEffect">
                                  <p:stCondLst>
                                    <p:cond delay="0"/>
                                  </p:stCondLst>
                                  <p:childTnLst>
                                    <p:animScale>
                                      <p:cBhvr>
                                        <p:cTn id="48" dur="1000" fill="hold"/>
                                        <p:tgtEl>
                                          <p:spTgt spid="207"/>
                                        </p:tgtEl>
                                      </p:cBhvr>
                                      <p:by x="125000" y="125000"/>
                                    </p:animScale>
                                  </p:childTnLst>
                                </p:cTn>
                              </p:par>
                              <p:par>
                                <p:cTn id="49" presetID="6" presetClass="emph" presetSubtype="0" repeatCount="indefinite" autoRev="1" fill="hold" grpId="0" nodeType="withEffect">
                                  <p:stCondLst>
                                    <p:cond delay="0"/>
                                  </p:stCondLst>
                                  <p:childTnLst>
                                    <p:animScale>
                                      <p:cBhvr>
                                        <p:cTn id="50" dur="1000" fill="hold"/>
                                        <p:tgtEl>
                                          <p:spTgt spid="209"/>
                                        </p:tgtEl>
                                      </p:cBhvr>
                                      <p:by x="125000" y="125000"/>
                                    </p:animScale>
                                  </p:childTnLst>
                                </p:cTn>
                              </p:par>
                              <p:par>
                                <p:cTn id="51" presetID="6" presetClass="emph" presetSubtype="0" repeatCount="indefinite" autoRev="1" fill="hold" grpId="0" nodeType="withEffect">
                                  <p:stCondLst>
                                    <p:cond delay="0"/>
                                  </p:stCondLst>
                                  <p:childTnLst>
                                    <p:animScale>
                                      <p:cBhvr>
                                        <p:cTn id="52" dur="1000" fill="hold"/>
                                        <p:tgtEl>
                                          <p:spTgt spid="211"/>
                                        </p:tgtEl>
                                      </p:cBhvr>
                                      <p:by x="125000" y="125000"/>
                                    </p:animScale>
                                  </p:childTnLst>
                                </p:cTn>
                              </p:par>
                              <p:par>
                                <p:cTn id="53" presetID="6" presetClass="emph" presetSubtype="0" repeatCount="indefinite" autoRev="1" fill="hold" grpId="0" nodeType="withEffect">
                                  <p:stCondLst>
                                    <p:cond delay="0"/>
                                  </p:stCondLst>
                                  <p:childTnLst>
                                    <p:animScale>
                                      <p:cBhvr>
                                        <p:cTn id="54" dur="1000" fill="hold"/>
                                        <p:tgtEl>
                                          <p:spTgt spid="213"/>
                                        </p:tgtEl>
                                      </p:cBhvr>
                                      <p:by x="125000" y="125000"/>
                                    </p:animScale>
                                  </p:childTnLst>
                                </p:cTn>
                              </p:par>
                              <p:par>
                                <p:cTn id="55" presetID="6" presetClass="emph" presetSubtype="0" repeatCount="indefinite" autoRev="1" fill="hold" grpId="0" nodeType="withEffect">
                                  <p:stCondLst>
                                    <p:cond delay="0"/>
                                  </p:stCondLst>
                                  <p:childTnLst>
                                    <p:animScale>
                                      <p:cBhvr>
                                        <p:cTn id="56" dur="1000" fill="hold"/>
                                        <p:tgtEl>
                                          <p:spTgt spid="214"/>
                                        </p:tgtEl>
                                      </p:cBhvr>
                                      <p:by x="125000" y="125000"/>
                                    </p:animScale>
                                  </p:childTnLst>
                                </p:cTn>
                              </p:par>
                              <p:par>
                                <p:cTn id="57" presetID="6" presetClass="emph" presetSubtype="0" repeatCount="indefinite" autoRev="1" fill="hold" grpId="0" nodeType="withEffect">
                                  <p:stCondLst>
                                    <p:cond delay="0"/>
                                  </p:stCondLst>
                                  <p:childTnLst>
                                    <p:animScale>
                                      <p:cBhvr>
                                        <p:cTn id="58" dur="1000" fill="hold"/>
                                        <p:tgtEl>
                                          <p:spTgt spid="3"/>
                                        </p:tgtEl>
                                      </p:cBhvr>
                                      <p:by x="125000" y="125000"/>
                                    </p:animScale>
                                  </p:childTnLst>
                                </p:cTn>
                              </p:par>
                              <p:par>
                                <p:cTn id="59" presetID="6" presetClass="emph" presetSubtype="0" repeatCount="indefinite" autoRev="1" fill="hold" grpId="0" nodeType="withEffect">
                                  <p:stCondLst>
                                    <p:cond delay="0"/>
                                  </p:stCondLst>
                                  <p:childTnLst>
                                    <p:animScale>
                                      <p:cBhvr>
                                        <p:cTn id="60" dur="1000" fill="hold"/>
                                        <p:tgtEl>
                                          <p:spTgt spid="6"/>
                                        </p:tgtEl>
                                      </p:cBhvr>
                                      <p:by x="125000" y="125000"/>
                                    </p:animScale>
                                  </p:childTnLst>
                                </p:cTn>
                              </p:par>
                              <p:par>
                                <p:cTn id="61" presetID="6" presetClass="emph" presetSubtype="0" repeatCount="indefinite" autoRev="1" fill="hold" grpId="0" nodeType="withEffect">
                                  <p:stCondLst>
                                    <p:cond delay="0"/>
                                  </p:stCondLst>
                                  <p:childTnLst>
                                    <p:animScale>
                                      <p:cBhvr>
                                        <p:cTn id="62" dur="1000" fill="hold"/>
                                        <p:tgtEl>
                                          <p:spTgt spid="7"/>
                                        </p:tgtEl>
                                      </p:cBhvr>
                                      <p:by x="125000" y="125000"/>
                                    </p:animScale>
                                  </p:childTnLst>
                                </p:cTn>
                              </p:par>
                              <p:par>
                                <p:cTn id="63" presetID="6" presetClass="emph" presetSubtype="0" repeatCount="indefinite" autoRev="1" fill="hold" grpId="0" nodeType="withEffect">
                                  <p:stCondLst>
                                    <p:cond delay="0"/>
                                  </p:stCondLst>
                                  <p:childTnLst>
                                    <p:animScale>
                                      <p:cBhvr>
                                        <p:cTn id="64" dur="1000" fill="hold"/>
                                        <p:tgtEl>
                                          <p:spTgt spid="14"/>
                                        </p:tgtEl>
                                      </p:cBhvr>
                                      <p:by x="125000" y="125000"/>
                                    </p:animScale>
                                  </p:childTnLst>
                                </p:cTn>
                              </p:par>
                              <p:par>
                                <p:cTn id="65" presetID="6" presetClass="emph" presetSubtype="0" repeatCount="indefinite" autoRev="1" fill="hold" grpId="0" nodeType="withEffect">
                                  <p:stCondLst>
                                    <p:cond delay="0"/>
                                  </p:stCondLst>
                                  <p:childTnLst>
                                    <p:animScale>
                                      <p:cBhvr>
                                        <p:cTn id="66" dur="1000" fill="hold"/>
                                        <p:tgtEl>
                                          <p:spTgt spid="1136"/>
                                        </p:tgtEl>
                                      </p:cBhvr>
                                      <p:by x="125000" y="125000"/>
                                    </p:animScale>
                                  </p:childTnLst>
                                </p:cTn>
                              </p:par>
                              <p:par>
                                <p:cTn id="67" presetID="6" presetClass="emph" presetSubtype="0" repeatCount="indefinite" autoRev="1" fill="hold" grpId="0" nodeType="withEffect">
                                  <p:stCondLst>
                                    <p:cond delay="0"/>
                                  </p:stCondLst>
                                  <p:childTnLst>
                                    <p:animScale>
                                      <p:cBhvr>
                                        <p:cTn id="68" dur="1000" fill="hold"/>
                                        <p:tgtEl>
                                          <p:spTgt spid="1137"/>
                                        </p:tgtEl>
                                      </p:cBhvr>
                                      <p:by x="125000" y="125000"/>
                                    </p:animScale>
                                  </p:childTnLst>
                                </p:cTn>
                              </p:par>
                              <p:par>
                                <p:cTn id="69" presetID="6" presetClass="emph" presetSubtype="0" repeatCount="indefinite" autoRev="1" fill="hold" grpId="0" nodeType="withEffect">
                                  <p:stCondLst>
                                    <p:cond delay="0"/>
                                  </p:stCondLst>
                                  <p:childTnLst>
                                    <p:animScale>
                                      <p:cBhvr>
                                        <p:cTn id="70" dur="1000" fill="hold"/>
                                        <p:tgtEl>
                                          <p:spTgt spid="1139"/>
                                        </p:tgtEl>
                                      </p:cBhvr>
                                      <p:by x="125000" y="125000"/>
                                    </p:animScale>
                                  </p:childTnLst>
                                </p:cTn>
                              </p:par>
                              <p:par>
                                <p:cTn id="71" presetID="6" presetClass="emph" presetSubtype="0" repeatCount="indefinite" autoRev="1" fill="hold" grpId="0" nodeType="withEffect">
                                  <p:stCondLst>
                                    <p:cond delay="0"/>
                                  </p:stCondLst>
                                  <p:childTnLst>
                                    <p:animScale>
                                      <p:cBhvr>
                                        <p:cTn id="72" dur="1000" fill="hold"/>
                                        <p:tgtEl>
                                          <p:spTgt spid="1154"/>
                                        </p:tgtEl>
                                      </p:cBhvr>
                                      <p:by x="125000" y="125000"/>
                                    </p:animScale>
                                  </p:childTnLst>
                                </p:cTn>
                              </p:par>
                              <p:par>
                                <p:cTn id="73" presetID="6" presetClass="emph" presetSubtype="0" repeatCount="indefinite" autoRev="1" fill="hold" grpId="0" nodeType="withEffect">
                                  <p:stCondLst>
                                    <p:cond delay="0"/>
                                  </p:stCondLst>
                                  <p:childTnLst>
                                    <p:animScale>
                                      <p:cBhvr>
                                        <p:cTn id="74" dur="1000" fill="hold"/>
                                        <p:tgtEl>
                                          <p:spTgt spid="1155"/>
                                        </p:tgtEl>
                                      </p:cBhvr>
                                      <p:by x="125000" y="125000"/>
                                    </p:animScale>
                                  </p:childTnLst>
                                </p:cTn>
                              </p:par>
                              <p:par>
                                <p:cTn id="75" presetID="6" presetClass="emph" presetSubtype="0" repeatCount="indefinite" autoRev="1" fill="hold" grpId="0" nodeType="withEffect">
                                  <p:stCondLst>
                                    <p:cond delay="0"/>
                                  </p:stCondLst>
                                  <p:childTnLst>
                                    <p:animScale>
                                      <p:cBhvr>
                                        <p:cTn id="76" dur="1000" fill="hold"/>
                                        <p:tgtEl>
                                          <p:spTgt spid="1157"/>
                                        </p:tgtEl>
                                      </p:cBhvr>
                                      <p:by x="125000" y="125000"/>
                                    </p:animScale>
                                  </p:childTnLst>
                                </p:cTn>
                              </p:par>
                              <p:par>
                                <p:cTn id="77" presetID="6" presetClass="emph" presetSubtype="0" repeatCount="indefinite" autoRev="1" fill="hold" grpId="0" nodeType="withEffect">
                                  <p:stCondLst>
                                    <p:cond delay="0"/>
                                  </p:stCondLst>
                                  <p:childTnLst>
                                    <p:animScale>
                                      <p:cBhvr>
                                        <p:cTn id="78" dur="1000" fill="hold"/>
                                        <p:tgtEl>
                                          <p:spTgt spid="1158"/>
                                        </p:tgtEl>
                                      </p:cBhvr>
                                      <p:by x="125000" y="125000"/>
                                    </p:animScale>
                                  </p:childTnLst>
                                </p:cTn>
                              </p:par>
                              <p:par>
                                <p:cTn id="79" presetID="6" presetClass="emph" presetSubtype="0" repeatCount="indefinite" autoRev="1" fill="hold" grpId="0" nodeType="withEffect">
                                  <p:stCondLst>
                                    <p:cond delay="0"/>
                                  </p:stCondLst>
                                  <p:childTnLst>
                                    <p:animScale>
                                      <p:cBhvr>
                                        <p:cTn id="80" dur="1000" fill="hold"/>
                                        <p:tgtEl>
                                          <p:spTgt spid="1159"/>
                                        </p:tgtEl>
                                      </p:cBhvr>
                                      <p:by x="125000" y="125000"/>
                                    </p:animScale>
                                  </p:childTnLst>
                                </p:cTn>
                              </p:par>
                              <p:par>
                                <p:cTn id="81" presetID="6" presetClass="emph" presetSubtype="0" repeatCount="indefinite" autoRev="1" fill="hold" grpId="0" nodeType="withEffect">
                                  <p:stCondLst>
                                    <p:cond delay="0"/>
                                  </p:stCondLst>
                                  <p:childTnLst>
                                    <p:animScale>
                                      <p:cBhvr>
                                        <p:cTn id="82" dur="1000" fill="hold"/>
                                        <p:tgtEl>
                                          <p:spTgt spid="1160"/>
                                        </p:tgtEl>
                                      </p:cBhvr>
                                      <p:by x="125000" y="125000"/>
                                    </p:animScale>
                                  </p:childTnLst>
                                </p:cTn>
                              </p:par>
                              <p:par>
                                <p:cTn id="83" presetID="6" presetClass="emph" presetSubtype="0" repeatCount="indefinite" autoRev="1" fill="hold" grpId="0" nodeType="withEffect">
                                  <p:stCondLst>
                                    <p:cond delay="0"/>
                                  </p:stCondLst>
                                  <p:childTnLst>
                                    <p:animScale>
                                      <p:cBhvr>
                                        <p:cTn id="84" dur="1000" fill="hold"/>
                                        <p:tgtEl>
                                          <p:spTgt spid="1161"/>
                                        </p:tgtEl>
                                      </p:cBhvr>
                                      <p:by x="125000" y="125000"/>
                                    </p:animScale>
                                  </p:childTnLst>
                                </p:cTn>
                              </p:par>
                              <p:par>
                                <p:cTn id="85" presetID="6" presetClass="emph" presetSubtype="0" repeatCount="indefinite" autoRev="1" fill="hold" grpId="0" nodeType="withEffect">
                                  <p:stCondLst>
                                    <p:cond delay="0"/>
                                  </p:stCondLst>
                                  <p:childTnLst>
                                    <p:animScale>
                                      <p:cBhvr>
                                        <p:cTn id="86" dur="1000" fill="hold"/>
                                        <p:tgtEl>
                                          <p:spTgt spid="1162"/>
                                        </p:tgtEl>
                                      </p:cBhvr>
                                      <p:by x="125000" y="125000"/>
                                    </p:animScale>
                                  </p:childTnLst>
                                </p:cTn>
                              </p:par>
                              <p:par>
                                <p:cTn id="87" presetID="6" presetClass="emph" presetSubtype="0" repeatCount="indefinite" autoRev="1" fill="hold" grpId="0" nodeType="withEffect">
                                  <p:stCondLst>
                                    <p:cond delay="0"/>
                                  </p:stCondLst>
                                  <p:childTnLst>
                                    <p:animScale>
                                      <p:cBhvr>
                                        <p:cTn id="88" dur="1000" fill="hold"/>
                                        <p:tgtEl>
                                          <p:spTgt spid="1163"/>
                                        </p:tgtEl>
                                      </p:cBhvr>
                                      <p:by x="125000" y="125000"/>
                                    </p:animScale>
                                  </p:childTnLst>
                                </p:cTn>
                              </p:par>
                              <p:par>
                                <p:cTn id="89" presetID="6" presetClass="emph" presetSubtype="0" repeatCount="indefinite" autoRev="1" fill="hold" grpId="0" nodeType="withEffect">
                                  <p:stCondLst>
                                    <p:cond delay="0"/>
                                  </p:stCondLst>
                                  <p:childTnLst>
                                    <p:animScale>
                                      <p:cBhvr>
                                        <p:cTn id="90" dur="1000" fill="hold"/>
                                        <p:tgtEl>
                                          <p:spTgt spid="1164"/>
                                        </p:tgtEl>
                                      </p:cBhvr>
                                      <p:by x="125000" y="125000"/>
                                    </p:animScale>
                                  </p:childTnLst>
                                </p:cTn>
                              </p:par>
                              <p:par>
                                <p:cTn id="91" presetID="6" presetClass="emph" presetSubtype="0" repeatCount="indefinite" autoRev="1" fill="hold" grpId="0" nodeType="withEffect">
                                  <p:stCondLst>
                                    <p:cond delay="0"/>
                                  </p:stCondLst>
                                  <p:childTnLst>
                                    <p:animScale>
                                      <p:cBhvr>
                                        <p:cTn id="92" dur="1000" fill="hold"/>
                                        <p:tgtEl>
                                          <p:spTgt spid="1165"/>
                                        </p:tgtEl>
                                      </p:cBhvr>
                                      <p:by x="125000" y="125000"/>
                                    </p:animScale>
                                  </p:childTnLst>
                                </p:cTn>
                              </p:par>
                              <p:par>
                                <p:cTn id="93" presetID="6" presetClass="emph" presetSubtype="0" repeatCount="indefinite" autoRev="1" fill="hold" grpId="0" nodeType="withEffect">
                                  <p:stCondLst>
                                    <p:cond delay="0"/>
                                  </p:stCondLst>
                                  <p:childTnLst>
                                    <p:animScale>
                                      <p:cBhvr>
                                        <p:cTn id="94" dur="1000" fill="hold"/>
                                        <p:tgtEl>
                                          <p:spTgt spid="1167"/>
                                        </p:tgtEl>
                                      </p:cBhvr>
                                      <p:by x="125000" y="125000"/>
                                    </p:animScale>
                                  </p:childTnLst>
                                </p:cTn>
                              </p:par>
                              <p:par>
                                <p:cTn id="95" presetID="6" presetClass="emph" presetSubtype="0" repeatCount="indefinite" autoRev="1" fill="hold" grpId="0" nodeType="withEffect">
                                  <p:stCondLst>
                                    <p:cond delay="0"/>
                                  </p:stCondLst>
                                  <p:childTnLst>
                                    <p:animScale>
                                      <p:cBhvr>
                                        <p:cTn id="96" dur="1000" fill="hold"/>
                                        <p:tgtEl>
                                          <p:spTgt spid="1169"/>
                                        </p:tgtEl>
                                      </p:cBhvr>
                                      <p:by x="125000" y="125000"/>
                                    </p:animScale>
                                  </p:childTnLst>
                                </p:cTn>
                              </p:par>
                              <p:par>
                                <p:cTn id="97" presetID="6" presetClass="emph" presetSubtype="0" repeatCount="indefinite" autoRev="1" fill="hold" grpId="0" nodeType="withEffect">
                                  <p:stCondLst>
                                    <p:cond delay="0"/>
                                  </p:stCondLst>
                                  <p:childTnLst>
                                    <p:animScale>
                                      <p:cBhvr>
                                        <p:cTn id="98" dur="1000" fill="hold"/>
                                        <p:tgtEl>
                                          <p:spTgt spid="1170"/>
                                        </p:tgtEl>
                                      </p:cBhvr>
                                      <p:by x="125000" y="125000"/>
                                    </p:animScale>
                                  </p:childTnLst>
                                </p:cTn>
                              </p:par>
                              <p:par>
                                <p:cTn id="99" presetID="6" presetClass="emph" presetSubtype="0" repeatCount="indefinite" autoRev="1" fill="hold" grpId="0" nodeType="withEffect">
                                  <p:stCondLst>
                                    <p:cond delay="0"/>
                                  </p:stCondLst>
                                  <p:childTnLst>
                                    <p:animScale>
                                      <p:cBhvr>
                                        <p:cTn id="100" dur="1000" fill="hold"/>
                                        <p:tgtEl>
                                          <p:spTgt spid="1171"/>
                                        </p:tgtEl>
                                      </p:cBhvr>
                                      <p:by x="125000" y="125000"/>
                                    </p:animScale>
                                  </p:childTnLst>
                                </p:cTn>
                              </p:par>
                              <p:par>
                                <p:cTn id="101" presetID="6" presetClass="emph" presetSubtype="0" repeatCount="indefinite" autoRev="1" fill="hold" grpId="0" nodeType="withEffect">
                                  <p:stCondLst>
                                    <p:cond delay="0"/>
                                  </p:stCondLst>
                                  <p:childTnLst>
                                    <p:animScale>
                                      <p:cBhvr>
                                        <p:cTn id="102" dur="1000" fill="hold"/>
                                        <p:tgtEl>
                                          <p:spTgt spid="1172"/>
                                        </p:tgtEl>
                                      </p:cBhvr>
                                      <p:by x="125000" y="125000"/>
                                    </p:animScale>
                                  </p:childTnLst>
                                </p:cTn>
                              </p:par>
                              <p:par>
                                <p:cTn id="103" presetID="6" presetClass="emph" presetSubtype="0" repeatCount="indefinite" autoRev="1" fill="hold" grpId="0" nodeType="withEffect">
                                  <p:stCondLst>
                                    <p:cond delay="0"/>
                                  </p:stCondLst>
                                  <p:childTnLst>
                                    <p:animScale>
                                      <p:cBhvr>
                                        <p:cTn id="104" dur="1000" fill="hold"/>
                                        <p:tgtEl>
                                          <p:spTgt spid="1173"/>
                                        </p:tgtEl>
                                      </p:cBhvr>
                                      <p:by x="125000" y="125000"/>
                                    </p:animScale>
                                  </p:childTnLst>
                                </p:cTn>
                              </p:par>
                              <p:par>
                                <p:cTn id="105" presetID="6" presetClass="emph" presetSubtype="0" repeatCount="indefinite" autoRev="1" fill="hold" grpId="0" nodeType="withEffect">
                                  <p:stCondLst>
                                    <p:cond delay="0"/>
                                  </p:stCondLst>
                                  <p:childTnLst>
                                    <p:animScale>
                                      <p:cBhvr>
                                        <p:cTn id="106" dur="1000" fill="hold"/>
                                        <p:tgtEl>
                                          <p:spTgt spid="1174"/>
                                        </p:tgtEl>
                                      </p:cBhvr>
                                      <p:by x="125000" y="125000"/>
                                    </p:animScale>
                                  </p:childTnLst>
                                </p:cTn>
                              </p:par>
                              <p:par>
                                <p:cTn id="107" presetID="6" presetClass="emph" presetSubtype="0" repeatCount="indefinite" autoRev="1" fill="hold" grpId="0" nodeType="withEffect">
                                  <p:stCondLst>
                                    <p:cond delay="0"/>
                                  </p:stCondLst>
                                  <p:childTnLst>
                                    <p:animScale>
                                      <p:cBhvr>
                                        <p:cTn id="108" dur="1000" fill="hold"/>
                                        <p:tgtEl>
                                          <p:spTgt spid="1175"/>
                                        </p:tgtEl>
                                      </p:cBhvr>
                                      <p:by x="125000" y="125000"/>
                                    </p:animScale>
                                  </p:childTnLst>
                                </p:cTn>
                              </p:par>
                              <p:par>
                                <p:cTn id="109" presetID="6" presetClass="emph" presetSubtype="0" repeatCount="indefinite" autoRev="1" fill="hold" grpId="0" nodeType="withEffect">
                                  <p:stCondLst>
                                    <p:cond delay="0"/>
                                  </p:stCondLst>
                                  <p:childTnLst>
                                    <p:animScale>
                                      <p:cBhvr>
                                        <p:cTn id="110" dur="1000" fill="hold"/>
                                        <p:tgtEl>
                                          <p:spTgt spid="1176"/>
                                        </p:tgtEl>
                                      </p:cBhvr>
                                      <p:by x="125000" y="125000"/>
                                    </p:animScale>
                                  </p:childTnLst>
                                </p:cTn>
                              </p:par>
                              <p:par>
                                <p:cTn id="111" presetID="6" presetClass="emph" presetSubtype="0" repeatCount="indefinite" autoRev="1" fill="hold" grpId="0" nodeType="withEffect">
                                  <p:stCondLst>
                                    <p:cond delay="0"/>
                                  </p:stCondLst>
                                  <p:childTnLst>
                                    <p:animScale>
                                      <p:cBhvr>
                                        <p:cTn id="112" dur="1000" fill="hold"/>
                                        <p:tgtEl>
                                          <p:spTgt spid="1177"/>
                                        </p:tgtEl>
                                      </p:cBhvr>
                                      <p:by x="125000" y="125000"/>
                                    </p:animScale>
                                  </p:childTnLst>
                                </p:cTn>
                              </p:par>
                              <p:par>
                                <p:cTn id="113" presetID="6" presetClass="emph" presetSubtype="0" repeatCount="indefinite" autoRev="1" fill="hold" grpId="0" nodeType="withEffect">
                                  <p:stCondLst>
                                    <p:cond delay="0"/>
                                  </p:stCondLst>
                                  <p:childTnLst>
                                    <p:animScale>
                                      <p:cBhvr>
                                        <p:cTn id="114" dur="1000" fill="hold"/>
                                        <p:tgtEl>
                                          <p:spTgt spid="1178"/>
                                        </p:tgtEl>
                                      </p:cBhvr>
                                      <p:by x="125000" y="125000"/>
                                    </p:animScale>
                                  </p:childTnLst>
                                </p:cTn>
                              </p:par>
                              <p:par>
                                <p:cTn id="115" presetID="6" presetClass="emph" presetSubtype="0" repeatCount="indefinite" autoRev="1" fill="hold" grpId="0" nodeType="withEffect">
                                  <p:stCondLst>
                                    <p:cond delay="0"/>
                                  </p:stCondLst>
                                  <p:childTnLst>
                                    <p:animScale>
                                      <p:cBhvr>
                                        <p:cTn id="116" dur="1000" fill="hold"/>
                                        <p:tgtEl>
                                          <p:spTgt spid="1179"/>
                                        </p:tgtEl>
                                      </p:cBhvr>
                                      <p:by x="125000" y="125000"/>
                                    </p:animScale>
                                  </p:childTnLst>
                                </p:cTn>
                              </p:par>
                              <p:par>
                                <p:cTn id="117" presetID="6" presetClass="emph" presetSubtype="0" repeatCount="indefinite" autoRev="1" fill="hold" grpId="0" nodeType="withEffect">
                                  <p:stCondLst>
                                    <p:cond delay="0"/>
                                  </p:stCondLst>
                                  <p:childTnLst>
                                    <p:animScale>
                                      <p:cBhvr>
                                        <p:cTn id="118" dur="1000" fill="hold"/>
                                        <p:tgtEl>
                                          <p:spTgt spid="1180"/>
                                        </p:tgtEl>
                                      </p:cBhvr>
                                      <p:by x="125000" y="125000"/>
                                    </p:animScale>
                                  </p:childTnLst>
                                </p:cTn>
                              </p:par>
                              <p:par>
                                <p:cTn id="119" presetID="6" presetClass="emph" presetSubtype="0" repeatCount="indefinite" autoRev="1" fill="hold" grpId="0" nodeType="withEffect">
                                  <p:stCondLst>
                                    <p:cond delay="0"/>
                                  </p:stCondLst>
                                  <p:childTnLst>
                                    <p:animScale>
                                      <p:cBhvr>
                                        <p:cTn id="120" dur="1000" fill="hold"/>
                                        <p:tgtEl>
                                          <p:spTgt spid="1181"/>
                                        </p:tgtEl>
                                      </p:cBhvr>
                                      <p:by x="125000" y="125000"/>
                                    </p:animScale>
                                  </p:childTnLst>
                                </p:cTn>
                              </p:par>
                              <p:par>
                                <p:cTn id="121" presetID="6" presetClass="emph" presetSubtype="0" repeatCount="indefinite" autoRev="1" fill="hold" grpId="0" nodeType="withEffect">
                                  <p:stCondLst>
                                    <p:cond delay="0"/>
                                  </p:stCondLst>
                                  <p:childTnLst>
                                    <p:animScale>
                                      <p:cBhvr>
                                        <p:cTn id="122" dur="1000" fill="hold"/>
                                        <p:tgtEl>
                                          <p:spTgt spid="1182"/>
                                        </p:tgtEl>
                                      </p:cBhvr>
                                      <p:by x="125000" y="125000"/>
                                    </p:animScale>
                                  </p:childTnLst>
                                </p:cTn>
                              </p:par>
                              <p:par>
                                <p:cTn id="123" presetID="6" presetClass="emph" presetSubtype="0" repeatCount="indefinite" autoRev="1" fill="hold" grpId="0" nodeType="withEffect">
                                  <p:stCondLst>
                                    <p:cond delay="0"/>
                                  </p:stCondLst>
                                  <p:childTnLst>
                                    <p:animScale>
                                      <p:cBhvr>
                                        <p:cTn id="124" dur="1000" fill="hold"/>
                                        <p:tgtEl>
                                          <p:spTgt spid="1183"/>
                                        </p:tgtEl>
                                      </p:cBhvr>
                                      <p:by x="125000" y="125000"/>
                                    </p:animScale>
                                  </p:childTnLst>
                                </p:cTn>
                              </p:par>
                              <p:par>
                                <p:cTn id="125" presetID="6" presetClass="emph" presetSubtype="0" repeatCount="indefinite" autoRev="1" fill="hold" grpId="0" nodeType="withEffect">
                                  <p:stCondLst>
                                    <p:cond delay="0"/>
                                  </p:stCondLst>
                                  <p:childTnLst>
                                    <p:animScale>
                                      <p:cBhvr>
                                        <p:cTn id="126" dur="1000" fill="hold"/>
                                        <p:tgtEl>
                                          <p:spTgt spid="32"/>
                                        </p:tgtEl>
                                      </p:cBhvr>
                                      <p:by x="125000" y="125000"/>
                                    </p:animScale>
                                  </p:childTnLst>
                                </p:cTn>
                              </p:par>
                              <p:par>
                                <p:cTn id="127" presetID="6" presetClass="emph" presetSubtype="0" repeatCount="indefinite" autoRev="1" fill="hold" grpId="0" nodeType="withEffect">
                                  <p:stCondLst>
                                    <p:cond delay="0"/>
                                  </p:stCondLst>
                                  <p:childTnLst>
                                    <p:animScale>
                                      <p:cBhvr>
                                        <p:cTn id="128" dur="1000" fill="hold"/>
                                        <p:tgtEl>
                                          <p:spTgt spid="33"/>
                                        </p:tgtEl>
                                      </p:cBhvr>
                                      <p:by x="125000" y="125000"/>
                                    </p:animScale>
                                  </p:childTnLst>
                                </p:cTn>
                              </p:par>
                              <p:par>
                                <p:cTn id="129" presetID="6" presetClass="emph" presetSubtype="0" repeatCount="indefinite" autoRev="1" fill="hold" grpId="0" nodeType="withEffect">
                                  <p:stCondLst>
                                    <p:cond delay="0"/>
                                  </p:stCondLst>
                                  <p:childTnLst>
                                    <p:animScale>
                                      <p:cBhvr>
                                        <p:cTn id="130" dur="1000" fill="hold"/>
                                        <p:tgtEl>
                                          <p:spTgt spid="34"/>
                                        </p:tgtEl>
                                      </p:cBhvr>
                                      <p:by x="125000" y="125000"/>
                                    </p:animScale>
                                  </p:childTnLst>
                                </p:cTn>
                              </p:par>
                              <p:par>
                                <p:cTn id="131" presetID="6" presetClass="emph" presetSubtype="0" repeatCount="indefinite" autoRev="1" fill="hold" grpId="0" nodeType="withEffect">
                                  <p:stCondLst>
                                    <p:cond delay="0"/>
                                  </p:stCondLst>
                                  <p:childTnLst>
                                    <p:animScale>
                                      <p:cBhvr>
                                        <p:cTn id="132" dur="1000" fill="hold"/>
                                        <p:tgtEl>
                                          <p:spTgt spid="35"/>
                                        </p:tgtEl>
                                      </p:cBhvr>
                                      <p:by x="125000" y="125000"/>
                                    </p:animScale>
                                  </p:childTnLst>
                                </p:cTn>
                              </p:par>
                              <p:par>
                                <p:cTn id="133" presetID="6" presetClass="emph" presetSubtype="0" repeatCount="indefinite" autoRev="1" fill="hold" grpId="0" nodeType="withEffect">
                                  <p:stCondLst>
                                    <p:cond delay="0"/>
                                  </p:stCondLst>
                                  <p:childTnLst>
                                    <p:animScale>
                                      <p:cBhvr>
                                        <p:cTn id="134" dur="1000" fill="hold"/>
                                        <p:tgtEl>
                                          <p:spTgt spid="36"/>
                                        </p:tgtEl>
                                      </p:cBhvr>
                                      <p:by x="125000" y="125000"/>
                                    </p:animScale>
                                  </p:childTnLst>
                                </p:cTn>
                              </p:par>
                              <p:par>
                                <p:cTn id="135" presetID="6" presetClass="emph" presetSubtype="0" repeatCount="indefinite" autoRev="1" fill="hold" grpId="0" nodeType="withEffect">
                                  <p:stCondLst>
                                    <p:cond delay="0"/>
                                  </p:stCondLst>
                                  <p:childTnLst>
                                    <p:animScale>
                                      <p:cBhvr>
                                        <p:cTn id="136" dur="1000" fill="hold"/>
                                        <p:tgtEl>
                                          <p:spTgt spid="37"/>
                                        </p:tgtEl>
                                      </p:cBhvr>
                                      <p:by x="125000" y="125000"/>
                                    </p:animScale>
                                  </p:childTnLst>
                                </p:cTn>
                              </p:par>
                              <p:par>
                                <p:cTn id="137" presetID="6" presetClass="emph" presetSubtype="0" repeatCount="indefinite" autoRev="1" fill="hold" grpId="0" nodeType="withEffect">
                                  <p:stCondLst>
                                    <p:cond delay="0"/>
                                  </p:stCondLst>
                                  <p:childTnLst>
                                    <p:animScale>
                                      <p:cBhvr>
                                        <p:cTn id="138" dur="1000" fill="hold"/>
                                        <p:tgtEl>
                                          <p:spTgt spid="38"/>
                                        </p:tgtEl>
                                      </p:cBhvr>
                                      <p:by x="125000" y="125000"/>
                                    </p:animScale>
                                  </p:childTnLst>
                                </p:cTn>
                              </p:par>
                              <p:par>
                                <p:cTn id="139" presetID="6" presetClass="emph" presetSubtype="0" repeatCount="indefinite" autoRev="1" fill="hold" grpId="0" nodeType="withEffect">
                                  <p:stCondLst>
                                    <p:cond delay="0"/>
                                  </p:stCondLst>
                                  <p:childTnLst>
                                    <p:animScale>
                                      <p:cBhvr>
                                        <p:cTn id="140" dur="1000" fill="hold"/>
                                        <p:tgtEl>
                                          <p:spTgt spid="40"/>
                                        </p:tgtEl>
                                      </p:cBhvr>
                                      <p:by x="125000" y="125000"/>
                                    </p:animScale>
                                  </p:childTnLst>
                                </p:cTn>
                              </p:par>
                              <p:par>
                                <p:cTn id="141" presetID="6" presetClass="emph" presetSubtype="0" repeatCount="indefinite" autoRev="1" fill="hold" grpId="0" nodeType="withEffect">
                                  <p:stCondLst>
                                    <p:cond delay="0"/>
                                  </p:stCondLst>
                                  <p:childTnLst>
                                    <p:animScale>
                                      <p:cBhvr>
                                        <p:cTn id="142" dur="1000" fill="hold"/>
                                        <p:tgtEl>
                                          <p:spTgt spid="41"/>
                                        </p:tgtEl>
                                      </p:cBhvr>
                                      <p:by x="125000" y="125000"/>
                                    </p:animScale>
                                  </p:childTnLst>
                                </p:cTn>
                              </p:par>
                              <p:par>
                                <p:cTn id="143" presetID="6" presetClass="emph" presetSubtype="0" repeatCount="indefinite" autoRev="1" fill="hold" grpId="0" nodeType="withEffect">
                                  <p:stCondLst>
                                    <p:cond delay="0"/>
                                  </p:stCondLst>
                                  <p:childTnLst>
                                    <p:animScale>
                                      <p:cBhvr>
                                        <p:cTn id="144" dur="1000" fill="hold"/>
                                        <p:tgtEl>
                                          <p:spTgt spid="42"/>
                                        </p:tgtEl>
                                      </p:cBhvr>
                                      <p:by x="125000" y="125000"/>
                                    </p:animScale>
                                  </p:childTnLst>
                                </p:cTn>
                              </p:par>
                              <p:par>
                                <p:cTn id="145" presetID="6" presetClass="emph" presetSubtype="0" repeatCount="indefinite" autoRev="1" fill="hold" grpId="0" nodeType="withEffect">
                                  <p:stCondLst>
                                    <p:cond delay="0"/>
                                  </p:stCondLst>
                                  <p:childTnLst>
                                    <p:animScale>
                                      <p:cBhvr>
                                        <p:cTn id="146" dur="1000" fill="hold"/>
                                        <p:tgtEl>
                                          <p:spTgt spid="43"/>
                                        </p:tgtEl>
                                      </p:cBhvr>
                                      <p:by x="125000" y="125000"/>
                                    </p:animScale>
                                  </p:childTnLst>
                                </p:cTn>
                              </p:par>
                              <p:par>
                                <p:cTn id="147" presetID="6" presetClass="emph" presetSubtype="0" repeatCount="indefinite" autoRev="1" fill="hold" grpId="0" nodeType="withEffect">
                                  <p:stCondLst>
                                    <p:cond delay="0"/>
                                  </p:stCondLst>
                                  <p:childTnLst>
                                    <p:animScale>
                                      <p:cBhvr>
                                        <p:cTn id="148" dur="1000" fill="hold"/>
                                        <p:tgtEl>
                                          <p:spTgt spid="44"/>
                                        </p:tgtEl>
                                      </p:cBhvr>
                                      <p:by x="125000" y="125000"/>
                                    </p:animScale>
                                  </p:childTnLst>
                                </p:cTn>
                              </p:par>
                              <p:par>
                                <p:cTn id="149" presetID="6" presetClass="emph" presetSubtype="0" repeatCount="indefinite" autoRev="1" fill="hold" grpId="0" nodeType="withEffect">
                                  <p:stCondLst>
                                    <p:cond delay="0"/>
                                  </p:stCondLst>
                                  <p:childTnLst>
                                    <p:animScale>
                                      <p:cBhvr>
                                        <p:cTn id="150" dur="1000" fill="hold"/>
                                        <p:tgtEl>
                                          <p:spTgt spid="45"/>
                                        </p:tgtEl>
                                      </p:cBhvr>
                                      <p:by x="125000" y="125000"/>
                                    </p:animScale>
                                  </p:childTnLst>
                                </p:cTn>
                              </p:par>
                              <p:par>
                                <p:cTn id="151" presetID="6" presetClass="emph" presetSubtype="0" repeatCount="indefinite" autoRev="1" fill="hold" grpId="0" nodeType="withEffect">
                                  <p:stCondLst>
                                    <p:cond delay="0"/>
                                  </p:stCondLst>
                                  <p:childTnLst>
                                    <p:animScale>
                                      <p:cBhvr>
                                        <p:cTn id="152" dur="1000" fill="hold"/>
                                        <p:tgtEl>
                                          <p:spTgt spid="48"/>
                                        </p:tgtEl>
                                      </p:cBhvr>
                                      <p:by x="125000" y="125000"/>
                                    </p:animScale>
                                  </p:childTnLst>
                                </p:cTn>
                              </p:par>
                              <p:par>
                                <p:cTn id="153" presetID="6" presetClass="emph" presetSubtype="0" repeatCount="indefinite" autoRev="1" fill="hold" grpId="0" nodeType="withEffect">
                                  <p:stCondLst>
                                    <p:cond delay="0"/>
                                  </p:stCondLst>
                                  <p:childTnLst>
                                    <p:animScale>
                                      <p:cBhvr>
                                        <p:cTn id="154" dur="1000" fill="hold"/>
                                        <p:tgtEl>
                                          <p:spTgt spid="51"/>
                                        </p:tgtEl>
                                      </p:cBhvr>
                                      <p:by x="125000" y="125000"/>
                                    </p:animScale>
                                  </p:childTnLst>
                                </p:cTn>
                              </p:par>
                              <p:par>
                                <p:cTn id="155" presetID="6" presetClass="emph" presetSubtype="0" repeatCount="indefinite" autoRev="1" fill="hold" grpId="0" nodeType="withEffect">
                                  <p:stCondLst>
                                    <p:cond delay="0"/>
                                  </p:stCondLst>
                                  <p:childTnLst>
                                    <p:animScale>
                                      <p:cBhvr>
                                        <p:cTn id="156" dur="1000" fill="hold"/>
                                        <p:tgtEl>
                                          <p:spTgt spid="58"/>
                                        </p:tgtEl>
                                      </p:cBhvr>
                                      <p:by x="125000" y="125000"/>
                                    </p:animScale>
                                  </p:childTnLst>
                                </p:cTn>
                              </p:par>
                              <p:par>
                                <p:cTn id="157" presetID="6" presetClass="emph" presetSubtype="0" repeatCount="indefinite" autoRev="1" fill="hold" grpId="0" nodeType="withEffect">
                                  <p:stCondLst>
                                    <p:cond delay="0"/>
                                  </p:stCondLst>
                                  <p:childTnLst>
                                    <p:animScale>
                                      <p:cBhvr>
                                        <p:cTn id="158" dur="1000" fill="hold"/>
                                        <p:tgtEl>
                                          <p:spTgt spid="59"/>
                                        </p:tgtEl>
                                      </p:cBhvr>
                                      <p:by x="125000" y="125000"/>
                                    </p:animScale>
                                  </p:childTnLst>
                                </p:cTn>
                              </p:par>
                              <p:par>
                                <p:cTn id="159" presetID="6" presetClass="emph" presetSubtype="0" repeatCount="indefinite" autoRev="1" fill="hold" grpId="0" nodeType="withEffect">
                                  <p:stCondLst>
                                    <p:cond delay="0"/>
                                  </p:stCondLst>
                                  <p:childTnLst>
                                    <p:animScale>
                                      <p:cBhvr>
                                        <p:cTn id="160" dur="1000" fill="hold"/>
                                        <p:tgtEl>
                                          <p:spTgt spid="60"/>
                                        </p:tgtEl>
                                      </p:cBhvr>
                                      <p:by x="125000" y="125000"/>
                                    </p:animScale>
                                  </p:childTnLst>
                                </p:cTn>
                              </p:par>
                              <p:par>
                                <p:cTn id="161" presetID="6" presetClass="emph" presetSubtype="0" repeatCount="indefinite" autoRev="1" fill="hold" grpId="0" nodeType="withEffect">
                                  <p:stCondLst>
                                    <p:cond delay="0"/>
                                  </p:stCondLst>
                                  <p:childTnLst>
                                    <p:animScale>
                                      <p:cBhvr>
                                        <p:cTn id="162" dur="1000" fill="hold"/>
                                        <p:tgtEl>
                                          <p:spTgt spid="61"/>
                                        </p:tgtEl>
                                      </p:cBhvr>
                                      <p:by x="125000" y="125000"/>
                                    </p:animScale>
                                  </p:childTnLst>
                                </p:cTn>
                              </p:par>
                              <p:par>
                                <p:cTn id="163" presetID="6" presetClass="emph" presetSubtype="0" repeatCount="indefinite" autoRev="1" fill="hold" grpId="0" nodeType="withEffect">
                                  <p:stCondLst>
                                    <p:cond delay="0"/>
                                  </p:stCondLst>
                                  <p:childTnLst>
                                    <p:animScale>
                                      <p:cBhvr>
                                        <p:cTn id="164" dur="1000" fill="hold"/>
                                        <p:tgtEl>
                                          <p:spTgt spid="62"/>
                                        </p:tgtEl>
                                      </p:cBhvr>
                                      <p:by x="125000" y="125000"/>
                                    </p:animScale>
                                  </p:childTnLst>
                                </p:cTn>
                              </p:par>
                              <p:par>
                                <p:cTn id="165" presetID="6" presetClass="emph" presetSubtype="0" repeatCount="indefinite" autoRev="1" fill="hold" grpId="0" nodeType="withEffect">
                                  <p:stCondLst>
                                    <p:cond delay="0"/>
                                  </p:stCondLst>
                                  <p:childTnLst>
                                    <p:animScale>
                                      <p:cBhvr>
                                        <p:cTn id="166" dur="1000" fill="hold"/>
                                        <p:tgtEl>
                                          <p:spTgt spid="64"/>
                                        </p:tgtEl>
                                      </p:cBhvr>
                                      <p:by x="125000" y="125000"/>
                                    </p:animScale>
                                  </p:childTnLst>
                                </p:cTn>
                              </p:par>
                              <p:par>
                                <p:cTn id="167" presetID="6" presetClass="emph" presetSubtype="0" repeatCount="indefinite" autoRev="1" fill="hold" grpId="0" nodeType="withEffect">
                                  <p:stCondLst>
                                    <p:cond delay="0"/>
                                  </p:stCondLst>
                                  <p:childTnLst>
                                    <p:animScale>
                                      <p:cBhvr>
                                        <p:cTn id="168" dur="1000" fill="hold"/>
                                        <p:tgtEl>
                                          <p:spTgt spid="65"/>
                                        </p:tgtEl>
                                      </p:cBhvr>
                                      <p:by x="125000" y="125000"/>
                                    </p:animScale>
                                  </p:childTnLst>
                                </p:cTn>
                              </p:par>
                              <p:par>
                                <p:cTn id="169" presetID="6" presetClass="emph" presetSubtype="0" repeatCount="indefinite" autoRev="1" fill="hold" grpId="0" nodeType="withEffect">
                                  <p:stCondLst>
                                    <p:cond delay="0"/>
                                  </p:stCondLst>
                                  <p:childTnLst>
                                    <p:animScale>
                                      <p:cBhvr>
                                        <p:cTn id="170" dur="1000" fill="hold"/>
                                        <p:tgtEl>
                                          <p:spTgt spid="66"/>
                                        </p:tgtEl>
                                      </p:cBhvr>
                                      <p:by x="125000" y="125000"/>
                                    </p:animScale>
                                  </p:childTnLst>
                                </p:cTn>
                              </p:par>
                              <p:par>
                                <p:cTn id="171" presetID="6" presetClass="emph" presetSubtype="0" repeatCount="indefinite" autoRev="1" fill="hold" grpId="0" nodeType="withEffect">
                                  <p:stCondLst>
                                    <p:cond delay="0"/>
                                  </p:stCondLst>
                                  <p:childTnLst>
                                    <p:animScale>
                                      <p:cBhvr>
                                        <p:cTn id="172" dur="1000" fill="hold"/>
                                        <p:tgtEl>
                                          <p:spTgt spid="68"/>
                                        </p:tgtEl>
                                      </p:cBhvr>
                                      <p:by x="125000" y="125000"/>
                                    </p:animScale>
                                  </p:childTnLst>
                                </p:cTn>
                              </p:par>
                              <p:par>
                                <p:cTn id="173" presetID="6" presetClass="emph" presetSubtype="0" repeatCount="indefinite" autoRev="1" fill="hold" grpId="0" nodeType="withEffect">
                                  <p:stCondLst>
                                    <p:cond delay="0"/>
                                  </p:stCondLst>
                                  <p:childTnLst>
                                    <p:animScale>
                                      <p:cBhvr>
                                        <p:cTn id="174" dur="1000" fill="hold"/>
                                        <p:tgtEl>
                                          <p:spTgt spid="69"/>
                                        </p:tgtEl>
                                      </p:cBhvr>
                                      <p:by x="125000" y="125000"/>
                                    </p:animScale>
                                  </p:childTnLst>
                                </p:cTn>
                              </p:par>
                              <p:par>
                                <p:cTn id="175" presetID="6" presetClass="emph" presetSubtype="0" repeatCount="indefinite" autoRev="1" fill="hold" grpId="0" nodeType="withEffect">
                                  <p:stCondLst>
                                    <p:cond delay="0"/>
                                  </p:stCondLst>
                                  <p:childTnLst>
                                    <p:animScale>
                                      <p:cBhvr>
                                        <p:cTn id="176" dur="1000" fill="hold"/>
                                        <p:tgtEl>
                                          <p:spTgt spid="76"/>
                                        </p:tgtEl>
                                      </p:cBhvr>
                                      <p:by x="125000" y="125000"/>
                                    </p:animScale>
                                  </p:childTnLst>
                                </p:cTn>
                              </p:par>
                              <p:par>
                                <p:cTn id="177" presetID="6" presetClass="emph" presetSubtype="0" repeatCount="indefinite" autoRev="1" fill="hold" grpId="0" nodeType="withEffect">
                                  <p:stCondLst>
                                    <p:cond delay="0"/>
                                  </p:stCondLst>
                                  <p:childTnLst>
                                    <p:animScale>
                                      <p:cBhvr>
                                        <p:cTn id="178" dur="1000" fill="hold"/>
                                        <p:tgtEl>
                                          <p:spTgt spid="78"/>
                                        </p:tgtEl>
                                      </p:cBhvr>
                                      <p:by x="125000" y="125000"/>
                                    </p:animScale>
                                  </p:childTnLst>
                                </p:cTn>
                              </p:par>
                              <p:par>
                                <p:cTn id="179" presetID="6" presetClass="emph" presetSubtype="0" repeatCount="indefinite" autoRev="1" fill="hold" grpId="0" nodeType="withEffect">
                                  <p:stCondLst>
                                    <p:cond delay="0"/>
                                  </p:stCondLst>
                                  <p:childTnLst>
                                    <p:animScale>
                                      <p:cBhvr>
                                        <p:cTn id="180" dur="1000" fill="hold"/>
                                        <p:tgtEl>
                                          <p:spTgt spid="81"/>
                                        </p:tgtEl>
                                      </p:cBhvr>
                                      <p:by x="125000" y="125000"/>
                                    </p:animScale>
                                  </p:childTnLst>
                                </p:cTn>
                              </p:par>
                              <p:par>
                                <p:cTn id="181" presetID="6" presetClass="emph" presetSubtype="0" repeatCount="indefinite" autoRev="1" fill="hold" grpId="0" nodeType="withEffect">
                                  <p:stCondLst>
                                    <p:cond delay="0"/>
                                  </p:stCondLst>
                                  <p:childTnLst>
                                    <p:animScale>
                                      <p:cBhvr>
                                        <p:cTn id="182" dur="1000" fill="hold"/>
                                        <p:tgtEl>
                                          <p:spTgt spid="128"/>
                                        </p:tgtEl>
                                      </p:cBhvr>
                                      <p:by x="125000" y="125000"/>
                                    </p:animScale>
                                  </p:childTnLst>
                                </p:cTn>
                              </p:par>
                              <p:par>
                                <p:cTn id="183" presetID="6" presetClass="emph" presetSubtype="0" repeatCount="indefinite" autoRev="1" fill="hold" grpId="0" nodeType="withEffect">
                                  <p:stCondLst>
                                    <p:cond delay="0"/>
                                  </p:stCondLst>
                                  <p:childTnLst>
                                    <p:animScale>
                                      <p:cBhvr>
                                        <p:cTn id="184" dur="1000" fill="hold"/>
                                        <p:tgtEl>
                                          <p:spTgt spid="129"/>
                                        </p:tgtEl>
                                      </p:cBhvr>
                                      <p:by x="125000" y="125000"/>
                                    </p:animScale>
                                  </p:childTnLst>
                                </p:cTn>
                              </p:par>
                              <p:par>
                                <p:cTn id="185" presetID="6" presetClass="emph" presetSubtype="0" repeatCount="indefinite" autoRev="1" fill="hold" grpId="0" nodeType="withEffect">
                                  <p:stCondLst>
                                    <p:cond delay="0"/>
                                  </p:stCondLst>
                                  <p:childTnLst>
                                    <p:animScale>
                                      <p:cBhvr>
                                        <p:cTn id="186" dur="1000" fill="hold"/>
                                        <p:tgtEl>
                                          <p:spTgt spid="132"/>
                                        </p:tgtEl>
                                      </p:cBhvr>
                                      <p:by x="125000" y="125000"/>
                                    </p:animScale>
                                  </p:childTnLst>
                                </p:cTn>
                              </p:par>
                              <p:par>
                                <p:cTn id="187" presetID="6" presetClass="emph" presetSubtype="0" repeatCount="indefinite" autoRev="1" fill="hold" grpId="0" nodeType="withEffect">
                                  <p:stCondLst>
                                    <p:cond delay="0"/>
                                  </p:stCondLst>
                                  <p:childTnLst>
                                    <p:animScale>
                                      <p:cBhvr>
                                        <p:cTn id="188" dur="1000" fill="hold"/>
                                        <p:tgtEl>
                                          <p:spTgt spid="133"/>
                                        </p:tgtEl>
                                      </p:cBhvr>
                                      <p:by x="125000" y="125000"/>
                                    </p:animScale>
                                  </p:childTnLst>
                                </p:cTn>
                              </p:par>
                              <p:par>
                                <p:cTn id="189" presetID="6" presetClass="emph" presetSubtype="0" repeatCount="indefinite" autoRev="1" fill="hold" grpId="0" nodeType="withEffect">
                                  <p:stCondLst>
                                    <p:cond delay="0"/>
                                  </p:stCondLst>
                                  <p:childTnLst>
                                    <p:animScale>
                                      <p:cBhvr>
                                        <p:cTn id="190" dur="1000" fill="hold"/>
                                        <p:tgtEl>
                                          <p:spTgt spid="134"/>
                                        </p:tgtEl>
                                      </p:cBhvr>
                                      <p:by x="125000" y="125000"/>
                                    </p:animScale>
                                  </p:childTnLst>
                                </p:cTn>
                              </p:par>
                              <p:par>
                                <p:cTn id="191" presetID="6" presetClass="emph" presetSubtype="0" repeatCount="indefinite" autoRev="1" fill="hold" grpId="0" nodeType="withEffect">
                                  <p:stCondLst>
                                    <p:cond delay="0"/>
                                  </p:stCondLst>
                                  <p:childTnLst>
                                    <p:animScale>
                                      <p:cBhvr>
                                        <p:cTn id="192" dur="1000" fill="hold"/>
                                        <p:tgtEl>
                                          <p:spTgt spid="135"/>
                                        </p:tgtEl>
                                      </p:cBhvr>
                                      <p:by x="125000" y="125000"/>
                                    </p:animScale>
                                  </p:childTnLst>
                                </p:cTn>
                              </p:par>
                              <p:par>
                                <p:cTn id="193" presetID="6" presetClass="emph" presetSubtype="0" repeatCount="indefinite" autoRev="1" fill="hold" grpId="0" nodeType="withEffect">
                                  <p:stCondLst>
                                    <p:cond delay="0"/>
                                  </p:stCondLst>
                                  <p:childTnLst>
                                    <p:animScale>
                                      <p:cBhvr>
                                        <p:cTn id="194" dur="1000" fill="hold"/>
                                        <p:tgtEl>
                                          <p:spTgt spid="136"/>
                                        </p:tgtEl>
                                      </p:cBhvr>
                                      <p:by x="125000" y="125000"/>
                                    </p:animScale>
                                  </p:childTnLst>
                                </p:cTn>
                              </p:par>
                              <p:par>
                                <p:cTn id="195" presetID="6" presetClass="emph" presetSubtype="0" repeatCount="indefinite" autoRev="1" fill="hold" grpId="0" nodeType="withEffect">
                                  <p:stCondLst>
                                    <p:cond delay="0"/>
                                  </p:stCondLst>
                                  <p:childTnLst>
                                    <p:animScale>
                                      <p:cBhvr>
                                        <p:cTn id="196" dur="1000" fill="hold"/>
                                        <p:tgtEl>
                                          <p:spTgt spid="137"/>
                                        </p:tgtEl>
                                      </p:cBhvr>
                                      <p:by x="125000" y="125000"/>
                                    </p:animScale>
                                  </p:childTnLst>
                                </p:cTn>
                              </p:par>
                              <p:par>
                                <p:cTn id="197" presetID="6" presetClass="emph" presetSubtype="0" repeatCount="indefinite" autoRev="1" fill="hold" grpId="0" nodeType="withEffect">
                                  <p:stCondLst>
                                    <p:cond delay="0"/>
                                  </p:stCondLst>
                                  <p:childTnLst>
                                    <p:animScale>
                                      <p:cBhvr>
                                        <p:cTn id="198" dur="1000" fill="hold"/>
                                        <p:tgtEl>
                                          <p:spTgt spid="138"/>
                                        </p:tgtEl>
                                      </p:cBhvr>
                                      <p:by x="125000" y="125000"/>
                                    </p:animScale>
                                  </p:childTnLst>
                                </p:cTn>
                              </p:par>
                              <p:par>
                                <p:cTn id="199" presetID="6" presetClass="emph" presetSubtype="0" repeatCount="indefinite" autoRev="1" fill="hold" grpId="0" nodeType="withEffect">
                                  <p:stCondLst>
                                    <p:cond delay="0"/>
                                  </p:stCondLst>
                                  <p:childTnLst>
                                    <p:animScale>
                                      <p:cBhvr>
                                        <p:cTn id="200" dur="1000" fill="hold"/>
                                        <p:tgtEl>
                                          <p:spTgt spid="145"/>
                                        </p:tgtEl>
                                      </p:cBhvr>
                                      <p:by x="125000" y="125000"/>
                                    </p:animScale>
                                  </p:childTnLst>
                                </p:cTn>
                              </p:par>
                              <p:par>
                                <p:cTn id="201" presetID="6" presetClass="emph" presetSubtype="0" repeatCount="indefinite" autoRev="1" fill="hold" grpId="0" nodeType="withEffect">
                                  <p:stCondLst>
                                    <p:cond delay="0"/>
                                  </p:stCondLst>
                                  <p:childTnLst>
                                    <p:animScale>
                                      <p:cBhvr>
                                        <p:cTn id="202" dur="1000" fill="hold"/>
                                        <p:tgtEl>
                                          <p:spTgt spid="146"/>
                                        </p:tgtEl>
                                      </p:cBhvr>
                                      <p:by x="125000" y="125000"/>
                                    </p:animScale>
                                  </p:childTnLst>
                                </p:cTn>
                              </p:par>
                              <p:par>
                                <p:cTn id="203" presetID="6" presetClass="emph" presetSubtype="0" repeatCount="indefinite" autoRev="1" fill="hold" grpId="0" nodeType="withEffect">
                                  <p:stCondLst>
                                    <p:cond delay="0"/>
                                  </p:stCondLst>
                                  <p:childTnLst>
                                    <p:animScale>
                                      <p:cBhvr>
                                        <p:cTn id="204" dur="1000" fill="hold"/>
                                        <p:tgtEl>
                                          <p:spTgt spid="147"/>
                                        </p:tgtEl>
                                      </p:cBhvr>
                                      <p:by x="125000" y="125000"/>
                                    </p:animScale>
                                  </p:childTnLst>
                                </p:cTn>
                              </p:par>
                              <p:par>
                                <p:cTn id="205" presetID="6" presetClass="emph" presetSubtype="0" repeatCount="indefinite" autoRev="1" fill="hold" grpId="0" nodeType="withEffect">
                                  <p:stCondLst>
                                    <p:cond delay="0"/>
                                  </p:stCondLst>
                                  <p:childTnLst>
                                    <p:animScale>
                                      <p:cBhvr>
                                        <p:cTn id="206" dur="1000" fill="hold"/>
                                        <p:tgtEl>
                                          <p:spTgt spid="149"/>
                                        </p:tgtEl>
                                      </p:cBhvr>
                                      <p:by x="125000" y="125000"/>
                                    </p:animScale>
                                  </p:childTnLst>
                                </p:cTn>
                              </p:par>
                              <p:par>
                                <p:cTn id="207" presetID="6" presetClass="emph" presetSubtype="0" repeatCount="indefinite" autoRev="1" fill="hold" grpId="0" nodeType="withEffect">
                                  <p:stCondLst>
                                    <p:cond delay="0"/>
                                  </p:stCondLst>
                                  <p:childTnLst>
                                    <p:animScale>
                                      <p:cBhvr>
                                        <p:cTn id="208" dur="1000" fill="hold"/>
                                        <p:tgtEl>
                                          <p:spTgt spid="154"/>
                                        </p:tgtEl>
                                      </p:cBhvr>
                                      <p:by x="125000" y="125000"/>
                                    </p:animScale>
                                  </p:childTnLst>
                                </p:cTn>
                              </p:par>
                              <p:par>
                                <p:cTn id="209" presetID="6" presetClass="emph" presetSubtype="0" repeatCount="indefinite" autoRev="1" fill="hold" grpId="0" nodeType="withEffect">
                                  <p:stCondLst>
                                    <p:cond delay="0"/>
                                  </p:stCondLst>
                                  <p:childTnLst>
                                    <p:animScale>
                                      <p:cBhvr>
                                        <p:cTn id="210" dur="1000" fill="hold"/>
                                        <p:tgtEl>
                                          <p:spTgt spid="155"/>
                                        </p:tgtEl>
                                      </p:cBhvr>
                                      <p:by x="125000" y="125000"/>
                                    </p:animScale>
                                  </p:childTnLst>
                                </p:cTn>
                              </p:par>
                              <p:par>
                                <p:cTn id="211" presetID="6" presetClass="emph" presetSubtype="0" repeatCount="indefinite" autoRev="1" fill="hold" grpId="0" nodeType="withEffect">
                                  <p:stCondLst>
                                    <p:cond delay="0"/>
                                  </p:stCondLst>
                                  <p:childTnLst>
                                    <p:animScale>
                                      <p:cBhvr>
                                        <p:cTn id="212" dur="1000" fill="hold"/>
                                        <p:tgtEl>
                                          <p:spTgt spid="156"/>
                                        </p:tgtEl>
                                      </p:cBhvr>
                                      <p:by x="125000" y="125000"/>
                                    </p:animScale>
                                  </p:childTnLst>
                                </p:cTn>
                              </p:par>
                              <p:par>
                                <p:cTn id="213" presetID="6" presetClass="emph" presetSubtype="0" repeatCount="indefinite" autoRev="1" fill="hold" grpId="0" nodeType="withEffect">
                                  <p:stCondLst>
                                    <p:cond delay="0"/>
                                  </p:stCondLst>
                                  <p:childTnLst>
                                    <p:animScale>
                                      <p:cBhvr>
                                        <p:cTn id="214" dur="1000" fill="hold"/>
                                        <p:tgtEl>
                                          <p:spTgt spid="157"/>
                                        </p:tgtEl>
                                      </p:cBhvr>
                                      <p:by x="125000" y="125000"/>
                                    </p:animScale>
                                  </p:childTnLst>
                                </p:cTn>
                              </p:par>
                              <p:par>
                                <p:cTn id="215" presetID="6" presetClass="emph" presetSubtype="0" repeatCount="indefinite" autoRev="1" fill="hold" grpId="0" nodeType="withEffect">
                                  <p:stCondLst>
                                    <p:cond delay="0"/>
                                  </p:stCondLst>
                                  <p:childTnLst>
                                    <p:animScale>
                                      <p:cBhvr>
                                        <p:cTn id="216" dur="1000" fill="hold"/>
                                        <p:tgtEl>
                                          <p:spTgt spid="158"/>
                                        </p:tgtEl>
                                      </p:cBhvr>
                                      <p:by x="125000" y="125000"/>
                                    </p:animScale>
                                  </p:childTnLst>
                                </p:cTn>
                              </p:par>
                              <p:par>
                                <p:cTn id="217" presetID="6" presetClass="emph" presetSubtype="0" repeatCount="indefinite" autoRev="1" fill="hold" grpId="0" nodeType="withEffect">
                                  <p:stCondLst>
                                    <p:cond delay="0"/>
                                  </p:stCondLst>
                                  <p:childTnLst>
                                    <p:animScale>
                                      <p:cBhvr>
                                        <p:cTn id="218" dur="1000" fill="hold"/>
                                        <p:tgtEl>
                                          <p:spTgt spid="159"/>
                                        </p:tgtEl>
                                      </p:cBhvr>
                                      <p:by x="125000" y="125000"/>
                                    </p:animScale>
                                  </p:childTnLst>
                                </p:cTn>
                              </p:par>
                              <p:par>
                                <p:cTn id="219" presetID="6" presetClass="emph" presetSubtype="0" repeatCount="indefinite" autoRev="1" fill="hold" grpId="0" nodeType="withEffect">
                                  <p:stCondLst>
                                    <p:cond delay="0"/>
                                  </p:stCondLst>
                                  <p:childTnLst>
                                    <p:animScale>
                                      <p:cBhvr>
                                        <p:cTn id="220" dur="1000" fill="hold"/>
                                        <p:tgtEl>
                                          <p:spTgt spid="1029"/>
                                        </p:tgtEl>
                                      </p:cBhvr>
                                      <p:by x="125000" y="125000"/>
                                    </p:animScale>
                                  </p:childTnLst>
                                </p:cTn>
                              </p:par>
                              <p:par>
                                <p:cTn id="221" presetID="6" presetClass="emph" presetSubtype="0" repeatCount="indefinite" autoRev="1" fill="hold" grpId="0" nodeType="withEffect">
                                  <p:stCondLst>
                                    <p:cond delay="0"/>
                                  </p:stCondLst>
                                  <p:childTnLst>
                                    <p:animScale>
                                      <p:cBhvr>
                                        <p:cTn id="222" dur="1000" fill="hold"/>
                                        <p:tgtEl>
                                          <p:spTgt spid="1047"/>
                                        </p:tgtEl>
                                      </p:cBhvr>
                                      <p:by x="125000" y="125000"/>
                                    </p:animScale>
                                  </p:childTnLst>
                                </p:cTn>
                              </p:par>
                              <p:par>
                                <p:cTn id="223" presetID="6" presetClass="emph" presetSubtype="0" repeatCount="indefinite" autoRev="1" fill="hold" grpId="0" nodeType="withEffect">
                                  <p:stCondLst>
                                    <p:cond delay="0"/>
                                  </p:stCondLst>
                                  <p:childTnLst>
                                    <p:animScale>
                                      <p:cBhvr>
                                        <p:cTn id="224" dur="1000" fill="hold"/>
                                        <p:tgtEl>
                                          <p:spTgt spid="1048"/>
                                        </p:tgtEl>
                                      </p:cBhvr>
                                      <p:by x="125000" y="125000"/>
                                    </p:animScale>
                                  </p:childTnLst>
                                </p:cTn>
                              </p:par>
                              <p:par>
                                <p:cTn id="225" presetID="6" presetClass="emph" presetSubtype="0" repeatCount="indefinite" autoRev="1" fill="hold" grpId="0" nodeType="withEffect">
                                  <p:stCondLst>
                                    <p:cond delay="0"/>
                                  </p:stCondLst>
                                  <p:childTnLst>
                                    <p:animScale>
                                      <p:cBhvr>
                                        <p:cTn id="226" dur="1000" fill="hold"/>
                                        <p:tgtEl>
                                          <p:spTgt spid="1049"/>
                                        </p:tgtEl>
                                      </p:cBhvr>
                                      <p:by x="125000" y="125000"/>
                                    </p:animScale>
                                  </p:childTnLst>
                                </p:cTn>
                              </p:par>
                              <p:par>
                                <p:cTn id="227" presetID="6" presetClass="emph" presetSubtype="0" repeatCount="indefinite" autoRev="1" fill="hold" grpId="0" nodeType="withEffect">
                                  <p:stCondLst>
                                    <p:cond delay="0"/>
                                  </p:stCondLst>
                                  <p:childTnLst>
                                    <p:animScale>
                                      <p:cBhvr>
                                        <p:cTn id="228" dur="1000" fill="hold"/>
                                        <p:tgtEl>
                                          <p:spTgt spid="1050"/>
                                        </p:tgtEl>
                                      </p:cBhvr>
                                      <p:by x="125000" y="125000"/>
                                    </p:animScale>
                                  </p:childTnLst>
                                </p:cTn>
                              </p:par>
                              <p:par>
                                <p:cTn id="229" presetID="6" presetClass="emph" presetSubtype="0" repeatCount="indefinite" autoRev="1" fill="hold" grpId="0" nodeType="withEffect">
                                  <p:stCondLst>
                                    <p:cond delay="0"/>
                                  </p:stCondLst>
                                  <p:childTnLst>
                                    <p:animScale>
                                      <p:cBhvr>
                                        <p:cTn id="230" dur="1000" fill="hold"/>
                                        <p:tgtEl>
                                          <p:spTgt spid="1051"/>
                                        </p:tgtEl>
                                      </p:cBhvr>
                                      <p:by x="125000" y="125000"/>
                                    </p:animScale>
                                  </p:childTnLst>
                                </p:cTn>
                              </p:par>
                              <p:par>
                                <p:cTn id="231" presetID="6" presetClass="emph" presetSubtype="0" repeatCount="indefinite" autoRev="1" fill="hold" grpId="0" nodeType="withEffect">
                                  <p:stCondLst>
                                    <p:cond delay="0"/>
                                  </p:stCondLst>
                                  <p:childTnLst>
                                    <p:animScale>
                                      <p:cBhvr>
                                        <p:cTn id="232" dur="1000" fill="hold"/>
                                        <p:tgtEl>
                                          <p:spTgt spid="1052"/>
                                        </p:tgtEl>
                                      </p:cBhvr>
                                      <p:by x="125000" y="125000"/>
                                    </p:animScale>
                                  </p:childTnLst>
                                </p:cTn>
                              </p:par>
                              <p:par>
                                <p:cTn id="233" presetID="6" presetClass="emph" presetSubtype="0" repeatCount="indefinite" autoRev="1" fill="hold" grpId="0" nodeType="withEffect">
                                  <p:stCondLst>
                                    <p:cond delay="0"/>
                                  </p:stCondLst>
                                  <p:childTnLst>
                                    <p:animScale>
                                      <p:cBhvr>
                                        <p:cTn id="234" dur="1000" fill="hold"/>
                                        <p:tgtEl>
                                          <p:spTgt spid="1053"/>
                                        </p:tgtEl>
                                      </p:cBhvr>
                                      <p:by x="125000" y="125000"/>
                                    </p:animScale>
                                  </p:childTnLst>
                                </p:cTn>
                              </p:par>
                              <p:par>
                                <p:cTn id="235" presetID="6" presetClass="emph" presetSubtype="0" repeatCount="indefinite" autoRev="1" fill="hold" grpId="0" nodeType="withEffect">
                                  <p:stCondLst>
                                    <p:cond delay="0"/>
                                  </p:stCondLst>
                                  <p:childTnLst>
                                    <p:animScale>
                                      <p:cBhvr>
                                        <p:cTn id="236" dur="1000" fill="hold"/>
                                        <p:tgtEl>
                                          <p:spTgt spid="1054"/>
                                        </p:tgtEl>
                                      </p:cBhvr>
                                      <p:by x="125000" y="125000"/>
                                    </p:animScale>
                                  </p:childTnLst>
                                </p:cTn>
                              </p:par>
                              <p:par>
                                <p:cTn id="237" presetID="6" presetClass="emph" presetSubtype="0" repeatCount="indefinite" autoRev="1" fill="hold" grpId="0" nodeType="withEffect">
                                  <p:stCondLst>
                                    <p:cond delay="0"/>
                                  </p:stCondLst>
                                  <p:childTnLst>
                                    <p:animScale>
                                      <p:cBhvr>
                                        <p:cTn id="238" dur="1000" fill="hold"/>
                                        <p:tgtEl>
                                          <p:spTgt spid="160"/>
                                        </p:tgtEl>
                                      </p:cBhvr>
                                      <p:by x="125000" y="125000"/>
                                    </p:animScale>
                                  </p:childTnLst>
                                </p:cTn>
                              </p:par>
                              <p:par>
                                <p:cTn id="239" presetID="6" presetClass="emph" presetSubtype="0" repeatCount="indefinite" autoRev="1" fill="hold" grpId="0" nodeType="withEffect">
                                  <p:stCondLst>
                                    <p:cond delay="0"/>
                                  </p:stCondLst>
                                  <p:childTnLst>
                                    <p:animScale>
                                      <p:cBhvr>
                                        <p:cTn id="240" dur="1000" fill="hold"/>
                                        <p:tgtEl>
                                          <p:spTgt spid="162"/>
                                        </p:tgtEl>
                                      </p:cBhvr>
                                      <p:by x="125000" y="125000"/>
                                    </p:animScale>
                                  </p:childTnLst>
                                </p:cTn>
                              </p:par>
                              <p:par>
                                <p:cTn id="241" presetID="6" presetClass="emph" presetSubtype="0" repeatCount="indefinite" autoRev="1" fill="hold" grpId="0" nodeType="withEffect">
                                  <p:stCondLst>
                                    <p:cond delay="0"/>
                                  </p:stCondLst>
                                  <p:childTnLst>
                                    <p:animScale>
                                      <p:cBhvr>
                                        <p:cTn id="242" dur="1000" fill="hold"/>
                                        <p:tgtEl>
                                          <p:spTgt spid="163"/>
                                        </p:tgtEl>
                                      </p:cBhvr>
                                      <p:by x="125000" y="125000"/>
                                    </p:animScale>
                                  </p:childTnLst>
                                </p:cTn>
                              </p:par>
                              <p:par>
                                <p:cTn id="243" presetID="6" presetClass="emph" presetSubtype="0" repeatCount="indefinite" autoRev="1" fill="hold" grpId="0" nodeType="withEffect">
                                  <p:stCondLst>
                                    <p:cond delay="0"/>
                                  </p:stCondLst>
                                  <p:childTnLst>
                                    <p:animScale>
                                      <p:cBhvr>
                                        <p:cTn id="244" dur="1000" fill="hold"/>
                                        <p:tgtEl>
                                          <p:spTgt spid="164"/>
                                        </p:tgtEl>
                                      </p:cBhvr>
                                      <p:by x="125000" y="125000"/>
                                    </p:animScale>
                                  </p:childTnLst>
                                </p:cTn>
                              </p:par>
                              <p:par>
                                <p:cTn id="245" presetID="6" presetClass="emph" presetSubtype="0" repeatCount="indefinite" autoRev="1" fill="hold" grpId="0" nodeType="withEffect">
                                  <p:stCondLst>
                                    <p:cond delay="0"/>
                                  </p:stCondLst>
                                  <p:childTnLst>
                                    <p:animScale>
                                      <p:cBhvr>
                                        <p:cTn id="246" dur="1000" fill="hold"/>
                                        <p:tgtEl>
                                          <p:spTgt spid="166"/>
                                        </p:tgtEl>
                                      </p:cBhvr>
                                      <p:by x="125000" y="125000"/>
                                    </p:animScale>
                                  </p:childTnLst>
                                </p:cTn>
                              </p:par>
                              <p:par>
                                <p:cTn id="247" presetID="6" presetClass="emph" presetSubtype="0" repeatCount="indefinite" autoRev="1" fill="hold" grpId="0" nodeType="withEffect">
                                  <p:stCondLst>
                                    <p:cond delay="0"/>
                                  </p:stCondLst>
                                  <p:childTnLst>
                                    <p:animScale>
                                      <p:cBhvr>
                                        <p:cTn id="248" dur="1000" fill="hold"/>
                                        <p:tgtEl>
                                          <p:spTgt spid="168"/>
                                        </p:tgtEl>
                                      </p:cBhvr>
                                      <p:by x="125000" y="125000"/>
                                    </p:animScale>
                                  </p:childTnLst>
                                </p:cTn>
                              </p:par>
                              <p:par>
                                <p:cTn id="249" presetID="6" presetClass="emph" presetSubtype="0" repeatCount="indefinite" autoRev="1" fill="hold" grpId="0" nodeType="withEffect">
                                  <p:stCondLst>
                                    <p:cond delay="0"/>
                                  </p:stCondLst>
                                  <p:childTnLst>
                                    <p:animScale>
                                      <p:cBhvr>
                                        <p:cTn id="250" dur="1000" fill="hold"/>
                                        <p:tgtEl>
                                          <p:spTgt spid="169"/>
                                        </p:tgtEl>
                                      </p:cBhvr>
                                      <p:by x="125000" y="125000"/>
                                    </p:animScale>
                                  </p:childTnLst>
                                </p:cTn>
                              </p:par>
                              <p:par>
                                <p:cTn id="251" presetID="6" presetClass="emph" presetSubtype="0" repeatCount="indefinite" autoRev="1" fill="hold" grpId="0" nodeType="withEffect">
                                  <p:stCondLst>
                                    <p:cond delay="0"/>
                                  </p:stCondLst>
                                  <p:childTnLst>
                                    <p:animScale>
                                      <p:cBhvr>
                                        <p:cTn id="252" dur="1000" fill="hold"/>
                                        <p:tgtEl>
                                          <p:spTgt spid="170"/>
                                        </p:tgtEl>
                                      </p:cBhvr>
                                      <p:by x="125000" y="125000"/>
                                    </p:animScale>
                                  </p:childTnLst>
                                </p:cTn>
                              </p:par>
                              <p:par>
                                <p:cTn id="253" presetID="6" presetClass="emph" presetSubtype="0" repeatCount="indefinite" autoRev="1" fill="hold" grpId="0" nodeType="withEffect">
                                  <p:stCondLst>
                                    <p:cond delay="0"/>
                                  </p:stCondLst>
                                  <p:childTnLst>
                                    <p:animScale>
                                      <p:cBhvr>
                                        <p:cTn id="254" dur="1000" fill="hold"/>
                                        <p:tgtEl>
                                          <p:spTgt spid="172"/>
                                        </p:tgtEl>
                                      </p:cBhvr>
                                      <p:by x="125000" y="125000"/>
                                    </p:animScale>
                                  </p:childTnLst>
                                </p:cTn>
                              </p:par>
                              <p:par>
                                <p:cTn id="255" presetID="6" presetClass="emph" presetSubtype="0" repeatCount="indefinite" autoRev="1" fill="hold" grpId="0" nodeType="withEffect">
                                  <p:stCondLst>
                                    <p:cond delay="0"/>
                                  </p:stCondLst>
                                  <p:childTnLst>
                                    <p:animScale>
                                      <p:cBhvr>
                                        <p:cTn id="256" dur="1000" fill="hold"/>
                                        <p:tgtEl>
                                          <p:spTgt spid="173"/>
                                        </p:tgtEl>
                                      </p:cBhvr>
                                      <p:by x="125000" y="125000"/>
                                    </p:animScale>
                                  </p:childTnLst>
                                </p:cTn>
                              </p:par>
                              <p:par>
                                <p:cTn id="257" presetID="6" presetClass="emph" presetSubtype="0" repeatCount="indefinite" autoRev="1" fill="hold" grpId="0" nodeType="withEffect">
                                  <p:stCondLst>
                                    <p:cond delay="0"/>
                                  </p:stCondLst>
                                  <p:childTnLst>
                                    <p:animScale>
                                      <p:cBhvr>
                                        <p:cTn id="258" dur="1000" fill="hold"/>
                                        <p:tgtEl>
                                          <p:spTgt spid="174"/>
                                        </p:tgtEl>
                                      </p:cBhvr>
                                      <p:by x="125000" y="125000"/>
                                    </p:animScale>
                                  </p:childTnLst>
                                </p:cTn>
                              </p:par>
                              <p:par>
                                <p:cTn id="259" presetID="6" presetClass="emph" presetSubtype="0" repeatCount="indefinite" autoRev="1" fill="hold" grpId="0" nodeType="withEffect">
                                  <p:stCondLst>
                                    <p:cond delay="0"/>
                                  </p:stCondLst>
                                  <p:childTnLst>
                                    <p:animScale>
                                      <p:cBhvr>
                                        <p:cTn id="260" dur="1000" fill="hold"/>
                                        <p:tgtEl>
                                          <p:spTgt spid="175"/>
                                        </p:tgtEl>
                                      </p:cBhvr>
                                      <p:by x="125000" y="125000"/>
                                    </p:animScale>
                                  </p:childTnLst>
                                </p:cTn>
                              </p:par>
                              <p:par>
                                <p:cTn id="261" presetID="6" presetClass="emph" presetSubtype="0" repeatCount="indefinite" autoRev="1" fill="hold" grpId="0" nodeType="withEffect">
                                  <p:stCondLst>
                                    <p:cond delay="0"/>
                                  </p:stCondLst>
                                  <p:childTnLst>
                                    <p:animScale>
                                      <p:cBhvr>
                                        <p:cTn id="262" dur="1000" fill="hold"/>
                                        <p:tgtEl>
                                          <p:spTgt spid="176"/>
                                        </p:tgtEl>
                                      </p:cBhvr>
                                      <p:by x="125000" y="125000"/>
                                    </p:animScale>
                                  </p:childTnLst>
                                </p:cTn>
                              </p:par>
                              <p:par>
                                <p:cTn id="263" presetID="6" presetClass="emph" presetSubtype="0" repeatCount="indefinite" autoRev="1" fill="hold" grpId="0" nodeType="withEffect">
                                  <p:stCondLst>
                                    <p:cond delay="0"/>
                                  </p:stCondLst>
                                  <p:childTnLst>
                                    <p:animScale>
                                      <p:cBhvr>
                                        <p:cTn id="264" dur="1000" fill="hold"/>
                                        <p:tgtEl>
                                          <p:spTgt spid="177"/>
                                        </p:tgtEl>
                                      </p:cBhvr>
                                      <p:by x="125000" y="125000"/>
                                    </p:animScale>
                                  </p:childTnLst>
                                </p:cTn>
                              </p:par>
                              <p:par>
                                <p:cTn id="265" presetID="6" presetClass="emph" presetSubtype="0" repeatCount="indefinite" autoRev="1" fill="hold" grpId="0" nodeType="withEffect">
                                  <p:stCondLst>
                                    <p:cond delay="0"/>
                                  </p:stCondLst>
                                  <p:childTnLst>
                                    <p:animScale>
                                      <p:cBhvr>
                                        <p:cTn id="266" dur="1000" fill="hold"/>
                                        <p:tgtEl>
                                          <p:spTgt spid="178"/>
                                        </p:tgtEl>
                                      </p:cBhvr>
                                      <p:by x="125000" y="125000"/>
                                    </p:animScale>
                                  </p:childTnLst>
                                </p:cTn>
                              </p:par>
                              <p:par>
                                <p:cTn id="267" presetID="10" presetClass="entr" presetSubtype="0" fill="hold" nodeType="withEffect">
                                  <p:stCondLst>
                                    <p:cond delay="0"/>
                                  </p:stCondLst>
                                  <p:childTnLst>
                                    <p:set>
                                      <p:cBhvr>
                                        <p:cTn id="268" dur="1" fill="hold">
                                          <p:stCondLst>
                                            <p:cond delay="0"/>
                                          </p:stCondLst>
                                        </p:cTn>
                                        <p:tgtEl>
                                          <p:spTgt spid="4"/>
                                        </p:tgtEl>
                                        <p:attrNameLst>
                                          <p:attrName>style.visibility</p:attrName>
                                        </p:attrNameLst>
                                      </p:cBhvr>
                                      <p:to>
                                        <p:strVal val="visible"/>
                                      </p:to>
                                    </p:set>
                                    <p:animEffect transition="in" filter="fade">
                                      <p:cBhvr>
                                        <p:cTn id="269" dur="500"/>
                                        <p:tgtEl>
                                          <p:spTgt spid="4"/>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
                                        </p:tgtEl>
                                        <p:attrNameLst>
                                          <p:attrName>style.visibility</p:attrName>
                                        </p:attrNameLst>
                                      </p:cBhvr>
                                      <p:to>
                                        <p:strVal val="visible"/>
                                      </p:to>
                                    </p:set>
                                    <p:animEffect transition="in" filter="fade">
                                      <p:cBhvr>
                                        <p:cTn id="272" dur="500"/>
                                        <p:tgtEl>
                                          <p:spTgt spid="9"/>
                                        </p:tgtEl>
                                      </p:cBhvr>
                                    </p:animEffect>
                                  </p:childTnLst>
                                </p:cTn>
                              </p:par>
                              <p:par>
                                <p:cTn id="273" presetID="10" presetClass="entr" presetSubtype="0" fill="hold" grpId="0" nodeType="withEffect">
                                  <p:stCondLst>
                                    <p:cond delay="0"/>
                                  </p:stCondLst>
                                  <p:childTnLst>
                                    <p:set>
                                      <p:cBhvr>
                                        <p:cTn id="274" dur="1" fill="hold">
                                          <p:stCondLst>
                                            <p:cond delay="0"/>
                                          </p:stCondLst>
                                        </p:cTn>
                                        <p:tgtEl>
                                          <p:spTgt spid="23"/>
                                        </p:tgtEl>
                                        <p:attrNameLst>
                                          <p:attrName>style.visibility</p:attrName>
                                        </p:attrNameLst>
                                      </p:cBhvr>
                                      <p:to>
                                        <p:strVal val="visible"/>
                                      </p:to>
                                    </p:set>
                                    <p:animEffect transition="in" filter="fade">
                                      <p:cBhvr>
                                        <p:cTn id="275" dur="500"/>
                                        <p:tgtEl>
                                          <p:spTgt spid="23"/>
                                        </p:tgtEl>
                                      </p:cBhvr>
                                    </p:animEffect>
                                  </p:childTnLst>
                                </p:cTn>
                              </p:par>
                            </p:childTnLst>
                          </p:cTn>
                        </p:par>
                      </p:childTnLst>
                    </p:cTn>
                  </p:par>
                  <p:par>
                    <p:cTn id="276" fill="hold">
                      <p:stCondLst>
                        <p:cond delay="indefinite"/>
                      </p:stCondLst>
                      <p:childTnLst>
                        <p:par>
                          <p:cTn id="277" fill="hold">
                            <p:stCondLst>
                              <p:cond delay="0"/>
                            </p:stCondLst>
                            <p:childTnLst>
                              <p:par>
                                <p:cTn id="278" presetID="21" presetClass="entr" presetSubtype="1" fill="hold" grpId="0" nodeType="clickEffect">
                                  <p:stCondLst>
                                    <p:cond delay="0"/>
                                  </p:stCondLst>
                                  <p:childTnLst>
                                    <p:set>
                                      <p:cBhvr>
                                        <p:cTn id="279" dur="1" fill="hold">
                                          <p:stCondLst>
                                            <p:cond delay="0"/>
                                          </p:stCondLst>
                                        </p:cTn>
                                        <p:tgtEl>
                                          <p:spTgt spid="1124"/>
                                        </p:tgtEl>
                                        <p:attrNameLst>
                                          <p:attrName>style.visibility</p:attrName>
                                        </p:attrNameLst>
                                      </p:cBhvr>
                                      <p:to>
                                        <p:strVal val="visible"/>
                                      </p:to>
                                    </p:set>
                                    <p:animEffect transition="in" filter="wheel(1)">
                                      <p:cBhvr>
                                        <p:cTn id="280" dur="500"/>
                                        <p:tgtEl>
                                          <p:spTgt spid="1124"/>
                                        </p:tgtEl>
                                      </p:cBhvr>
                                    </p:animEffect>
                                  </p:childTnLst>
                                </p:cTn>
                              </p:par>
                            </p:childTnLst>
                          </p:cTn>
                        </p:par>
                      </p:childTnLst>
                    </p:cTn>
                  </p:par>
                  <p:par>
                    <p:cTn id="281" fill="hold">
                      <p:stCondLst>
                        <p:cond delay="indefinite"/>
                      </p:stCondLst>
                      <p:childTnLst>
                        <p:par>
                          <p:cTn id="282" fill="hold">
                            <p:stCondLst>
                              <p:cond delay="0"/>
                            </p:stCondLst>
                            <p:childTnLst>
                              <p:par>
                                <p:cTn id="283" presetID="2" presetClass="entr" presetSubtype="1" fill="hold" nodeType="clickEffect">
                                  <p:stCondLst>
                                    <p:cond delay="0"/>
                                  </p:stCondLst>
                                  <p:childTnLst>
                                    <p:set>
                                      <p:cBhvr>
                                        <p:cTn id="284" dur="1" fill="hold">
                                          <p:stCondLst>
                                            <p:cond delay="0"/>
                                          </p:stCondLst>
                                        </p:cTn>
                                        <p:tgtEl>
                                          <p:spTgt spid="27"/>
                                        </p:tgtEl>
                                        <p:attrNameLst>
                                          <p:attrName>style.visibility</p:attrName>
                                        </p:attrNameLst>
                                      </p:cBhvr>
                                      <p:to>
                                        <p:strVal val="visible"/>
                                      </p:to>
                                    </p:set>
                                    <p:anim calcmode="lin" valueType="num">
                                      <p:cBhvr additive="base">
                                        <p:cTn id="285" dur="500" fill="hold"/>
                                        <p:tgtEl>
                                          <p:spTgt spid="27"/>
                                        </p:tgtEl>
                                        <p:attrNameLst>
                                          <p:attrName>ppt_x</p:attrName>
                                        </p:attrNameLst>
                                      </p:cBhvr>
                                      <p:tavLst>
                                        <p:tav tm="0">
                                          <p:val>
                                            <p:strVal val="#ppt_x"/>
                                          </p:val>
                                        </p:tav>
                                        <p:tav tm="100000">
                                          <p:val>
                                            <p:strVal val="#ppt_x"/>
                                          </p:val>
                                        </p:tav>
                                      </p:tavLst>
                                    </p:anim>
                                    <p:anim calcmode="lin" valueType="num">
                                      <p:cBhvr additive="base">
                                        <p:cTn id="286"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 grpId="0" animBg="1"/>
      <p:bldP spid="182" grpId="0" animBg="1"/>
      <p:bldP spid="184" grpId="0" animBg="1"/>
      <p:bldP spid="186" grpId="0" animBg="1"/>
      <p:bldP spid="188" grpId="0" animBg="1"/>
      <p:bldP spid="189" grpId="0" animBg="1"/>
      <p:bldP spid="191" grpId="0" animBg="1"/>
      <p:bldP spid="192" grpId="0" animBg="1"/>
      <p:bldP spid="194" grpId="0" animBg="1"/>
      <p:bldP spid="196" grpId="0" animBg="1"/>
      <p:bldP spid="198" grpId="0" animBg="1"/>
      <p:bldP spid="201" grpId="0" animBg="1"/>
      <p:bldP spid="202" grpId="0" animBg="1"/>
      <p:bldP spid="204" grpId="0" animBg="1"/>
      <p:bldP spid="207" grpId="0" animBg="1"/>
      <p:bldP spid="209" grpId="0" animBg="1"/>
      <p:bldP spid="211" grpId="0" animBg="1"/>
      <p:bldP spid="213" grpId="0" animBg="1"/>
      <p:bldP spid="214" grpId="0" animBg="1"/>
      <p:bldP spid="3" grpId="0" animBg="1"/>
      <p:bldP spid="6" grpId="0" animBg="1"/>
      <p:bldP spid="7" grpId="0" animBg="1"/>
      <p:bldP spid="14" grpId="0" animBg="1"/>
      <p:bldP spid="1136" grpId="0" animBg="1"/>
      <p:bldP spid="1137" grpId="0" animBg="1"/>
      <p:bldP spid="1139" grpId="0" animBg="1"/>
      <p:bldP spid="1154" grpId="0" animBg="1"/>
      <p:bldP spid="1155" grpId="0" animBg="1"/>
      <p:bldP spid="1157" grpId="0" animBg="1"/>
      <p:bldP spid="1158" grpId="0" animBg="1"/>
      <p:bldP spid="1159" grpId="0" animBg="1"/>
      <p:bldP spid="1160" grpId="0" animBg="1"/>
      <p:bldP spid="1161" grpId="0" animBg="1"/>
      <p:bldP spid="1162" grpId="0" animBg="1"/>
      <p:bldP spid="1164" grpId="0" animBg="1"/>
      <p:bldP spid="1165" grpId="0" animBg="1"/>
      <p:bldP spid="1167" grpId="0" animBg="1"/>
      <p:bldP spid="1169" grpId="0" animBg="1"/>
      <p:bldP spid="1170" grpId="0" animBg="1"/>
      <p:bldP spid="1171" grpId="0" animBg="1"/>
      <p:bldP spid="1172" grpId="0" animBg="1"/>
      <p:bldP spid="1173" grpId="0" animBg="1"/>
      <p:bldP spid="1174" grpId="0" animBg="1"/>
      <p:bldP spid="1175" grpId="0" animBg="1"/>
      <p:bldP spid="1176" grpId="0" animBg="1"/>
      <p:bldP spid="1177" grpId="0" animBg="1"/>
      <p:bldP spid="1178" grpId="0" animBg="1"/>
      <p:bldP spid="1179" grpId="0" animBg="1"/>
      <p:bldP spid="1180" grpId="0" animBg="1"/>
      <p:bldP spid="1181" grpId="0" animBg="1"/>
      <p:bldP spid="1182" grpId="0" animBg="1"/>
      <p:bldP spid="1183"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P spid="45" grpId="0" animBg="1"/>
      <p:bldP spid="48" grpId="0" animBg="1"/>
      <p:bldP spid="51" grpId="0" animBg="1"/>
      <p:bldP spid="58" grpId="0" animBg="1"/>
      <p:bldP spid="59" grpId="0" animBg="1"/>
      <p:bldP spid="60" grpId="0" animBg="1"/>
      <p:bldP spid="61" grpId="0" animBg="1"/>
      <p:bldP spid="62" grpId="0" animBg="1"/>
      <p:bldP spid="64" grpId="0" animBg="1"/>
      <p:bldP spid="65" grpId="0" animBg="1"/>
      <p:bldP spid="66" grpId="0" animBg="1"/>
      <p:bldP spid="68" grpId="0" animBg="1"/>
      <p:bldP spid="69" grpId="0" animBg="1"/>
      <p:bldP spid="76" grpId="0" animBg="1"/>
      <p:bldP spid="78" grpId="0" animBg="1"/>
      <p:bldP spid="81" grpId="0" animBg="1"/>
      <p:bldP spid="128" grpId="0" animBg="1"/>
      <p:bldP spid="129" grpId="0" animBg="1"/>
      <p:bldP spid="132" grpId="0" animBg="1"/>
      <p:bldP spid="133" grpId="0" animBg="1"/>
      <p:bldP spid="134" grpId="0" animBg="1"/>
      <p:bldP spid="135" grpId="0" animBg="1"/>
      <p:bldP spid="136" grpId="0" animBg="1"/>
      <p:bldP spid="137" grpId="0" animBg="1"/>
      <p:bldP spid="138" grpId="0" animBg="1"/>
      <p:bldP spid="145" grpId="0" animBg="1"/>
      <p:bldP spid="146" grpId="0" animBg="1"/>
      <p:bldP spid="147" grpId="0" animBg="1"/>
      <p:bldP spid="149" grpId="0" animBg="1"/>
      <p:bldP spid="154" grpId="0" animBg="1"/>
      <p:bldP spid="155" grpId="0" animBg="1"/>
      <p:bldP spid="156" grpId="0" animBg="1"/>
      <p:bldP spid="157" grpId="0" animBg="1"/>
      <p:bldP spid="158" grpId="0" animBg="1"/>
      <p:bldP spid="159" grpId="0" animBg="1"/>
      <p:bldP spid="1029" grpId="0" animBg="1"/>
      <p:bldP spid="1047" grpId="0" animBg="1"/>
      <p:bldP spid="1048" grpId="0" animBg="1"/>
      <p:bldP spid="1049" grpId="0" animBg="1"/>
      <p:bldP spid="1050" grpId="0" animBg="1"/>
      <p:bldP spid="1051" grpId="0" animBg="1"/>
      <p:bldP spid="1052" grpId="0" animBg="1"/>
      <p:bldP spid="1053" grpId="0" animBg="1"/>
      <p:bldP spid="1054" grpId="0" animBg="1"/>
      <p:bldP spid="160" grpId="0" animBg="1"/>
      <p:bldP spid="162" grpId="0" animBg="1"/>
      <p:bldP spid="163" grpId="0" animBg="1"/>
      <p:bldP spid="164" grpId="0" animBg="1"/>
      <p:bldP spid="166" grpId="0" animBg="1"/>
      <p:bldP spid="168" grpId="0" animBg="1"/>
      <p:bldP spid="169" grpId="0" animBg="1"/>
      <p:bldP spid="170" grpId="0" animBg="1"/>
      <p:bldP spid="172" grpId="0" animBg="1"/>
      <p:bldP spid="173" grpId="0" animBg="1"/>
      <p:bldP spid="174" grpId="0" animBg="1"/>
      <p:bldP spid="175" grpId="0" animBg="1"/>
      <p:bldP spid="176" grpId="0" animBg="1"/>
      <p:bldP spid="177" grpId="0" animBg="1"/>
      <p:bldP spid="178" grpId="0" animBg="1"/>
      <p:bldP spid="9" grpId="0"/>
      <p:bldP spid="23" grpId="0"/>
      <p:bldP spid="11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 aerial view of a factory&#10;&#10;AI-generated content may be incorrect.">
            <a:extLst>
              <a:ext uri="{FF2B5EF4-FFF2-40B4-BE49-F238E27FC236}">
                <a16:creationId xmlns:a16="http://schemas.microsoft.com/office/drawing/2014/main" id="{EC7448C0-140F-C0D5-F944-27840BEE4D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51128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404598-0331-676F-A788-6B100560F677}"/>
              </a:ext>
            </a:extLst>
          </p:cNvPr>
          <p:cNvSpPr txBox="1"/>
          <p:nvPr/>
        </p:nvSpPr>
        <p:spPr>
          <a:xfrm>
            <a:off x="644042" y="322021"/>
            <a:ext cx="69444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Status and Maturity of the Technology and Design</a:t>
            </a:r>
          </a:p>
        </p:txBody>
      </p:sp>
      <p:pic>
        <p:nvPicPr>
          <p:cNvPr id="5" name="Picture 4" descr="A screenshot of a black and white screen&#10;&#10;AI-generated content may be incorrect.">
            <a:extLst>
              <a:ext uri="{FF2B5EF4-FFF2-40B4-BE49-F238E27FC236}">
                <a16:creationId xmlns:a16="http://schemas.microsoft.com/office/drawing/2014/main" id="{154F2FA8-3645-D7AE-4753-9873083542EF}"/>
              </a:ext>
            </a:extLst>
          </p:cNvPr>
          <p:cNvPicPr>
            <a:picLocks noChangeAspect="1"/>
          </p:cNvPicPr>
          <p:nvPr/>
        </p:nvPicPr>
        <p:blipFill>
          <a:blip r:embed="rId2"/>
          <a:stretch>
            <a:fillRect/>
          </a:stretch>
        </p:blipFill>
        <p:spPr>
          <a:xfrm>
            <a:off x="2134364" y="698677"/>
            <a:ext cx="8656989" cy="6068539"/>
          </a:xfrm>
          <a:prstGeom prst="rect">
            <a:avLst/>
          </a:prstGeom>
        </p:spPr>
      </p:pic>
    </p:spTree>
    <p:extLst>
      <p:ext uri="{BB962C8B-B14F-4D97-AF65-F5344CB8AC3E}">
        <p14:creationId xmlns:p14="http://schemas.microsoft.com/office/powerpoint/2010/main" val="2391344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group of white rectangular boxes with text&#10;&#10;AI-generated content may be incorrect.">
            <a:extLst>
              <a:ext uri="{FF2B5EF4-FFF2-40B4-BE49-F238E27FC236}">
                <a16:creationId xmlns:a16="http://schemas.microsoft.com/office/drawing/2014/main" id="{EB4C2A50-FE07-8359-FECF-B59EE6C3C5AD}"/>
              </a:ext>
            </a:extLst>
          </p:cNvPr>
          <p:cNvPicPr>
            <a:picLocks noChangeAspect="1"/>
          </p:cNvPicPr>
          <p:nvPr/>
        </p:nvPicPr>
        <p:blipFill>
          <a:blip r:embed="rId3"/>
          <a:stretch>
            <a:fillRect/>
          </a:stretch>
        </p:blipFill>
        <p:spPr>
          <a:xfrm>
            <a:off x="1302123" y="-3362"/>
            <a:ext cx="9005047" cy="6663017"/>
          </a:xfrm>
          <a:prstGeom prst="rect">
            <a:avLst/>
          </a:prstGeom>
        </p:spPr>
      </p:pic>
    </p:spTree>
    <p:extLst>
      <p:ext uri="{BB962C8B-B14F-4D97-AF65-F5344CB8AC3E}">
        <p14:creationId xmlns:p14="http://schemas.microsoft.com/office/powerpoint/2010/main" val="248386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CC35BE-D3F4-85E1-60A5-F69880A22750}"/>
              </a:ext>
            </a:extLst>
          </p:cNvPr>
          <p:cNvSpPr txBox="1"/>
          <p:nvPr/>
        </p:nvSpPr>
        <p:spPr>
          <a:xfrm>
            <a:off x="252016" y="294018"/>
            <a:ext cx="63004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Unsolved Technical Challenges</a:t>
            </a:r>
          </a:p>
        </p:txBody>
      </p:sp>
      <p:sp>
        <p:nvSpPr>
          <p:cNvPr id="6" name="TextBox 5">
            <a:extLst>
              <a:ext uri="{FF2B5EF4-FFF2-40B4-BE49-F238E27FC236}">
                <a16:creationId xmlns:a16="http://schemas.microsoft.com/office/drawing/2014/main" id="{5C4163F8-D875-D717-1E23-5B6035561D9E}"/>
              </a:ext>
            </a:extLst>
          </p:cNvPr>
          <p:cNvSpPr txBox="1"/>
          <p:nvPr/>
        </p:nvSpPr>
        <p:spPr>
          <a:xfrm>
            <a:off x="434028" y="666351"/>
            <a:ext cx="1076901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Long-term performance of advanced core materials (e.g., </a:t>
            </a:r>
            <a:r>
              <a:rPr lang="en-US" b="1" err="1"/>
              <a:t>SiC</a:t>
            </a:r>
            <a:r>
              <a:rPr lang="en-US" b="1"/>
              <a:t>/</a:t>
            </a:r>
            <a:r>
              <a:rPr lang="en-US" b="1" err="1"/>
              <a:t>SiC</a:t>
            </a:r>
            <a:r>
              <a:rPr lang="en-US" b="1"/>
              <a:t> </a:t>
            </a:r>
            <a:r>
              <a:rPr lang="en-US" b="1" err="1"/>
              <a:t>Composities</a:t>
            </a:r>
            <a:r>
              <a:rPr lang="en-US" b="1"/>
              <a:t>)</a:t>
            </a:r>
          </a:p>
          <a:p>
            <a:pPr marL="285750" indent="-285750">
              <a:buFont typeface="Calibri"/>
              <a:buChar char="-"/>
            </a:pPr>
            <a:r>
              <a:rPr lang="en-US"/>
              <a:t>Radiation damage and structural integrity</a:t>
            </a:r>
          </a:p>
          <a:p>
            <a:pPr marL="285750" indent="-285750">
              <a:buFont typeface="Calibri"/>
              <a:buChar char="-"/>
            </a:pPr>
            <a:r>
              <a:rPr lang="en-US"/>
              <a:t>Aggressive corrosion under molten salt and temperature conditions</a:t>
            </a:r>
          </a:p>
          <a:p>
            <a:pPr marL="285750" indent="-285750">
              <a:buFont typeface="Calibri"/>
              <a:buChar char="-"/>
            </a:pPr>
            <a:r>
              <a:rPr lang="en-US"/>
              <a:t>Thermal cycling and mechanical stress</a:t>
            </a:r>
          </a:p>
          <a:p>
            <a:pPr marL="285750" indent="-285750">
              <a:buFont typeface="Calibri"/>
              <a:buChar char="-"/>
            </a:pPr>
            <a:r>
              <a:rPr lang="en-US"/>
              <a:t>Difficulties in production of large, defect-free </a:t>
            </a:r>
            <a:r>
              <a:rPr lang="en-US" err="1"/>
              <a:t>SiC</a:t>
            </a:r>
            <a:r>
              <a:rPr lang="en-US"/>
              <a:t>/</a:t>
            </a:r>
            <a:r>
              <a:rPr lang="en-US" err="1"/>
              <a:t>SiC</a:t>
            </a:r>
            <a:r>
              <a:rPr lang="en-US"/>
              <a:t> components</a:t>
            </a:r>
          </a:p>
          <a:p>
            <a:pPr marL="285750" indent="-285750">
              <a:buFont typeface="Calibri"/>
              <a:buChar char="-"/>
            </a:pPr>
            <a:r>
              <a:rPr lang="en-US"/>
              <a:t>Regulatory qualification still far away for </a:t>
            </a:r>
            <a:r>
              <a:rPr lang="en-US" err="1"/>
              <a:t>SiC</a:t>
            </a:r>
            <a:r>
              <a:rPr lang="en-US"/>
              <a:t>/</a:t>
            </a:r>
            <a:r>
              <a:rPr lang="en-US" err="1"/>
              <a:t>SiC</a:t>
            </a:r>
            <a:r>
              <a:rPr lang="en-US"/>
              <a:t> composites</a:t>
            </a:r>
          </a:p>
        </p:txBody>
      </p:sp>
      <p:sp>
        <p:nvSpPr>
          <p:cNvPr id="7" name="TextBox 6">
            <a:extLst>
              <a:ext uri="{FF2B5EF4-FFF2-40B4-BE49-F238E27FC236}">
                <a16:creationId xmlns:a16="http://schemas.microsoft.com/office/drawing/2014/main" id="{BEE22754-51EF-6806-3B43-071AB2EBB470}"/>
              </a:ext>
            </a:extLst>
          </p:cNvPr>
          <p:cNvSpPr txBox="1"/>
          <p:nvPr/>
        </p:nvSpPr>
        <p:spPr>
          <a:xfrm>
            <a:off x="434028" y="2611896"/>
            <a:ext cx="10769018"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Industrial-scale Li-7 enrichment for optimal neutron economy</a:t>
            </a:r>
          </a:p>
          <a:p>
            <a:pPr marL="285750" indent="-285750">
              <a:buFont typeface="Calibri"/>
              <a:buChar char="-"/>
            </a:pPr>
            <a:r>
              <a:rPr lang="en-US"/>
              <a:t>Extremely high purity enrichment of Li-7 is required (99.99% Li-7) due to high neutron absorption cross-section of Li-6</a:t>
            </a:r>
          </a:p>
          <a:p>
            <a:pPr marL="285750" indent="-285750">
              <a:buFont typeface="Calibri"/>
              <a:buChar char="-"/>
            </a:pPr>
            <a:r>
              <a:rPr lang="en-US"/>
              <a:t>Even small traces of Li-6 can have a large negative impact on reactor performance, breeding ratio and operator safety (due to alpha particle and Tritium production)</a:t>
            </a:r>
          </a:p>
          <a:p>
            <a:pPr marL="285750" indent="-285750">
              <a:buFont typeface="Calibri"/>
              <a:buChar char="-"/>
            </a:pPr>
            <a:r>
              <a:rPr lang="en-US"/>
              <a:t>Existing industrial processes for lithium isotope separation are limited in scale and efficiency</a:t>
            </a:r>
          </a:p>
          <a:p>
            <a:pPr marL="285750" indent="-285750">
              <a:buFont typeface="Calibri"/>
              <a:buChar char="-"/>
            </a:pPr>
            <a:r>
              <a:rPr lang="en-US"/>
              <a:t>High-purity enrichment at commercial scale has not been demonstrated</a:t>
            </a:r>
          </a:p>
          <a:p>
            <a:pPr marL="285750" indent="-285750">
              <a:buFont typeface="Calibri"/>
              <a:buChar char="-"/>
            </a:pPr>
            <a:r>
              <a:rPr lang="en-US"/>
              <a:t>High cost of enrichment</a:t>
            </a:r>
          </a:p>
          <a:p>
            <a:pPr marL="285750" indent="-285750">
              <a:buFont typeface="Calibri"/>
              <a:buChar char="-"/>
            </a:pPr>
            <a:endParaRPr lang="en-US"/>
          </a:p>
        </p:txBody>
      </p:sp>
      <p:sp>
        <p:nvSpPr>
          <p:cNvPr id="8" name="TextBox 7">
            <a:extLst>
              <a:ext uri="{FF2B5EF4-FFF2-40B4-BE49-F238E27FC236}">
                <a16:creationId xmlns:a16="http://schemas.microsoft.com/office/drawing/2014/main" id="{DDC439C4-B618-3D93-1876-674191036B07}"/>
              </a:ext>
            </a:extLst>
          </p:cNvPr>
          <p:cNvSpPr txBox="1"/>
          <p:nvPr/>
        </p:nvSpPr>
        <p:spPr>
          <a:xfrm>
            <a:off x="434027" y="5047647"/>
            <a:ext cx="1076901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Fully automated online FP removal and Uranium transfer from blanket to fuel salt</a:t>
            </a:r>
          </a:p>
          <a:p>
            <a:pPr marL="285750" indent="-285750">
              <a:buFont typeface="Calibri"/>
              <a:buChar char="-"/>
            </a:pPr>
            <a:r>
              <a:rPr lang="en-US"/>
              <a:t>Technically challenging, precise chemical separation processes are required for these operations</a:t>
            </a:r>
          </a:p>
          <a:p>
            <a:pPr marL="285750" indent="-285750">
              <a:buFont typeface="Calibri"/>
              <a:buChar char="-"/>
            </a:pPr>
            <a:r>
              <a:rPr lang="en-US"/>
              <a:t>Corrosion and fouling of separation equipment</a:t>
            </a:r>
          </a:p>
          <a:p>
            <a:pPr marL="285750" indent="-285750">
              <a:buFont typeface="Calibri"/>
              <a:buChar char="-"/>
            </a:pPr>
            <a:r>
              <a:rPr lang="en-US"/>
              <a:t>Automation risks for precise tasks and reliability of long-term, continuous monitoring must be secured</a:t>
            </a:r>
          </a:p>
          <a:p>
            <a:pPr marL="285750" indent="-285750">
              <a:buFont typeface="Calibri"/>
              <a:buChar char="-"/>
            </a:pPr>
            <a:r>
              <a:rPr lang="en-US"/>
              <a:t>Proliferation risks with automated U-233 transfer must be addressed to the satisfaction of regulators</a:t>
            </a:r>
          </a:p>
        </p:txBody>
      </p:sp>
    </p:spTree>
    <p:extLst>
      <p:ext uri="{BB962C8B-B14F-4D97-AF65-F5344CB8AC3E}">
        <p14:creationId xmlns:p14="http://schemas.microsoft.com/office/powerpoint/2010/main" val="2213819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B79EB8-ABBE-067C-4066-582BA08A839A}"/>
              </a:ext>
            </a:extLst>
          </p:cNvPr>
          <p:cNvSpPr txBox="1"/>
          <p:nvPr/>
        </p:nvSpPr>
        <p:spPr>
          <a:xfrm>
            <a:off x="481013" y="3752849"/>
            <a:ext cx="3290887" cy="245268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a:latin typeface="+mj-lt"/>
                <a:ea typeface="+mj-ea"/>
                <a:cs typeface="+mj-cs"/>
              </a:rPr>
              <a:t>Next Stages</a:t>
            </a:r>
          </a:p>
        </p:txBody>
      </p:sp>
      <p:pic>
        <p:nvPicPr>
          <p:cNvPr id="4" name="Picture 3" descr="A large building with many parking spaces&#10;&#10;AI-generated content may be incorrect.">
            <a:extLst>
              <a:ext uri="{FF2B5EF4-FFF2-40B4-BE49-F238E27FC236}">
                <a16:creationId xmlns:a16="http://schemas.microsoft.com/office/drawing/2014/main" id="{0166B9C2-7A25-A4AF-C844-B2B4250F778C}"/>
              </a:ext>
            </a:extLst>
          </p:cNvPr>
          <p:cNvPicPr>
            <a:picLocks noChangeAspect="1"/>
          </p:cNvPicPr>
          <p:nvPr/>
        </p:nvPicPr>
        <p:blipFill>
          <a:blip r:embed="rId2"/>
          <a:srcRect t="25550" b="20344"/>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TextBox 2">
            <a:extLst>
              <a:ext uri="{FF2B5EF4-FFF2-40B4-BE49-F238E27FC236}">
                <a16:creationId xmlns:a16="http://schemas.microsoft.com/office/drawing/2014/main" id="{F11D7299-1009-5C6D-B84B-037DEB926FC4}"/>
              </a:ext>
            </a:extLst>
          </p:cNvPr>
          <p:cNvSpPr txBox="1"/>
          <p:nvPr/>
        </p:nvSpPr>
        <p:spPr>
          <a:xfrm>
            <a:off x="4223982" y="3708027"/>
            <a:ext cx="7485413" cy="2766451"/>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1600" b="1"/>
              <a:t>Nuclear Demonstration, </a:t>
            </a:r>
            <a:r>
              <a:rPr lang="en-US" sz="1600" b="1" err="1"/>
              <a:t>Commercialisation</a:t>
            </a:r>
            <a:r>
              <a:rPr lang="en-US" sz="1600" b="1"/>
              <a:t> and Regulatory Path</a:t>
            </a:r>
            <a:r>
              <a:rPr lang="en-US" sz="1600"/>
              <a:t> </a:t>
            </a:r>
            <a:endParaRPr lang="en-US" sz="1600" b="1"/>
          </a:p>
          <a:p>
            <a:pPr indent="-228600">
              <a:lnSpc>
                <a:spcPct val="90000"/>
              </a:lnSpc>
              <a:spcAft>
                <a:spcPts val="600"/>
              </a:spcAft>
              <a:buFont typeface="Arial" panose="020B0604020202020204" pitchFamily="34" charset="0"/>
              <a:buChar char="•"/>
            </a:pPr>
            <a:endParaRPr lang="en-US" sz="1600"/>
          </a:p>
          <a:p>
            <a:pPr>
              <a:lnSpc>
                <a:spcPct val="90000"/>
              </a:lnSpc>
              <a:spcAft>
                <a:spcPts val="600"/>
              </a:spcAft>
            </a:pPr>
            <a:r>
              <a:rPr lang="en-US" sz="1600"/>
              <a:t>The first nuclear demonstration is planned at the Paul Scherrer Institute (PSI) in Switzerland, with criticality targeted for 2027. </a:t>
            </a:r>
          </a:p>
          <a:p>
            <a:pPr>
              <a:lnSpc>
                <a:spcPct val="90000"/>
              </a:lnSpc>
              <a:spcAft>
                <a:spcPts val="600"/>
              </a:spcAft>
            </a:pPr>
            <a:r>
              <a:rPr lang="en-US" sz="1600"/>
              <a:t>Subsystems are already being mass-produced with the supply chain for key components established. The reactor core is expected to have a lifespan of 3-5 years in early deployments. Regulatory approval is being pursued, including in potential host countries.</a:t>
            </a:r>
          </a:p>
          <a:p>
            <a:pPr indent="-228600">
              <a:lnSpc>
                <a:spcPct val="90000"/>
              </a:lnSpc>
              <a:spcAft>
                <a:spcPts val="600"/>
              </a:spcAft>
              <a:buFont typeface="Arial" panose="020B0604020202020204" pitchFamily="34" charset="0"/>
              <a:buChar char="•"/>
            </a:pPr>
            <a:endParaRPr lang="en-US" sz="700"/>
          </a:p>
        </p:txBody>
      </p:sp>
    </p:spTree>
    <p:extLst>
      <p:ext uri="{BB962C8B-B14F-4D97-AF65-F5344CB8AC3E}">
        <p14:creationId xmlns:p14="http://schemas.microsoft.com/office/powerpoint/2010/main" val="1289090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1AEC1B-E984-6D9E-92F6-24AB66E365C6}"/>
              </a:ext>
            </a:extLst>
          </p:cNvPr>
          <p:cNvSpPr txBox="1"/>
          <p:nvPr/>
        </p:nvSpPr>
        <p:spPr>
          <a:xfrm>
            <a:off x="926461" y="134309"/>
            <a:ext cx="9549669" cy="68326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rial"/>
                <a:ea typeface="Arial"/>
                <a:cs typeface="Arial"/>
              </a:rPr>
              <a:t>Pump reliability</a:t>
            </a:r>
          </a:p>
          <a:p>
            <a:pPr marL="228600" indent="-228600">
              <a:buFont typeface=""/>
              <a:buChar char="•"/>
            </a:pPr>
            <a:r>
              <a:rPr lang="en-US" sz="1400">
                <a:latin typeface="Arial"/>
                <a:ea typeface="Arial"/>
                <a:cs typeface="Arial"/>
              </a:rPr>
              <a:t>Keeping liquid fuel circulating reliably at temps above 600 for years.</a:t>
            </a:r>
          </a:p>
          <a:p>
            <a:pPr marL="228600" indent="-228600">
              <a:buFont typeface=""/>
              <a:buChar char="•"/>
            </a:pPr>
            <a:r>
              <a:rPr lang="en-US" sz="1400">
                <a:latin typeface="Arial"/>
                <a:ea typeface="Arial"/>
                <a:cs typeface="Arial"/>
              </a:rPr>
              <a:t>Company has &gt;2 years of operation of pumps - which is still well short of demonstrating it will work for decades</a:t>
            </a:r>
          </a:p>
          <a:p>
            <a:pPr marL="228600" indent="-228600">
              <a:buFont typeface=""/>
              <a:buChar char="•"/>
            </a:pPr>
            <a:r>
              <a:rPr lang="en-US" sz="1400">
                <a:latin typeface="Arial"/>
                <a:ea typeface="Arial"/>
                <a:cs typeface="Arial"/>
              </a:rPr>
              <a:t>Canned pump with no dynamics seal (what </a:t>
            </a:r>
            <a:r>
              <a:rPr lang="en-US" sz="1400" err="1">
                <a:latin typeface="Arial"/>
                <a:ea typeface="Arial"/>
                <a:cs typeface="Arial"/>
              </a:rPr>
              <a:t>theyre</a:t>
            </a:r>
            <a:r>
              <a:rPr lang="en-US" sz="1400">
                <a:latin typeface="Arial"/>
                <a:ea typeface="Arial"/>
                <a:cs typeface="Arial"/>
              </a:rPr>
              <a:t> pumping is also radioactive!)</a:t>
            </a:r>
          </a:p>
          <a:p>
            <a:r>
              <a:rPr lang="en-US" sz="1400" b="1">
                <a:latin typeface="Arial"/>
                <a:ea typeface="Arial"/>
                <a:cs typeface="Arial"/>
              </a:rPr>
              <a:t>Corrosion </a:t>
            </a:r>
          </a:p>
          <a:p>
            <a:pPr marL="228600" indent="-228600">
              <a:buFont typeface=""/>
              <a:buChar char="•"/>
            </a:pPr>
            <a:r>
              <a:rPr lang="en-US" sz="1400">
                <a:latin typeface="Arial"/>
                <a:ea typeface="Arial"/>
                <a:cs typeface="Arial"/>
              </a:rPr>
              <a:t>Fluoride salts at high T extremely corrosive (attack most metals, dissolve surface oxides )</a:t>
            </a:r>
          </a:p>
          <a:p>
            <a:pPr marL="228600" indent="-228600">
              <a:buFont typeface=""/>
              <a:buChar char="•"/>
            </a:pPr>
            <a:r>
              <a:rPr lang="en-US" sz="1400">
                <a:latin typeface="Arial"/>
                <a:ea typeface="Arial"/>
                <a:cs typeface="Arial"/>
              </a:rPr>
              <a:t>In combination with high DPM from flux - can degrade materials at v high rates </a:t>
            </a:r>
          </a:p>
          <a:p>
            <a:pPr marL="228600" indent="-228600">
              <a:buFont typeface=""/>
              <a:buChar char="•"/>
            </a:pPr>
            <a:r>
              <a:rPr lang="en-US" sz="1400">
                <a:latin typeface="Arial"/>
                <a:ea typeface="Arial"/>
                <a:cs typeface="Arial"/>
              </a:rPr>
              <a:t>Pumps, pipes, </a:t>
            </a:r>
            <a:r>
              <a:rPr lang="en-US" sz="1400" err="1">
                <a:latin typeface="Arial"/>
                <a:ea typeface="Arial"/>
                <a:cs typeface="Arial"/>
              </a:rPr>
              <a:t>rpv</a:t>
            </a:r>
            <a:r>
              <a:rPr lang="en-US" sz="1400">
                <a:latin typeface="Arial"/>
                <a:ea typeface="Arial"/>
                <a:cs typeface="Arial"/>
              </a:rPr>
              <a:t> must be able to withstand this</a:t>
            </a:r>
          </a:p>
          <a:p>
            <a:pPr marL="228600" indent="-228600">
              <a:buFont typeface=""/>
              <a:buChar char="•"/>
            </a:pPr>
            <a:r>
              <a:rPr lang="en-US" sz="1400">
                <a:latin typeface="Arial"/>
                <a:ea typeface="Arial"/>
                <a:cs typeface="Arial"/>
              </a:rPr>
              <a:t>What materials and what cost can survive decades of chem + rad attack is big question</a:t>
            </a:r>
          </a:p>
          <a:p>
            <a:r>
              <a:rPr lang="en-US" sz="1400" b="1">
                <a:latin typeface="Arial"/>
                <a:ea typeface="Arial"/>
                <a:cs typeface="Arial"/>
              </a:rPr>
              <a:t>Neutrons </a:t>
            </a:r>
            <a:r>
              <a:rPr lang="en-US" sz="1400" b="1" err="1">
                <a:latin typeface="Arial"/>
                <a:ea typeface="Arial"/>
                <a:cs typeface="Arial"/>
              </a:rPr>
              <a:t>validcation</a:t>
            </a:r>
            <a:endParaRPr lang="en-US" sz="1400" b="1">
              <a:latin typeface="Arial"/>
              <a:ea typeface="Arial"/>
              <a:cs typeface="Arial"/>
            </a:endParaRPr>
          </a:p>
          <a:p>
            <a:pPr marL="228600" indent="-228600">
              <a:buFont typeface=""/>
              <a:buChar char="•"/>
            </a:pPr>
            <a:r>
              <a:rPr lang="en-US" sz="1400">
                <a:latin typeface="Arial"/>
                <a:ea typeface="Arial"/>
                <a:cs typeface="Arial"/>
              </a:rPr>
              <a:t>Run extensive comp modelling of how reactor will behave, but needs to prove in tests</a:t>
            </a:r>
          </a:p>
          <a:p>
            <a:pPr marL="228600" indent="-228600">
              <a:buFont typeface=""/>
              <a:buChar char="•"/>
            </a:pPr>
            <a:r>
              <a:rPr lang="en-US" sz="1400">
                <a:latin typeface="Arial"/>
                <a:ea typeface="Arial"/>
                <a:cs typeface="Arial"/>
              </a:rPr>
              <a:t>PSI </a:t>
            </a:r>
            <a:r>
              <a:rPr lang="en-US" sz="1400" err="1">
                <a:latin typeface="Arial"/>
                <a:ea typeface="Arial"/>
                <a:cs typeface="Arial"/>
              </a:rPr>
              <a:t>switzerland</a:t>
            </a:r>
            <a:r>
              <a:rPr lang="en-US" sz="1400">
                <a:latin typeface="Arial"/>
                <a:ea typeface="Arial"/>
                <a:cs typeface="Arial"/>
              </a:rPr>
              <a:t> will be doing testing so </a:t>
            </a:r>
            <a:r>
              <a:rPr lang="en-US" sz="1400" err="1">
                <a:latin typeface="Arial"/>
                <a:ea typeface="Arial"/>
                <a:cs typeface="Arial"/>
              </a:rPr>
              <a:t>thats</a:t>
            </a:r>
            <a:r>
              <a:rPr lang="en-US" sz="1400">
                <a:latin typeface="Arial"/>
                <a:ea typeface="Arial"/>
                <a:cs typeface="Arial"/>
              </a:rPr>
              <a:t> a big thing</a:t>
            </a:r>
          </a:p>
          <a:p>
            <a:r>
              <a:rPr lang="en-US" sz="1400" b="1">
                <a:latin typeface="Arial"/>
                <a:ea typeface="Arial"/>
                <a:cs typeface="Arial"/>
              </a:rPr>
              <a:t>Online </a:t>
            </a:r>
            <a:r>
              <a:rPr lang="en-US" sz="1400" b="1" err="1">
                <a:latin typeface="Arial"/>
                <a:ea typeface="Arial"/>
                <a:cs typeface="Arial"/>
              </a:rPr>
              <a:t>fp</a:t>
            </a:r>
            <a:r>
              <a:rPr lang="en-US" sz="1400" b="1">
                <a:latin typeface="Arial"/>
                <a:ea typeface="Arial"/>
                <a:cs typeface="Arial"/>
              </a:rPr>
              <a:t> removal</a:t>
            </a:r>
          </a:p>
          <a:p>
            <a:pPr marL="228600" indent="-228600">
              <a:buFont typeface=""/>
              <a:buChar char="•"/>
            </a:pPr>
            <a:r>
              <a:rPr lang="en-US" sz="1400">
                <a:latin typeface="Arial"/>
                <a:ea typeface="Arial"/>
                <a:cs typeface="Arial"/>
              </a:rPr>
              <a:t>Unlike normal fuel rods where fps stay inside rods, fps are dissolved or suspended in fuel</a:t>
            </a:r>
          </a:p>
          <a:p>
            <a:pPr marL="228600" indent="-228600">
              <a:buFont typeface=""/>
              <a:buChar char="•"/>
            </a:pPr>
            <a:r>
              <a:rPr lang="en-US" sz="1400">
                <a:latin typeface="Arial"/>
                <a:ea typeface="Arial"/>
                <a:cs typeface="Arial"/>
              </a:rPr>
              <a:t>Particularly gaseous fps like xenon can suppress fission - requires online FP extraction</a:t>
            </a:r>
          </a:p>
          <a:p>
            <a:pPr marL="228600" indent="-228600">
              <a:buFont typeface=""/>
              <a:buChar char="•"/>
            </a:pPr>
            <a:r>
              <a:rPr lang="en-US" sz="1400">
                <a:latin typeface="Arial"/>
                <a:ea typeface="Arial"/>
                <a:cs typeface="Arial"/>
              </a:rPr>
              <a:t>They have built a physical salt loops that tests </a:t>
            </a:r>
            <a:r>
              <a:rPr lang="en-US" sz="1400" err="1">
                <a:latin typeface="Arial"/>
                <a:ea typeface="Arial"/>
                <a:cs typeface="Arial"/>
              </a:rPr>
              <a:t>fp</a:t>
            </a:r>
            <a:r>
              <a:rPr lang="en-US" sz="1400">
                <a:latin typeface="Arial"/>
                <a:ea typeface="Arial"/>
                <a:cs typeface="Arial"/>
              </a:rPr>
              <a:t> removal - non rad salt only</a:t>
            </a:r>
          </a:p>
          <a:p>
            <a:pPr marL="228600" indent="-228600">
              <a:buFont typeface=""/>
              <a:buChar char="•"/>
            </a:pPr>
            <a:r>
              <a:rPr lang="en-US" sz="1400">
                <a:latin typeface="Arial"/>
                <a:ea typeface="Arial"/>
                <a:cs typeface="Arial"/>
              </a:rPr>
              <a:t>PSI tests will only remove some as its </a:t>
            </a:r>
            <a:r>
              <a:rPr lang="en-US" sz="1400" err="1">
                <a:latin typeface="Arial"/>
                <a:ea typeface="Arial"/>
                <a:cs typeface="Arial"/>
              </a:rPr>
              <a:t>simpklfied</a:t>
            </a:r>
            <a:r>
              <a:rPr lang="en-US" sz="1400">
                <a:latin typeface="Arial"/>
                <a:ea typeface="Arial"/>
                <a:cs typeface="Arial"/>
              </a:rPr>
              <a:t> experiment, nor is transfer of uranium from blanket to fuel</a:t>
            </a:r>
          </a:p>
          <a:p>
            <a:pPr marL="228600" indent="-228600">
              <a:buFont typeface=""/>
              <a:buChar char="•"/>
            </a:pPr>
            <a:r>
              <a:rPr lang="en-US" sz="1400">
                <a:latin typeface="Arial"/>
                <a:ea typeface="Arial"/>
                <a:cs typeface="Arial"/>
              </a:rPr>
              <a:t>Noone has tested online </a:t>
            </a:r>
            <a:r>
              <a:rPr lang="en-US" sz="1400" err="1">
                <a:latin typeface="Arial"/>
                <a:ea typeface="Arial"/>
                <a:cs typeface="Arial"/>
              </a:rPr>
              <a:t>fp</a:t>
            </a:r>
            <a:r>
              <a:rPr lang="en-US" sz="1400">
                <a:latin typeface="Arial"/>
                <a:ea typeface="Arial"/>
                <a:cs typeface="Arial"/>
              </a:rPr>
              <a:t> removal</a:t>
            </a:r>
          </a:p>
          <a:p>
            <a:pPr marL="228600" indent="-228600">
              <a:buFont typeface=""/>
              <a:buChar char="•"/>
            </a:pPr>
            <a:r>
              <a:rPr lang="en-US" sz="1400">
                <a:latin typeface="Arial"/>
                <a:ea typeface="Arial"/>
                <a:cs typeface="Arial"/>
              </a:rPr>
              <a:t>Hard to test as fps are hard to produce w out fission - importantly xenon 135 , cant really test whole system till its run under flux</a:t>
            </a:r>
          </a:p>
          <a:p>
            <a:r>
              <a:rPr lang="en-US" sz="1400" b="1">
                <a:latin typeface="Arial"/>
                <a:ea typeface="Arial"/>
                <a:cs typeface="Arial"/>
              </a:rPr>
              <a:t>Thorium breeding cycle</a:t>
            </a:r>
          </a:p>
          <a:p>
            <a:pPr marL="228600" indent="-228600">
              <a:buFont typeface=""/>
              <a:buChar char="•"/>
            </a:pPr>
            <a:r>
              <a:rPr lang="en-US" sz="1400">
                <a:latin typeface="Arial"/>
                <a:ea typeface="Arial"/>
                <a:cs typeface="Arial"/>
              </a:rPr>
              <a:t>1st commercial </a:t>
            </a:r>
            <a:r>
              <a:rPr lang="en-US" sz="1400" err="1">
                <a:latin typeface="Arial"/>
                <a:ea typeface="Arial"/>
                <a:cs typeface="Arial"/>
              </a:rPr>
              <a:t>reactros</a:t>
            </a:r>
            <a:r>
              <a:rPr lang="en-US" sz="1400">
                <a:latin typeface="Arial"/>
                <a:ea typeface="Arial"/>
                <a:cs typeface="Arial"/>
              </a:rPr>
              <a:t> wont be full breeder (aiming for ratio approaching 1) so iso breeders - long </a:t>
            </a:r>
            <a:r>
              <a:rPr lang="en-US" sz="1400" err="1">
                <a:latin typeface="Arial"/>
                <a:ea typeface="Arial"/>
                <a:cs typeface="Arial"/>
              </a:rPr>
              <a:t>temr</a:t>
            </a:r>
            <a:r>
              <a:rPr lang="en-US" sz="1400">
                <a:latin typeface="Arial"/>
                <a:ea typeface="Arial"/>
                <a:cs typeface="Arial"/>
              </a:rPr>
              <a:t> commercial and energy security case rests on this </a:t>
            </a:r>
            <a:r>
              <a:rPr lang="en-US" sz="1400" err="1">
                <a:latin typeface="Arial"/>
                <a:ea typeface="Arial"/>
                <a:cs typeface="Arial"/>
              </a:rPr>
              <a:t>tho</a:t>
            </a:r>
            <a:endParaRPr lang="en-US" sz="1400">
              <a:latin typeface="Arial"/>
              <a:ea typeface="Arial"/>
              <a:cs typeface="Arial"/>
            </a:endParaRPr>
          </a:p>
          <a:p>
            <a:r>
              <a:rPr lang="en-US" sz="1400" b="1">
                <a:latin typeface="Arial"/>
                <a:ea typeface="Arial"/>
                <a:cs typeface="Arial"/>
              </a:rPr>
              <a:t>Regulatory Approval for a Liquid-Fuel Reactor</a:t>
            </a:r>
          </a:p>
          <a:p>
            <a:pPr marL="228600" indent="-228600">
              <a:buFont typeface=""/>
              <a:buChar char="•"/>
            </a:pPr>
            <a:r>
              <a:rPr lang="en-US" sz="1400">
                <a:latin typeface="Arial"/>
                <a:ea typeface="Arial"/>
                <a:cs typeface="Arial"/>
              </a:rPr>
              <a:t>No reg framework in </a:t>
            </a:r>
            <a:r>
              <a:rPr lang="en-US" sz="1400" err="1">
                <a:latin typeface="Arial"/>
                <a:ea typeface="Arial"/>
                <a:cs typeface="Arial"/>
              </a:rPr>
              <a:t>europe</a:t>
            </a:r>
            <a:r>
              <a:rPr lang="en-US" sz="1400">
                <a:latin typeface="Arial"/>
                <a:ea typeface="Arial"/>
                <a:cs typeface="Arial"/>
              </a:rPr>
              <a:t> for liquid </a:t>
            </a:r>
            <a:r>
              <a:rPr lang="en-US" sz="1400" err="1">
                <a:latin typeface="Arial"/>
                <a:ea typeface="Arial"/>
                <a:cs typeface="Arial"/>
              </a:rPr>
              <a:t>fuelled</a:t>
            </a:r>
            <a:r>
              <a:rPr lang="en-US" sz="1400">
                <a:latin typeface="Arial"/>
                <a:ea typeface="Arial"/>
                <a:cs typeface="Arial"/>
              </a:rPr>
              <a:t> reactor </a:t>
            </a:r>
          </a:p>
          <a:p>
            <a:pPr marL="228600" indent="-228600">
              <a:buFont typeface=""/>
              <a:buChar char="•"/>
            </a:pPr>
            <a:r>
              <a:rPr lang="en-US" sz="1400">
                <a:latin typeface="Arial"/>
                <a:ea typeface="Arial"/>
                <a:cs typeface="Arial"/>
              </a:rPr>
              <a:t>All existing reg based on trad </a:t>
            </a:r>
            <a:r>
              <a:rPr lang="en-US" sz="1400" err="1">
                <a:latin typeface="Arial"/>
                <a:ea typeface="Arial"/>
                <a:cs typeface="Arial"/>
              </a:rPr>
              <a:t>lwrs</a:t>
            </a:r>
            <a:endParaRPr lang="en-US" sz="1400">
              <a:latin typeface="Arial"/>
              <a:ea typeface="Arial"/>
              <a:cs typeface="Arial"/>
            </a:endParaRPr>
          </a:p>
          <a:p>
            <a:r>
              <a:rPr lang="en-US" sz="1400" b="1">
                <a:latin typeface="Arial"/>
                <a:ea typeface="Arial"/>
                <a:cs typeface="Arial"/>
              </a:rPr>
              <a:t>Manufacturing at scale</a:t>
            </a:r>
          </a:p>
          <a:p>
            <a:pPr marL="228600" indent="-228600">
              <a:buFont typeface=""/>
              <a:buChar char="•"/>
            </a:pPr>
            <a:r>
              <a:rPr lang="en-US" sz="1400">
                <a:latin typeface="Arial"/>
                <a:ea typeface="Arial"/>
                <a:cs typeface="Arial"/>
              </a:rPr>
              <a:t>They have very ambitious goal of eventually making 1 reactor per day at low costs</a:t>
            </a:r>
          </a:p>
          <a:p>
            <a:pPr marL="228600" indent="-228600">
              <a:buFont typeface=""/>
              <a:buChar char="•"/>
            </a:pPr>
            <a:r>
              <a:rPr lang="en-US" sz="1400">
                <a:latin typeface="Arial"/>
                <a:ea typeface="Arial"/>
                <a:cs typeface="Arial"/>
              </a:rPr>
              <a:t>Fundamentally different challenge to building a one off prototype </a:t>
            </a:r>
          </a:p>
          <a:p>
            <a:pPr marL="228600" indent="-228600">
              <a:buFont typeface=""/>
              <a:buChar char="•"/>
            </a:pPr>
            <a:r>
              <a:rPr lang="en-US" sz="1400">
                <a:latin typeface="Arial"/>
                <a:ea typeface="Arial"/>
                <a:cs typeface="Arial"/>
              </a:rPr>
              <a:t>Unproven for any nuclear tech - let alone a novel reactor like this.</a:t>
            </a:r>
          </a:p>
          <a:p>
            <a:pPr algn="ctr"/>
            <a:endParaRPr lang="en-GB"/>
          </a:p>
        </p:txBody>
      </p:sp>
    </p:spTree>
    <p:extLst>
      <p:ext uri="{BB962C8B-B14F-4D97-AF65-F5344CB8AC3E}">
        <p14:creationId xmlns:p14="http://schemas.microsoft.com/office/powerpoint/2010/main" val="2726702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4D51E-E155-A3F7-A45B-8B5876C327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B7CBCC-6C94-6157-2215-365876121180}"/>
              </a:ext>
            </a:extLst>
          </p:cNvPr>
          <p:cNvSpPr txBox="1"/>
          <p:nvPr/>
        </p:nvSpPr>
        <p:spPr>
          <a:xfrm>
            <a:off x="434028" y="666351"/>
            <a:ext cx="1076901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Should be cheap </a:t>
            </a:r>
            <a:endParaRPr lang="en-US"/>
          </a:p>
          <a:p>
            <a:pPr marL="285750" indent="-285750">
              <a:buFont typeface="Calibri"/>
              <a:buChar char="-"/>
            </a:pPr>
            <a:endParaRPr lang="en-US"/>
          </a:p>
          <a:p>
            <a:pPr algn="just"/>
            <a:endParaRPr lang="en-US"/>
          </a:p>
          <a:p>
            <a:pPr algn="just"/>
            <a:endParaRPr lang="en-US">
              <a:latin typeface="Helvetica Neue"/>
            </a:endParaRPr>
          </a:p>
          <a:p>
            <a:pPr algn="just"/>
            <a:endParaRPr lang="en-US">
              <a:latin typeface="Helvetica Neue"/>
            </a:endParaRPr>
          </a:p>
        </p:txBody>
      </p:sp>
    </p:spTree>
    <p:extLst>
      <p:ext uri="{BB962C8B-B14F-4D97-AF65-F5344CB8AC3E}">
        <p14:creationId xmlns:p14="http://schemas.microsoft.com/office/powerpoint/2010/main" val="4108984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E43C92-DBE6-CB65-F779-FE4A9BC294C1}"/>
              </a:ext>
            </a:extLst>
          </p:cNvPr>
          <p:cNvSpPr txBox="1"/>
          <p:nvPr/>
        </p:nvSpPr>
        <p:spPr>
          <a:xfrm>
            <a:off x="434028" y="666351"/>
            <a:ext cx="10769018"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For a nuclear country</a:t>
            </a:r>
            <a:endParaRPr lang="en-US"/>
          </a:p>
          <a:p>
            <a:r>
              <a:rPr lang="en-US" b="1"/>
              <a:t>Does not replace PWR but adds some benefits </a:t>
            </a:r>
          </a:p>
          <a:p>
            <a:pPr marL="285750" indent="-285750">
              <a:buFont typeface="Calibri"/>
              <a:buChar char="-"/>
            </a:pPr>
            <a:r>
              <a:rPr lang="en-US"/>
              <a:t>High temperature heat </a:t>
            </a:r>
          </a:p>
          <a:p>
            <a:pPr algn="just"/>
            <a:r>
              <a:rPr lang="en-US">
                <a:latin typeface="Helvetica Neue"/>
              </a:rPr>
              <a:t>Main important aspect : providing heat at 550°C. The “state” of heat (salt medium) can make it easier to transport and / or store. Considered “medium” heat for industry applications. Cannot reach steel or cement but can do “basic” industrial processes like paper, oil refinery and plastics, food industry, textiles and quite importantly hydrogen production. </a:t>
            </a:r>
            <a:endParaRPr lang="en-US"/>
          </a:p>
          <a:p>
            <a:pPr algn="just"/>
            <a:r>
              <a:rPr lang="en-US">
                <a:latin typeface="Helvetica Neue"/>
              </a:rPr>
              <a:t>In nuclear countries with PWRs, population that accepts them and access to uranium + enrichment the CA reactor might not be very useful. Probably only decarbonized heat. </a:t>
            </a:r>
            <a:endParaRPr lang="en-US"/>
          </a:p>
          <a:p>
            <a:pPr algn="just"/>
            <a:r>
              <a:rPr lang="en-US">
                <a:latin typeface="Helvetica Neue"/>
              </a:rPr>
              <a:t>Collaborating with </a:t>
            </a:r>
            <a:r>
              <a:rPr lang="en-US" err="1">
                <a:latin typeface="Helvetica Neue"/>
              </a:rPr>
              <a:t>Topsoe</a:t>
            </a:r>
            <a:r>
              <a:rPr lang="en-US">
                <a:latin typeface="Helvetica Neue"/>
              </a:rPr>
              <a:t>, Alfa Laval, and Aalborg CSP on a proposed $4 billion, 1 GW green ammonia plant in Indonesia.</a:t>
            </a:r>
            <a:endParaRPr lang="en-US">
              <a:latin typeface="Aptos" panose="020B0004020202020204"/>
            </a:endParaRPr>
          </a:p>
          <a:p>
            <a:pPr marL="285750" indent="-285750" algn="just">
              <a:buFont typeface="Calibri"/>
              <a:buChar char="-"/>
            </a:pPr>
            <a:r>
              <a:rPr lang="en-US">
                <a:latin typeface="Helvetica Neue"/>
              </a:rPr>
              <a:t> If some people freak out about waste again, could be good for burning actinide waste (good neutron economy). </a:t>
            </a:r>
            <a:endParaRPr lang="en-US">
              <a:latin typeface="Aptos" panose="020B0004020202020204"/>
            </a:endParaRPr>
          </a:p>
          <a:p>
            <a:pPr algn="just"/>
            <a:r>
              <a:rPr lang="en-US">
                <a:latin typeface="Helvetica Neue"/>
              </a:rPr>
              <a:t>They are actually proposing to buy waste, not sell the “transmutation capacity”.</a:t>
            </a:r>
            <a:endParaRPr lang="en-US">
              <a:latin typeface="Aptos" panose="020B0004020202020204"/>
            </a:endParaRPr>
          </a:p>
          <a:p>
            <a:pPr algn="just"/>
            <a:r>
              <a:rPr lang="en-US">
                <a:latin typeface="Helvetica Neue"/>
              </a:rPr>
              <a:t>Partnering with </a:t>
            </a:r>
            <a:r>
              <a:rPr lang="en-US" err="1">
                <a:latin typeface="Helvetica Neue"/>
              </a:rPr>
              <a:t>DeepGeo</a:t>
            </a:r>
            <a:r>
              <a:rPr lang="en-US">
                <a:latin typeface="Helvetica Neue"/>
              </a:rPr>
              <a:t> to develop backend solutions for spent fuel, aiming to convert it into a resource.</a:t>
            </a:r>
            <a:endParaRPr lang="en-US"/>
          </a:p>
          <a:p>
            <a:pPr marL="285750" indent="-285750" algn="just">
              <a:buFont typeface="Calibri"/>
              <a:buChar char="-"/>
            </a:pPr>
            <a:r>
              <a:rPr lang="en-US">
                <a:latin typeface="Helvetica Neue"/>
              </a:rPr>
              <a:t>Would also be good for remote communities. </a:t>
            </a:r>
            <a:endParaRPr lang="en-US">
              <a:latin typeface="Aptos" panose="020B0004020202020204"/>
            </a:endParaRPr>
          </a:p>
          <a:p>
            <a:pPr algn="just"/>
            <a:r>
              <a:rPr lang="en-US">
                <a:latin typeface="Helvetica Neue"/>
              </a:rPr>
              <a:t>Little </a:t>
            </a:r>
            <a:r>
              <a:rPr lang="en-US" err="1">
                <a:latin typeface="Helvetica Neue"/>
              </a:rPr>
              <a:t>refuelling</a:t>
            </a:r>
            <a:r>
              <a:rPr lang="en-US">
                <a:latin typeface="Helvetica Neue"/>
              </a:rPr>
              <a:t>, thing is sealed and one package. Reactor can be transported, although you do need the heat transformer to be built locally, so no “nuclear barge” situation. Does not require fissile </a:t>
            </a:r>
            <a:r>
              <a:rPr lang="en-US" err="1">
                <a:latin typeface="Helvetica Neue"/>
              </a:rPr>
              <a:t>refuelling</a:t>
            </a:r>
            <a:r>
              <a:rPr lang="en-US">
                <a:latin typeface="Helvetica Neue"/>
              </a:rPr>
              <a:t>, only </a:t>
            </a:r>
            <a:r>
              <a:rPr lang="en-US" err="1">
                <a:latin typeface="Helvetica Neue"/>
              </a:rPr>
              <a:t>refuelled</a:t>
            </a:r>
            <a:r>
              <a:rPr lang="en-US">
                <a:latin typeface="Helvetica Neue"/>
              </a:rPr>
              <a:t> with Thorium (fertile) every 10 years (!!!).</a:t>
            </a:r>
            <a:endParaRPr lang="en-US"/>
          </a:p>
          <a:p>
            <a:pPr algn="just"/>
            <a:r>
              <a:rPr lang="en-US">
                <a:latin typeface="Helvetica Neue"/>
              </a:rPr>
              <a:t>Partnering with Ocean-Power AS to explore offshore thorium-based energy solutions.</a:t>
            </a:r>
            <a:endParaRPr lang="en-US"/>
          </a:p>
          <a:p>
            <a:pPr algn="just"/>
            <a:endParaRPr lang="en-US"/>
          </a:p>
          <a:p>
            <a:pPr algn="just"/>
            <a:endParaRPr lang="en-US"/>
          </a:p>
          <a:p>
            <a:pPr algn="just"/>
            <a:endParaRPr lang="en-US">
              <a:latin typeface="Helvetica Neue"/>
            </a:endParaRPr>
          </a:p>
          <a:p>
            <a:pPr algn="just"/>
            <a:endParaRPr lang="en-US">
              <a:latin typeface="Helvetica Neue"/>
            </a:endParaRPr>
          </a:p>
        </p:txBody>
      </p:sp>
    </p:spTree>
    <p:extLst>
      <p:ext uri="{BB962C8B-B14F-4D97-AF65-F5344CB8AC3E}">
        <p14:creationId xmlns:p14="http://schemas.microsoft.com/office/powerpoint/2010/main" val="2634637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ABF7B-729C-5B52-07EC-07C675D76A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D924C-41C0-2298-5EBF-332F4BB76342}"/>
              </a:ext>
            </a:extLst>
          </p:cNvPr>
          <p:cNvSpPr txBox="1"/>
          <p:nvPr/>
        </p:nvSpPr>
        <p:spPr>
          <a:xfrm>
            <a:off x="434028" y="666351"/>
            <a:ext cx="1076901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For a non nuclear country</a:t>
            </a:r>
            <a:endParaRPr lang="en-US"/>
          </a:p>
          <a:p>
            <a:pPr algn="just"/>
            <a:r>
              <a:rPr lang="en-US">
                <a:latin typeface="Helvetica Neue"/>
              </a:rPr>
              <a:t>Political stuff. </a:t>
            </a:r>
            <a:endParaRPr lang="en-US">
              <a:latin typeface="Aptos" panose="020B0004020202020204"/>
            </a:endParaRPr>
          </a:p>
          <a:p>
            <a:pPr algn="just"/>
            <a:r>
              <a:rPr lang="en-US">
                <a:latin typeface="Helvetica Neue"/>
              </a:rPr>
              <a:t>Could work for a smaller non nuclear nation, or one that has been afraid of nuclear and wants something new and different. In which case would “replace PWR” (be able to go where PWR cannot). </a:t>
            </a:r>
            <a:endParaRPr lang="en-US"/>
          </a:p>
          <a:p>
            <a:pPr marL="285750" indent="-285750" algn="just">
              <a:buFont typeface="Arial"/>
              <a:buChar char="•"/>
            </a:pPr>
            <a:r>
              <a:rPr lang="en-US">
                <a:latin typeface="Helvetica Neue"/>
              </a:rPr>
              <a:t>Safety : no pressurization, no maintenance, cocoon is always sealed.</a:t>
            </a:r>
            <a:endParaRPr lang="en-US"/>
          </a:p>
          <a:p>
            <a:pPr marL="285750" indent="-285750" algn="just">
              <a:buFont typeface="Arial"/>
              <a:buChar char="•"/>
            </a:pPr>
            <a:r>
              <a:rPr lang="en-US">
                <a:latin typeface="Helvetica Neue"/>
              </a:rPr>
              <a:t>No long live waste produced. No spent fuel at all ! Only fission products. Could be useful for a country that does not already have long lived waste to avoid the issue of geological storage entirely.</a:t>
            </a:r>
            <a:endParaRPr lang="en-US"/>
          </a:p>
          <a:p>
            <a:pPr marL="285750" indent="-285750" algn="just">
              <a:buFont typeface="Arial"/>
              <a:buChar char="•"/>
            </a:pPr>
            <a:r>
              <a:rPr lang="en-US">
                <a:latin typeface="Helvetica Neue"/>
              </a:rPr>
              <a:t>Based on Thorium : could be good for a situation without access to uranium and/or enrichment capabilities (even though with new systems getting uranium out of ocean water we see less need for uranium sustainability)</a:t>
            </a:r>
            <a:endParaRPr lang="en-US"/>
          </a:p>
          <a:p>
            <a:pPr marL="285750" indent="-285750" algn="just">
              <a:buFont typeface="Arial"/>
              <a:buChar char="•"/>
            </a:pPr>
            <a:r>
              <a:rPr lang="en-US">
                <a:latin typeface="Helvetica Neue"/>
              </a:rPr>
              <a:t>No need for heavy governmental infrastructure like fuel retreatment. </a:t>
            </a:r>
            <a:endParaRPr lang="en-US"/>
          </a:p>
          <a:p>
            <a:pPr marL="285750" indent="-285750" algn="just">
              <a:buFont typeface="Arial"/>
              <a:buChar char="•"/>
            </a:pPr>
            <a:endParaRPr lang="en-US"/>
          </a:p>
          <a:p>
            <a:pPr algn="just"/>
            <a:endParaRPr lang="en-US"/>
          </a:p>
          <a:p>
            <a:pPr algn="just"/>
            <a:endParaRPr lang="en-US"/>
          </a:p>
          <a:p>
            <a:pPr algn="just"/>
            <a:endParaRPr lang="en-US">
              <a:latin typeface="Helvetica Neue"/>
            </a:endParaRPr>
          </a:p>
          <a:p>
            <a:pPr algn="just"/>
            <a:endParaRPr lang="en-US">
              <a:latin typeface="Helvetica Neue"/>
            </a:endParaRPr>
          </a:p>
        </p:txBody>
      </p:sp>
    </p:spTree>
    <p:extLst>
      <p:ext uri="{BB962C8B-B14F-4D97-AF65-F5344CB8AC3E}">
        <p14:creationId xmlns:p14="http://schemas.microsoft.com/office/powerpoint/2010/main" val="1186680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366</TotalTime>
  <Words>1546</Words>
  <Application>Microsoft Office PowerPoint</Application>
  <PresentationFormat>Widescreen</PresentationFormat>
  <Paragraphs>164</Paragraphs>
  <Slides>21</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21</vt:i4>
      </vt:variant>
    </vt:vector>
  </HeadingPairs>
  <TitlesOfParts>
    <vt:vector size="35" baseType="lpstr">
      <vt:lpstr>Aptos</vt:lpstr>
      <vt:lpstr>Aptos Display</vt:lpstr>
      <vt:lpstr>Aptos Light</vt:lpstr>
      <vt:lpstr>Aptos SemiBold</vt:lpstr>
      <vt:lpstr>Aptos Slab SemiBold</vt:lpstr>
      <vt:lpstr>Arial</vt:lpstr>
      <vt:lpstr>Arial,Sans-Serif</vt:lpstr>
      <vt:lpstr>Calibri</vt:lpstr>
      <vt:lpstr>Cambria Math</vt:lpstr>
      <vt:lpstr>Cascadia Code</vt:lpstr>
      <vt:lpstr>Cascadia Mono SemiLight</vt:lpstr>
      <vt:lpstr>Helvetica Neue</vt:lpstr>
      <vt:lpstr>Times New Roman</vt:lpstr>
      <vt:lpstr>office theme</vt:lpstr>
      <vt:lpstr>NE9 Coursework 1 copenhagen atomics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A.Q. Zhang</cp:lastModifiedBy>
  <cp:revision>2</cp:revision>
  <dcterms:created xsi:type="dcterms:W3CDTF">2026-02-20T16:24:42Z</dcterms:created>
  <dcterms:modified xsi:type="dcterms:W3CDTF">2026-03-02T22:36:24Z</dcterms:modified>
</cp:coreProperties>
</file>